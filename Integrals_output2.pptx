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AD02C"/>
                </a:solidFill>
                <a:latin typeface="Arial"/>
              </a:rPr>
              <a:t>Chemistry Midterm — MCQ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134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sin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m:t>s</m:t>
                        </m:r>
                        <m:r>
                          <m:t>i</m:t>
                        </m:r>
                        <m:r>
                          <m:t>n</m:t>
                        </m:r>
                        <m:r>
                          <m:t>2</m:t>
                        </m:r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m:t>c</m:t>
                        </m:r>
                        <m:r>
                          <m:t>o</m:t>
                        </m:r>
                        <m:r>
                          <m:t>s</m:t>
                        </m:r>
                        <m:r>
                          <m:t>2</m:t>
                        </m:r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c</m:t>
                        </m:r>
                        <m:r>
                          <m:t>o</m:t>
                        </m:r>
                        <m:r>
                          <m:t>s</m:t>
                        </m:r>
                        <m:r>
                          <m:t>2</m:t>
                        </m:r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s</m:t>
                        </m:r>
                        <m:r>
                          <m:t>i</m:t>
                        </m:r>
                        <m:r>
                          <m:t>n</m:t>
                        </m:r>
                        <m:r>
                          <m:t>2</m:t>
                        </m:r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03911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87451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2024M,2026,2025-2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​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x</m:t>
                        </m:r>
                      </m:den>
                    </m:f>
                    <m:r>
                      <m:rPr>
                        <m:sty m:val="p"/>
                      </m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e-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x</m:t>
                        </m:r>
                      </m:den>
                    </m:f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e-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x</m:t>
                        </m:r>
                      </m:den>
                    </m:f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ex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sin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$-xcos⁡x-sin⁡x+c$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$xcos⁡x+sin⁡x+c$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$xcos⁡x-sin⁡x+c$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$-cos⁡x-sin⁡x+c$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img_rId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4632" y="731520"/>
            <a:ext cx="2743200" cy="23145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point of inflection for the following graph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point of inflection does not exist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2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54496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x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e>
                        </m:rad>
                      </m:den>
                    </m:f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2025</m:t>
                    </m:r>
                    <m:r>
                      <m:t>M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Statement 1: The anti-derivative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ad>
                      <m:radPr>
                        <m:degHide m:val="on"/>
                      </m:radPr>
                      <m:deg/>
                      <m:e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2</m:t>
                        </m:r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log|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| + C Statement 2: The derivative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ad>
                      <m:radPr>
                        <m:degHide m:val="on"/>
                      </m:radPr>
                      <m:deg/>
                      <m:e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2</m:t>
                        </m:r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log|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| + C. 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457200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1 is true, and Statement 2 is false.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1 is true, and Statement 2 is true, Statement 2 is correct explanation for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065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1 is true, and Statement 2 is true, Statement 2 is not a correct explanation for Statement1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246065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statements are false.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value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99</m:t>
                            </m:r>
                          </m:sup>
                        </m:sSup>
                      </m:e>
                    </m:nary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anti-derivative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x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m:t>,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&gt;1 with respective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$sin⁡^{-1}x+C$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$cos⁡^{-1}x+C$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$-cosec⁡^{-1}x+C$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sin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dx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2026</m:t>
                    </m:r>
                    <m:r>
                      <m:t>M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807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161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2024,2026M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sec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$e^{x}sec⁡x+c$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$e^{x}sec⁡^{2}x+c$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$e^{x}tan⁡x+c$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$e^{x}(1+tan⁡x)+c$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$-xsin⁡x+cos⁡x+c$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$xcos⁡x-sin⁡x+c$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$xsin⁡x-cos⁡x+c$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$xsin⁡x+cos⁡x+c$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value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3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2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4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6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12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anti-derivative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x</m:t>
                        </m:r>
                      </m:e>
                    </m:rad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3</m:t>
                        </m:r>
                      </m:den>
                    </m:f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1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</m:num>
                      <m:den>
                        <m:r>
                          <m:t>3</m:t>
                        </m:r>
                      </m:den>
                    </m:f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</m:num>
                      <m:den>
                        <m:r>
                          <m:t>3</m:t>
                        </m:r>
                      </m:den>
                    </m:f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1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3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sSup>
                      <m:e>
                        <m:r>
                          <m:t>x</m:t>
                        </m:r>
                      </m:e>
                      <m:sup>
                        <m:r>
                          <m:t>1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value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m:t>cos</m:t>
                        </m:r>
                        <m:r>
                          <m:t>2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</m:den>
                    </m:f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$tan⁡x+c$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$cos⁡2x+c$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$sin⁡2x+c$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$tan⁡2x+c$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(sin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cos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dx is equal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eˣ cos x +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eˣ tan x +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eˣ sin x +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−eˣ cos x + 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sec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(sec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tan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sec² x + tan x +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sec x + tan x +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sec x - tan x +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- tan x - sec x + 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value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cos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cot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cot x + cosec x +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− cot x + cosec x +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− cot x − cosec x +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cot x − cosec x + 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m:t>(</m:t>
                            </m:r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)</m:t>
                            </m:r>
                          </m:den>
                        </m:f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3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6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2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4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2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 is equal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x-tan x 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tan x - x 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sec2x-x +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–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is (2025-1)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45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807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value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7</m:t>
                            </m:r>
                          </m:sup>
                        </m:sSup>
                      </m:e>
                    </m:nary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3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74519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0992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2015S,2017S,2022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t</m:t>
                    </m:r>
                    <m:r>
                      <m:t>a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csc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csc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cot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92807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282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2016S,2020,2021M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x</m:t>
                        </m:r>
                      </m:e>
                    </m:rad>
                    <m:r>
                      <m:rPr>
                        <m:sty m:val="p"/>
                      </m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x</m:t>
                            </m:r>
                          </m:e>
                        </m:rad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3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x</m:t>
                        </m:r>
                      </m:e>
                    </m:rad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m:t>sec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7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4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2</m:t>
                        </m:r>
                      </m:sub>
                      <m:sup>
                        <m:r>
                          <m:t>3</m:t>
                        </m:r>
                      </m:sup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t>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t</m:t>
                    </m:r>
                    <m:r>
                      <m:t>a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a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b</m:t>
                        </m:r>
                      </m:e>
                    </m:rad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1</m:t>
                        </m:r>
                      </m:sub>
                      <m:sup>
                        <m:r>
                          <m:t>e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</m:num>
                          <m:den>
                            <m:r>
                              <m:t>x</m:t>
                            </m:r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Integrate sin x sin(cosx) w.r.t.x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070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424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num>
                      <m:den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rPr>
                            <m:sty m:val="p"/>
                          </m:rPr>
                          <m:t>cos</m:t>
                        </m:r>
                        <m:r>
                          <m:t>x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m:t>cos</m:t>
                        </m:r>
                        <m:r>
                          <m:t>2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c</m:t>
                        </m:r>
                        <m:r>
                          <m:t>o</m:t>
                        </m:r>
                        <m:r>
                          <m:t>s</m:t>
                        </m:r>
                        <m:r>
                          <m:t>2</m:t>
                        </m:r>
                        <m:r>
                          <m:t>α</m:t>
                        </m:r>
                      </m:num>
                      <m:den>
                        <m:r>
                          <m:rPr>
                            <m:sty m:val="p"/>
                          </m:rPr>
                          <m:t>cos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c</m:t>
                        </m:r>
                        <m:r>
                          <m:t>o</m:t>
                        </m:r>
                        <m:r>
                          <m:t>s</m:t>
                        </m:r>
                        <m:r>
                          <m:t>α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x</m:t>
                            </m:r>
                          </m:e>
                        </m:rad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num>
                      <m:den>
                        <m:r>
                          <m:t>1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6</m:t>
                            </m:r>
                          </m:sup>
                        </m:sSup>
                      </m:den>
                    </m:f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x</m:t>
                        </m:r>
                      </m:den>
                    </m:f>
                    <m:r>
                      <m:rPr>
                        <m:sty m:val="p"/>
                      </m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m:t>sin</m:t>
                        </m:r>
                        <m:sSup>
                          <m:e>
                            <m:r>
                              <m:t>x</m:t>
                            </m:r>
                            <m:r>
                              <m:t>c</m:t>
                            </m:r>
                            <m:r>
                              <m:t>o</m:t>
                            </m:r>
                            <m:r>
                              <m:t>s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  <m:r>
                          <m:t>x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9844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3385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π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log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d</m:t>
                            </m:r>
                            <m:r>
                              <m:t>x</m:t>
                            </m:r>
                          </m:num>
                          <m:den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sSup>
                                  <m:e>
                                    <m:r>
                                      <m:t>x</m:t>
                                    </m:r>
                                  </m:e>
                                  <m:sup>
                                    <m: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nary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Integrate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m:t>tan</m:t>
                            </m:r>
                          </m:e>
                          <m:sup>
                            <m:r>
                              <m:t>4</m:t>
                            </m:r>
                          </m:sup>
                        </m:sSup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x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m:t>sec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x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x</m:t>
                            </m:r>
                          </m:e>
                        </m:rad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2</m:t>
                            </m:r>
                          </m:num>
                          <m:den>
                            <m:r>
                              <m:t>3</m:t>
                            </m:r>
                          </m:den>
                        </m:f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</m:num>
                          <m:den>
                            <m:r>
                              <m:t>4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9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m:t>tan</m:t>
                            </m:r>
                            <m:r>
                              <m:t>x</m:t>
                            </m:r>
                          </m:e>
                        </m:rad>
                      </m:num>
                      <m:den>
                        <m:r>
                          <m:rPr>
                            <m:sty m:val="p"/>
                          </m:rPr>
                          <m:t>sin</m:t>
                        </m:r>
                        <m:r>
                          <m:t>x</m:t>
                        </m:r>
                        <m:r>
                          <m:t>c</m:t>
                        </m:r>
                        <m:r>
                          <m:t>o</m:t>
                        </m:r>
                        <m:r>
                          <m:t>s</m:t>
                        </m:r>
                        <m:r>
                          <m:t>x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3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</m:den>
                    </m:f>
                    <m:r>
                      <m:t>e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6</m:t>
                    </m:r>
                    <m:r>
                      <m:t>x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rPr>
                            <m:sty m:val="p"/>
                          </m:rPr>
                          <m:t>sin</m:t>
                        </m:r>
                        <m:r>
                          <m:t>6</m:t>
                        </m:r>
                        <m:r>
                          <m:t>x</m:t>
                        </m:r>
                      </m:e>
                    </m:rad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  <m:sSup>
                          <m:e>
                            <m:r>
                              <m:t>e</m:t>
                            </m:r>
                          </m:e>
                          <m:sup>
                            <m:r>
                              <m:t>x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x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e</m:t>
                            </m:r>
                          </m:e>
                          <m:sup>
                            <m:r>
                              <m:t>x</m:t>
                            </m:r>
                          </m:sup>
                        </m:sSup>
                      </m:num>
                      <m:den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2</m:t>
                        </m:r>
                      </m:sub>
                      <m:sup>
                        <m:r>
                          <m:t>3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x</m:t>
                            </m:r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rPr>
                            <m:sty m:val="p"/>
                          </m:rPr>
                          <m:t>tan</m:t>
                        </m:r>
                        <m:r>
                          <m:t>x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3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c</m:t>
                    </m:r>
                    <m:r>
                      <m:t>o</m:t>
                    </m:r>
                    <m:r>
                      <m:t>t</m:t>
                    </m:r>
                    <m:r>
                      <m:t>x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0515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8869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2024M,3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Integrate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n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807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161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2023,2024-1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1</m:t>
                        </m:r>
                      </m:sub>
                      <m:sup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3</m:t>
                            </m:r>
                          </m:e>
                        </m:rad>
                      </m:sup>
                      <m:e>
                        <m:r>
                          <m:t>3</m:t>
                        </m:r>
                      </m:e>
                    </m:nary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3502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7043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sSup>
                      <m:e>
                        <m:r>
                          <m:rPr>
                            <m:sty m:val="p"/>
                          </m:rPr>
                          <m:t>sec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  <m:r>
                          <m:rPr>
                            <m:sty m:val="p"/>
                          </m:rPr>
                          <m:t>.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)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x</m:t>
                            </m:r>
                          </m:num>
                          <m:den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1</m:t>
                            </m:r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c</m:t>
                    </m:r>
                    <m:r>
                      <m:t>o</m:t>
                    </m:r>
                    <m:r>
                      <m:t>t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sup>
                        </m:sSup>
                      </m:den>
                    </m:f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)</m:t>
                        </m:r>
                      </m:num>
                      <m:den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8</m:t>
                            </m:r>
                          </m:sup>
                        </m:sSup>
                      </m:den>
                    </m:f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x</m:t>
                        </m:r>
                        <m:r>
                          <m:t>l</m:t>
                        </m:r>
                        <m:r>
                          <m:t>o</m:t>
                        </m:r>
                        <m:r>
                          <m:t>g</m:t>
                        </m:r>
                        <m:r>
                          <m:t>x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070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424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sSup>
                          <m:e>
                            <m:r>
                              <m:t>e</m:t>
                            </m:r>
                          </m:e>
                          <m:sup>
                            <m:r>
                              <m:t>x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3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4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Integrate $x^{2}e^{x}$ w.r.t x.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070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424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2015,2024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801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155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2</m:t>
                        </m:r>
                      </m:sup>
                      <m:e>
                        <m:sSup>
                          <m:e>
                            <m:r>
                              <m:t>e</m:t>
                            </m:r>
                          </m:e>
                          <m:sup>
                            <m:r>
                              <m:t>x</m:t>
                            </m:r>
                          </m:sup>
                        </m:sSup>
                      </m:e>
                    </m:nary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as a limit of sum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421538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405079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2015S,2016S,2017S,2018,2021M,2023M,2026-1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)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  <m:r>
                          <m:t>x</m:t>
                        </m:r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rPr>
                            <m:sty m:val="p"/>
                          </m:rPr>
                          <m:t>sin</m:t>
                        </m:r>
                        <m:r>
                          <m:t>x</m:t>
                        </m:r>
                      </m:num>
                      <m:den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rPr>
                            <m:sty m:val="p"/>
                          </m:rPr>
                          <m:t>cos</m:t>
                        </m:r>
                        <m:r>
                          <m:t>x</m:t>
                        </m:r>
                      </m:den>
                    </m:f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3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17043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0584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2017,2018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167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521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2018S,2023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x</m:t>
                            </m:r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Integrate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r>
                          <m:t>x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  <m:r>
                          <m:t>x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s</m:t>
                            </m:r>
                            <m:r>
                              <m:t>i</m:t>
                            </m:r>
                            <m:r>
                              <m:t>n</m:t>
                            </m:r>
                            <m:r>
                              <m:t>x</m:t>
                            </m:r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m:t>cos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t>x</m:t>
                            </m:r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2880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642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2020,2021M,2023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sSup>
                          <m:e>
                            <m:r>
                              <m:t>e</m:t>
                            </m:r>
                          </m:e>
                          <m:sup>
                            <m:r>
                              <m:t>x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3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3502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7043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4</m:t>
                            </m:r>
                          </m:den>
                        </m:f>
                      </m: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</m:nary>
                    <m:r>
                      <m:t>2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  <m:r>
                          <m:rPr>
                            <m:sty m:val="p"/>
                          </m:rPr>
                          <m:t>.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3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t>t</m:t>
                    </m:r>
                    <m:r>
                      <m:t>a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09728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93268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2024-2,3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sup>
                        </m:sSup>
                        <m:r>
                          <m:t>x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3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r>
                          <m:t>3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13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10</m:t>
                        </m:r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−</m:t>
                            </m:r>
                            <m:sSup>
                              <m:e>
                                <m:r>
                                  <m:t>a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6</m:t>
                            </m:r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7</m:t>
                            </m:r>
                          </m:e>
                        </m:rad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−</m:t>
                            </m:r>
                            <m:sSup>
                              <m:e>
                                <m:r>
                                  <m:t>a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6</m:t>
                            </m:r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7</m:t>
                            </m:r>
                          </m:e>
                        </m:rad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4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6</m:t>
                        </m:r>
                      </m:e>
                    </m:rad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2880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642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2016,2020,2024-1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3</m:t>
                        </m:r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5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  <m:r>
                          <m:t>x</m:t>
                        </m:r>
                      </m:e>
                    </m:rad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8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7</m:t>
                        </m:r>
                      </m:e>
                    </m:rad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a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−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7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6</m:t>
                            </m:r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6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13</m:t>
                        </m:r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2880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642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2019,2022,2024M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16</m:t>
                        </m:r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5</m:t>
                        </m:r>
                      </m:e>
                    </m:rad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a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2</m:t>
                            </m:r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2</m:t>
                            </m:r>
                          </m:e>
                        </m:rad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087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441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2021M,2025-2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r>
                          <m:t>4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a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−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9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25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a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m:t>(</m:t>
                            </m:r>
                            <m:r>
                              <m:t>2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x</m:t>
                            </m:r>
                          </m:e>
                        </m:rad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r>
                          <m:t>5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a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6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13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3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2</m:t>
                        </m:r>
                        <m:r>
                          <m:t>x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25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4</m:t>
                            </m:r>
                          </m:den>
                        </m:f>
                      </m:sup>
                      <m:e>
                        <m:r>
                          <m:t>l</m:t>
                        </m:r>
                      </m:e>
                    </m:nary>
                    <m:r>
                      <m:t>o</m:t>
                    </m:r>
                    <m:r>
                      <m:t>g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807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161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2014S,2019S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6</m:t>
                            </m:r>
                          </m:den>
                        </m:f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3</m:t>
                            </m:r>
                          </m:den>
                        </m:f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m:t>tan</m:t>
                                </m:r>
                                <m:r>
                                  <m:t>x</m:t>
                                </m:r>
                              </m:e>
                            </m:rad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801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155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that$\int _{0}^{a}  f(x).dx=\begin{cases} 2\int _{0}^{a}  f(x)dx &amp; \text{if } f(x)is an even function} \\ 0 &amp; \text{if } f(x)is an odd function}  \end{cases}$and hence evaluate$\int _{-1}^{1}  \sin^{5}xcos^{4}x dx$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1343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14883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2014,2015S,2019,2021M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6</m:t>
                            </m:r>
                          </m:den>
                        </m:f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3</m:t>
                            </m:r>
                          </m:den>
                        </m:f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m:t>tan</m:t>
                                </m:r>
                                <m:r>
                                  <m:t>x</m:t>
                                </m:r>
                              </m:e>
                            </m:rad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mcJc m:val="left"/>
                                  <m:count m:val="1"/>
                                </m:mcPr>
                              </m:mc>
                              <m:mc>
                                <m:mcPr>
                                  <m:mcJc m:val="left"/>
                                  <m:count m:val="1"/>
                                </m:mcPr>
                              </m:mc>
                            </m:mcs>
                          </m:mPr>
                          <m:mr>
                            <m:e>
                              <m:r>
                                <m:t>2</m:t>
                              </m:r>
                              <m:nary>
                                <m:naryPr>
                                  <m:chr m:val="∫"/>
                                  <m:limLoc m:val="subSup"/>
                                  <m:subHide m:val="off"/>
                                  <m:supHide m:val="off"/>
                                </m:naryPr>
                                <m:sub>
                                  <m:r>
                                    <m:t>0</m:t>
                                  </m:r>
                                </m:sub>
                                <m:sup>
                                  <m:r>
                                    <m:t>a</m:t>
                                  </m:r>
                                </m:sup>
                                <m:e>
                                  <m:r>
                                    <m:t>f</m:t>
                                  </m:r>
                                </m:e>
                              </m:nary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t>d</m:t>
                              </m:r>
                              <m:r>
                                <m:t>x</m:t>
                              </m:r>
                            </m:e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if </m:t>
                              </m:r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2</m:t>
                              </m:r>
                              <m:r>
                                <m:t>a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if </m:t>
                              </m:r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2</m:t>
                              </m:r>
                              <m:r>
                                <m:t>a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</m:e>
                          </m:mr>
                        </m:m>
                      </m:e>
                    </m: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2</m:t>
                        </m:r>
                        <m:r>
                          <m:t>π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5</m:t>
                            </m:r>
                          </m:sup>
                        </m:sSup>
                      </m:e>
                    </m:nary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93852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7393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2016S,2022,2026-1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f>
                          <m:fPr>
                            <m:type m:val="bar"/>
                          </m:fPr>
                          <m:num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m:t>sin</m:t>
                                </m:r>
                                <m:r>
                                  <m:t>x</m:t>
                                </m:r>
                              </m:e>
                            </m:rad>
                          </m:num>
                          <m:den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m:t>sin</m:t>
                                </m:r>
                                <m:r>
                                  <m:t>x</m:t>
                                </m:r>
                              </m:e>
                            </m:rad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m:t>cos</m:t>
                                </m:r>
                                <m:r>
                                  <m:t>x</m:t>
                                </m:r>
                              </m:e>
                            </m:rad>
                          </m:den>
                        </m:f>
                      </m:e>
                    </m:nary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2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9844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3385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x</m:t>
                                </m:r>
                              </m:e>
                            </m:rad>
                          </m:num>
                          <m:den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x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m:t>+</m:t>
                            </m:r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a</m:t>
                                </m:r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x</m:t>
                                </m:r>
                              </m:e>
                            </m:rad>
                          </m:den>
                        </m:f>
                      </m:e>
                    </m:nary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4447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801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2018S,2024M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that$\int _{-a}^{a}  f(x)dx=\begin{cases} 2\int _{0}^{a}  f(x)dx &amp; \text{if } f(x) is an even function} \\ 0 &amp; \text{if } f (x)is an odd function}  \end{cases}$And hence evaluate$\int _{-\frac{\pi }{2}}^{\frac{\pi }{2}}  \sin{7x} dx$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65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00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2019,2023,2024-2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f>
                          <m:fPr>
                            <m:type m:val="bar"/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m:t>cos</m:t>
                                </m:r>
                              </m:e>
                              <m:sup>
                                <m:r>
                                  <m:t>5</m:t>
                                </m:r>
                              </m:sup>
                            </m:sSup>
                            <m:r>
                              <m:t>x</m:t>
                            </m:r>
                          </m:num>
                          <m:den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m:t>cos</m:t>
                                </m:r>
                              </m:e>
                              <m:sup>
                                <m:r>
                                  <m:t>5</m:t>
                                </m:r>
                              </m:sup>
                            </m:sSup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m:t>sin</m:t>
                                </m:r>
                              </m:e>
                              <m:sup>
                                <m:r>
                                  <m:t>5</m:t>
                                </m:r>
                              </m:sup>
                            </m:sSup>
                            <m:r>
                              <m:t>x</m:t>
                            </m:r>
                          </m:den>
                        </m:f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that$\int _{-a}^{a}  f(x).dx=\begin{cases} 2\int _{0}^{a}  f(x)dx &amp; \text{if } f(x)is an even function} \\ 0 &amp; \text{if } f(x)is an odd function}  \end{cases}$and hence evaluate$\int _{-1}^{1}  \sin^{5}xcos^{4}x dx$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c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c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  <m:sup>
                        <m:r>
                          <m:t>2</m:t>
                        </m:r>
                      </m:sup>
                      <m:e>
                        <m:r>
                          <m:t>d</m:t>
                        </m:r>
                      </m:e>
                    </m:nary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s</m:t>
                            </m:r>
                            <m:r>
                              <m:t>i</m:t>
                            </m:r>
                            <m:r>
                              <m:t>n</m:t>
                            </m:r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rPr>
                                <m:sty m:val="p"/>
                              </m:rPr>
                              <m:t>cos</m:t>
                            </m:r>
                            <m:r>
                              <m:t>x</m:t>
                            </m:r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rPr>
                                <m:sty m:val="p"/>
                              </m:rPr>
                              <m:t>sin</m:t>
                            </m:r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cos</m:t>
                            </m:r>
                            <m:r>
                              <m:t>x</m:t>
                            </m:r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f>
                          <m:fPr>
                            <m:type m:val="bar"/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m:t>sin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m:t>(</m:t>
                                </m:r>
                                <m: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m:t>(</m:t>
                                </m:r>
                                <m: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m:t>)</m:t>
                                </m:r>
                              </m:sup>
                            </m:sSup>
                            <m:r>
                              <m:t>x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4</m:t>
                            </m:r>
                          </m:den>
                        </m:f>
                      </m:sup>
                      <m:e>
                        <m:r>
                          <m:t>l</m:t>
                        </m:r>
                      </m:e>
                    </m:nary>
                    <m:r>
                      <m:t>o</m:t>
                    </m:r>
                    <m:r>
                      <m:t>g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t>t</m:t>
                    </m:r>
                    <m:r>
                      <m:t>a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2</m:t>
                        </m:r>
                      </m:sub>
                      <m:sup>
                        <m:r>
                          <m:t>3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x</m:t>
                                </m:r>
                              </m:e>
                            </m:rad>
                          </m:num>
                          <m:den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x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m:t>+</m:t>
                            </m:r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5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x</m:t>
                            </m:r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r>
                          <m:t>x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t>n</m:t>
                        </m:r>
                      </m:sup>
                    </m:sSup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