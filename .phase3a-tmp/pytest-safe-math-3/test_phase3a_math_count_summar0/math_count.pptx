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0360152" y="91440"/>
            <a:ext cx="1371600" cy="457200"/>
          </a:xfrm>
          <a:prstGeom prst="roundRect">
            <a:avLst/>
          </a:prstGeom>
          <a:solidFill>
            <a:srgbClr val="050505"/>
          </a:solidFill>
          <a:ln w="9525">
            <a:solidFill>
              <a:srgbClr val="AA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0">
                <a:solidFill>
                  <a:srgbClr val="AAAAAA"/>
                </a:solidFill>
                <a:latin typeface="Cambria"/>
              </a:rPr>
              <a:t>Insert Logo Here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2880360"/>
            <a:ext cx="11274552" cy="3657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0"/>
            <a:ext cx="11274552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4400" b="1" i="0">
                <a:solidFill>
                  <a:srgbClr val="FAD02C"/>
                </a:solidFill>
                <a:latin typeface="Cambria"/>
              </a:rPr>
              <a:t>Math Count — Practice Deck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063240"/>
            <a:ext cx="11274552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400" b="1" i="0">
                <a:solidFill>
                  <a:srgbClr val="AAAAAA"/>
                </a:solidFill>
                <a:latin typeface="Cambria"/>
              </a:rPr>
              <a:t>1 Questions · Boards / Competitive Exam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0360152" y="91440"/>
            <a:ext cx="1371600" cy="457200"/>
          </a:xfrm>
          <a:prstGeom prst="roundRect">
            <a:avLst/>
          </a:prstGeom>
          <a:solidFill>
            <a:srgbClr val="050505"/>
          </a:solidFill>
          <a:ln w="9525">
            <a:solidFill>
              <a:srgbClr val="AA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0">
                <a:solidFill>
                  <a:srgbClr val="AAAAAA"/>
                </a:solidFill>
                <a:latin typeface="Cambria"/>
              </a:rPr>
              <a:t>Insert Logo Here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800" b="1" i="0">
                <a:solidFill>
                  <a:srgbClr val="FAD02C"/>
                </a:solidFill>
                <a:latin typeface="Cambria"/>
              </a:rPr>
              <a:t>x²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