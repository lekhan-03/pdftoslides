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Cambria"/>
              </a:rPr>
              <a:t>Known Mismatch — Practice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AAAAAA"/>
                </a:solidFill>
                <a:latin typeface="Cambria"/>
              </a:rPr>
              <a:t>1 Questions · Boards / Competitive Exam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1522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A copper rod AB of length l is rotated about end A with a constant angular velocity . The electric field at a distance x from the axis of rotation is
a)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="http://schemas.openxmlformats.org/wordprocessingml/2006/main">
                    <m:f>
                      <m:fPr>
                        <m:type m:val="bar"/>
                        <m:ctrlPr>
                          <w:rPr>
                            <w:color w:val="FAD02C"/>
                          </w:rPr>
                        </m:ctrlPr>
                      </m:fPr>
                      <m:num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m:t>m</m:t>
                        </m:r>
                        <m:sSup>
                          <m:e>
                            <m:r>
                              <m:rPr>
                                <m:ctrlPr>
                                  <w:rPr>
                                    <w:color w:val="FAD02C"/>
                                  </w:rPr>
                                </m:ctrlPr>
                              </m:rPr>
                              <m:t>ω</m:t>
                            </m:r>
                          </m:e>
                          <m:sup>
                            <m:r>
                              <m:rPr>
                                <m:ctrlPr>
                                  <w:rPr>
                                    <w:color w:val="FAD02C"/>
                                  </w:rPr>
                                </m:ctrlPr>
                              </m:rPr>
                              <m:t>2</m:t>
                            </m:r>
                          </m:sup>
                        </m:sSup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m:t>x</m:t>
                        </m:r>
                      </m:num>
                      <m:den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m:t>e</m:t>
                        </m:r>
                      </m:den>
                    </m:f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(mω² x)/(e)</a:t>
                </a:r>
              </mc:Fallback>
            </mc:AlternateContent>
            <a:r>
              <a:rPr sz="1800" b="1">
                <a:solidFill>
                  <a:srgbClr val="FAD02C"/>
                </a:solidFill>
                <a:latin typeface="Cambria"/>
              </a:rPr>
              <a:t> 		b)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="http://schemas.openxmlformats.org/wordprocessingml/2006/main">
                    <m:f>
                      <m:fPr>
                        <m:type m:val="bar"/>
                        <m:ctrlPr>
                          <w:rPr>
                            <w:color w:val="FAD02C"/>
                          </w:rPr>
                        </m:ctrlPr>
                      </m:fPr>
                      <m:num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m:t>m</m:t>
                        </m:r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m:t>ω</m:t>
                        </m:r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m:t>x</m:t>
                        </m:r>
                      </m:num>
                      <m:den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m:t>e</m:t>
                        </m:r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m:t>l</m:t>
                        </m:r>
                      </m:den>
                    </m:f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(mω x)/(el)</a:t>
                </a:r>
              </mc:Fallback>
            </mc:AlternateContent>
            <a:r>
              <a:rPr sz="1800" b="1">
                <a:solidFill>
                  <a:srgbClr val="FAD02C"/>
                </a:solidFill>
                <a:latin typeface="Cambria"/>
              </a:rPr>
              <a:t>
c)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="http://schemas.openxmlformats.org/wordprocessingml/2006/main">
                    <m:f>
                      <m:fPr>
                        <m:type m:val="bar"/>
                        <m:ctrlPr>
                          <w:rPr>
                            <w:color w:val="FAD02C"/>
                          </w:rPr>
                        </m:ctrlPr>
                      </m:fPr>
                      <m:num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m:t>m</m:t>
                        </m:r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m:t>x</m:t>
                        </m:r>
                      </m:num>
                      <m:den>
                        <m:sSup>
                          <m:e>
                            <m:r>
                              <m:rPr>
                                <m:ctrlPr>
                                  <w:rPr>
                                    <w:color w:val="FAD02C"/>
                                  </w:rPr>
                                </m:ctrlPr>
                              </m:rPr>
                              <m:t>ω</m:t>
                            </m:r>
                          </m:e>
                          <m:sup>
                            <m:r>
                              <m:rPr>
                                <m:ctrlPr>
                                  <w:rPr>
                                    <w:color w:val="FAD02C"/>
                                  </w:rPr>
                                </m:ctrlPr>
                              </m:rPr>
                              <m:t>2</m:t>
                            </m:r>
                          </m:sup>
                        </m:sSup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m:t>l</m:t>
                        </m:r>
                      </m:den>
                    </m:f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(mx)/(ω²l)</a:t>
                </a:r>
              </mc:Fallback>
            </mc:AlternateContent>
            <a:r>
              <a:rPr sz="1800" b="1">
                <a:solidFill>
                  <a:srgbClr val="FAD02C"/>
                </a:solidFill>
                <a:latin typeface="Cambria"/>
              </a:rPr>
              <a:t>
d)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 xmlns:w="http://schemas.openxmlformats.org/wordprocessingml/2006/main">
                    <m:f>
                      <m:fPr>
                        <m:type m:val="bar"/>
                        <m:ctrlPr>
                          <w:rPr>
                            <w:color w:val="FAD02C"/>
                          </w:rPr>
                        </m:ctrlPr>
                      </m:fPr>
                      <m:num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m:t>m</m:t>
                        </m:r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m:t>e</m:t>
                        </m:r>
                      </m:num>
                      <m:den>
                        <m:sSup>
                          <m:e>
                            <m:r>
                              <m:rPr>
                                <m:ctrlPr>
                                  <w:rPr>
                                    <w:color w:val="FAD02C"/>
                                  </w:rPr>
                                </m:ctrlPr>
                              </m:rPr>
                              <m:t>ω</m:t>
                            </m:r>
                          </m:e>
                          <m:sup>
                            <m:r>
                              <m:rPr>
                                <m:ctrlPr>
                                  <w:rPr>
                                    <w:color w:val="FAD02C"/>
                                  </w:rPr>
                                </m:ctrlPr>
                              </m:rPr>
                              <m:t>2</m:t>
                            </m:r>
                          </m:sup>
                        </m:sSup>
                        <m:r>
                          <m:rPr>
                            <m:ctrlPr>
                              <w:rPr>
                                <w:color w:val="FAD02C"/>
                              </w:rPr>
                            </m:ctrlPr>
                          </m:rPr>
                          <m:t>x</m:t>
                        </m:r>
                      </m:den>
                    </m:f>
                  </m:oMath>
                </a14:m>
              </mc:Choice>
              <mc:Fallback>
                <a:r>
                  <a:rPr lang="en-US" sz="1800" b="1">
                    <a:solidFill>
                      <a:srgbClr val="FAD02C"/>
                    </a:solidFill>
                    <a:latin typeface="Cambria"/>
                  </a:rPr>
                  <a:t>(me)/(ω² x)</a:t>
                </a:r>
              </mc:Fallback>
            </mc:AlternateContent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