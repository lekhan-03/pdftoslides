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Math Count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ctrlPr>
                          <ns0:rPr xmlns:ns0="http://schemas.openxmlformats.org/wordprocessingml/2006/main">
                            <ns0:color ns0:val="FAD02C"/>
                          </ns0:rPr>
                        </m:ctrlPr>
                      </m:rPr>
                      <m:t>x</m:t>
                    </m:r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x²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