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Canonical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ctrlPr>
                              <ns0:rPr xmlns:ns0="http://schemas.openxmlformats.org/wordprocessingml/2006/main">
                                <ns0:color ns0:val="FAD02C"/>
                              </ns0:rPr>
                            </m:ctrlPr>
                          </m:rPr>
                          <m:t>x</m:t>
                        </m:r>
                      </m:e>
                      <m:sup>
                        <m:r>
                          <m:rPr>
                            <m:ctrlPr>
                              <ns1:rPr xmlns:ns1="http://schemas.openxmlformats.org/wordprocessingml/2006/main">
                                <ns1:color ns1:val="FAD02C"/>
                              </ns1:rPr>
                            </m:ctrlPr>
                          </m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