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Physics Sample Exam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2 Questions (1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is the speed of light?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m:t>3</m:t>
                    </m:r>
                    <m:r>
                      <m:rPr>
                        <m:sty m:val="p"/>
                        <m:ctrlPr>
                          <w:rPr>
                            <w:color w:val="F0F0F0"/>
                          </w:rPr>
                        </m:ctrlPr>
                      </m:rPr>
                      <m:t>×</m:t>
                    </m:r>
                    <m:sSup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10⁸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color w:val="F0F0F0"/>
                          </w:rPr>
                        </m:ctrlPr>
                      </m:rPr>
                      <m:t>3</m:t>
                    </m:r>
                    <m:r>
                      <m:rPr>
                        <m:sty m:val="p"/>
                        <m:ctrlPr>
                          <w:rPr>
                            <w:color w:val="F0F0F0"/>
                          </w:rPr>
                        </m:ctrlPr>
                      </m:rPr>
                      <m:t>×</m:t>
                    </m:r>
                    <m:sSup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10⁶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color w:val="F0F0F0"/>
                              </w:rPr>
                            </m:ctrlPr>
                          </m:rPr>
                          <m:t>0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10⁰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55448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898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Incomplete question needing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