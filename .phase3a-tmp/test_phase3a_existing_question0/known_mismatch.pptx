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Known Mismatch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 copper rod AB of length l is rotated about end A with a constant angular velocity . The electric field at a distance x from the axis of rotation is
a)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m</m:t>
                        </m:r>
                        <m:sSup>
                          <m:e>
                            <m:r>
                              <m:t>ω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r>
                          <m:t>e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(mω² x)/(e)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 		b)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m</m:t>
                        </m:r>
                        <m:r>
                          <m:t>ω</m:t>
                        </m:r>
                        <m:r>
                          <m:t>x</m:t>
                        </m:r>
                      </m:num>
                      <m:den>
                        <m:r>
                          <m:t>e</m:t>
                        </m:r>
                        <m:r>
                          <m:t>l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(mω x)/(el)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
c)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m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ω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l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(mx)/(ω²l)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
d)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m</m:t>
                        </m:r>
                        <m:r>
                          <m:t>e</m:t>
                        </m:r>
                      </m:num>
                      <m:den>
                        <m:sSup>
                          <m:e>
                            <m:r>
                              <m:t>ω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(me)/(ω² x)</a:t>
                </a:r>
              </mc:Fallback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