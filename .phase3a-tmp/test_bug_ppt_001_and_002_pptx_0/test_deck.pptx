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Physics Sample Exam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2 Questions (1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is the speed of light?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8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 × 10⁸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6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3 × 10⁶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  <mc:Fallback>
                <a:r>
                  <a:rPr lang="en-US" sz="1600" b="1">
                    <a:solidFill>
                      <a:srgbClr val="F0F0F0"/>
                    </a:solidFill>
                    <a:latin typeface="Cambria"/>
                  </a:rPr>
                  <a:t>10⁰</a:t>
                </a:r>
              </mc:Fallback>
            </mc:AlternateContent>
            <a:r>
              <a:rPr sz="1600" b="1">
                <a:solidFill>
                  <a:srgbClr val="F0F0F0"/>
                </a:solidFill>
                <a:latin typeface="Cambria"/>
              </a:rPr>
              <a:t>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55448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898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Incomplete question needing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