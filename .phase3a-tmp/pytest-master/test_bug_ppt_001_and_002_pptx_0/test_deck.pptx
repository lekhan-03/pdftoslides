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Physics Sample Exam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2 Questions (1 Flagged for Review) · Exam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What is the speed of light?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b/>
                            <w:color w:val="F0F0F0"/>
                          </w:rPr>
                        </m:ctrlPr>
                      </m:rPr>
                      <m:t>3</m:t>
                    </m:r>
                    <m:r>
                      <m:rPr>
                        <m:sty m:val="p"/>
                        <m:ctrlPr>
                          <w:rPr>
                            <w:b/>
                            <w:color w:val="F0F0F0"/>
                          </w:rPr>
                        </m:ctrlPr>
                      </m:rPr>
                      <m:t>×</m:t>
                    </m:r>
                    <m:sSup>
                      <m:e>
                        <m:r>
                          <m:rPr>
                            <m:ctrlPr>
                              <w:rPr>
                                <w:b/>
                                <w:color w:val="F0F0F0"/>
                              </w:rPr>
                            </m:ctrlPr>
                          </m:rPr>
                          <m:t>10</m:t>
                        </m:r>
                      </m:e>
                      <m:sup>
                        <m:r>
                          <m:rPr>
                            <m:ctrlPr>
                              <w:rPr>
                                <w:b/>
                                <w:color w:val="F0F0F0"/>
                              </w:rPr>
                            </m:ctrlPr>
                          </m:rPr>
                          <m:t>8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3 × 10⁸</a:t>
                </a:r>
              </mc:Fallback>
            </mc:AlternateContent>
            <a:r>
              <a:rPr sz="1600" b="1">
                <a:solidFill>
                  <a:srgbClr val="F0F0F0"/>
                </a:solidFill>
                <a:latin typeface="Cambria"/>
              </a:rPr>
              <a:t> m/s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ctrlPr>
                          <w:rPr>
                            <w:b/>
                            <w:color w:val="F0F0F0"/>
                          </w:rPr>
                        </m:ctrlPr>
                      </m:rPr>
                      <m:t>3</m:t>
                    </m:r>
                    <m:r>
                      <m:rPr>
                        <m:sty m:val="p"/>
                        <m:ctrlPr>
                          <w:rPr>
                            <w:b/>
                            <w:color w:val="F0F0F0"/>
                          </w:rPr>
                        </m:ctrlPr>
                      </m:rPr>
                      <m:t>×</m:t>
                    </m:r>
                    <m:sSup>
                      <m:e>
                        <m:r>
                          <m:rPr>
                            <m:ctrlPr>
                              <w:rPr>
                                <w:b/>
                                <w:color w:val="F0F0F0"/>
                              </w:rPr>
                            </m:ctrlPr>
                          </m:rPr>
                          <m:t>10</m:t>
                        </m:r>
                      </m:e>
                      <m:sup>
                        <m:r>
                          <m:rPr>
                            <m:ctrlPr>
                              <w:rPr>
                                <w:b/>
                                <w:color w:val="F0F0F0"/>
                              </w:rPr>
                            </m:ctrlPr>
                          </m:rP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3 × 10⁶</a:t>
                </a:r>
              </mc:Fallback>
            </mc:AlternateContent>
            <a:r>
              <a:rPr sz="1600" b="1">
                <a:solidFill>
                  <a:srgbClr val="F0F0F0"/>
                </a:solidFill>
                <a:latin typeface="Cambria"/>
              </a:rPr>
              <a:t> m/s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r>
                          <m:rPr>
                            <m:ctrlPr>
                              <w:rPr>
                                <w:b/>
                                <w:color w:val="F0F0F0"/>
                              </w:rPr>
                            </m:ctrlPr>
                          </m:rPr>
                          <m:t>10</m:t>
                        </m:r>
                      </m:e>
                      <m:sup>
                        <m:r>
                          <m:rPr>
                            <m:ctrlPr>
                              <w:rPr>
                                <w:b/>
                                <w:color w:val="F0F0F0"/>
                              </w:rPr>
                            </m:ctrlPr>
                          </m:rPr>
                          <m:t>0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10⁰</a:t>
                </a:r>
              </mc:Fallback>
            </mc:AlternateContent>
            <a:r>
              <a:rPr sz="1600" b="1">
                <a:solidFill>
                  <a:srgbClr val="F0F0F0"/>
                </a:solidFill>
                <a:latin typeface="Cambria"/>
              </a:rPr>
              <a:t>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55448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3898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Incomplete question needing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