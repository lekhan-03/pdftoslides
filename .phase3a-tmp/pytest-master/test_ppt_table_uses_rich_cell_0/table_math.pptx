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Table Math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Read the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43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2"/>
              </a:tblGrid>
              <a:tr h="438912">
                <a:tc>
                  <a:txBody>
                    <a:bodyPr/>
                    <a:lstStyle/>
                    <a:p>
                      <a:pPr algn="l"/>
                      <mc:AlternateContent xmlns:mc="http://schemas.openxmlformats.org/markup-compatibility/2006" xmlns:a14="http://schemas.microsoft.com/office/drawing/2010/main">
                        <mc:Choice Requires="a14">
                          <a14:m>
                            <m:oMath xmlns:m="http://schemas.openxmlformats.org/officeDocument/2006/math" xmlns:w="http://schemas.openxmlformats.org/wordprocessingml/2006/main">
                              <m:r>
                                <m:rPr>
                                  <m:ctrlPr>
                                    <w:rPr>
                                      <w:color w:val="F0F0F0"/>
                                    </w:rPr>
                                  </m:ctrlPr>
                                </m:rPr>
                                <m:t>x2</m:t>
                              </m:r>
                            </m:oMath>
                          </a14:m>
                        </mc:Choice>
                        <mc:Fallback>
                          <a:r>
                            <a:rPr lang="en-US" sz="1400">
                              <a:solidFill>
                                <a:srgbClr val="F0F0F0"/>
                              </a:solidFill>
                              <a:latin typeface="Cambria"/>
                            </a:rPr>
                            <a:t>x^2</a:t>
                          </a:r>
                        </mc:Fallback>
                      </mc:AlternateContent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