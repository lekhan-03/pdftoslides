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Known Mismatch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 copper rod AB of length l is rotated about end A with a constant angular velocity . The electric field at a distance x from the axis of rotation is
a)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f>
                      <m:fPr>
                        <m:type m:val="bar"/>
                        <m:ctrlPr>
                          <w:rPr>
                            <w:b/>
                            <w:color w:val="FAD02C"/>
                          </w:rPr>
                        </m:ctrlPr>
                      </m:fPr>
                      <m:num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m</m:t>
                        </m:r>
                        <m:sSup>
                          <m:e>
                            <m:r>
                              <m:rPr>
                                <m:ctrlPr>
                                  <w:rPr>
                                    <w:b/>
                                    <w:color w:val="FAD02C"/>
                                  </w:rPr>
                                </m:ctrlPr>
                              </m:rPr>
                              <m:t>ω</m:t>
                            </m:r>
                          </m:e>
                          <m:sup>
                            <m:r>
                              <m:rPr>
                                <m:ctrlPr>
                                  <w:rPr>
                                    <w:b/>
                                    <w:color w:val="FAD02C"/>
                                  </w:rPr>
                                </m:ctrlPr>
                              </m:rPr>
                              <m:t>2</m:t>
                            </m:r>
                          </m:sup>
                        </m:sSup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x</m:t>
                        </m:r>
                      </m:num>
                      <m:den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e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(mω² x)/(e)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 		b)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f>
                      <m:fPr>
                        <m:type m:val="bar"/>
                        <m:ctrlPr>
                          <w:rPr>
                            <w:b/>
                            <w:color w:val="FAD02C"/>
                          </w:rPr>
                        </m:ctrlPr>
                      </m:fPr>
                      <m:num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m</m:t>
                        </m:r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ω</m:t>
                        </m:r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x</m:t>
                        </m:r>
                      </m:num>
                      <m:den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e</m:t>
                        </m:r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l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(mω x)/(el)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
c)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f>
                      <m:fPr>
                        <m:type m:val="bar"/>
                        <m:ctrlPr>
                          <w:rPr>
                            <w:b/>
                            <w:color w:val="FAD02C"/>
                          </w:rPr>
                        </m:ctrlPr>
                      </m:fPr>
                      <m:num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m</m:t>
                        </m:r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ctrlPr>
                                  <w:rPr>
                                    <w:b/>
                                    <w:color w:val="FAD02C"/>
                                  </w:rPr>
                                </m:ctrlPr>
                              </m:rPr>
                              <m:t>ω</m:t>
                            </m:r>
                          </m:e>
                          <m:sup>
                            <m:r>
                              <m:rPr>
                                <m:ctrlPr>
                                  <w:rPr>
                                    <w:b/>
                                    <w:color w:val="FAD02C"/>
                                  </w:rPr>
                                </m:ctrlPr>
                              </m:rPr>
                              <m:t>2</m:t>
                            </m:r>
                          </m:sup>
                        </m:sSup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l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(mx)/(ω²l)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
d)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f>
                      <m:fPr>
                        <m:type m:val="bar"/>
                        <m:ctrlPr>
                          <w:rPr>
                            <w:b/>
                            <w:color w:val="FAD02C"/>
                          </w:rPr>
                        </m:ctrlPr>
                      </m:fPr>
                      <m:num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m</m:t>
                        </m:r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e</m:t>
                        </m:r>
                      </m:num>
                      <m:den>
                        <m:sSup>
                          <m:e>
                            <m:r>
                              <m:rPr>
                                <m:ctrlPr>
                                  <w:rPr>
                                    <w:b/>
                                    <w:color w:val="FAD02C"/>
                                  </w:rPr>
                                </m:ctrlPr>
                              </m:rPr>
                              <m:t>ω</m:t>
                            </m:r>
                          </m:e>
                          <m:sup>
                            <m:r>
                              <m:rPr>
                                <m:ctrlPr>
                                  <w:rPr>
                                    <w:b/>
                                    <w:color w:val="FAD02C"/>
                                  </w:rPr>
                                </m:ctrlPr>
                              </m:rPr>
                              <m:t>2</m:t>
                            </m:r>
                          </m:sup>
                        </m:sSup>
                        <m:r>
                          <m:rPr>
                            <m:ctrlPr>
                              <w:rPr>
                                <w:b/>
                                <w:color w:val="FAD02C"/>
                              </w:rPr>
                            </m:ctrlPr>
                          </m:rPr>
                          <m:t>x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(me)/(ω² x)</a:t>
                </a:r>
              </mc:Fallback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