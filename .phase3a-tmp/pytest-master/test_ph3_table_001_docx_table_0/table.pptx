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Table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Read the table and select the correct row.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mc:AlternateContent xmlns:mc="http://schemas.openxmlformats.org/markup-compatibility/2006" xmlns:a14="http://schemas.microsoft.com/office/drawing/2010/main">
                        <mc:Choice Requires="a14">
                          <a14:m>
          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          <m:f>
                                <m:num>
                                  <m:r>
                                    <m:rPr>
                                      <m:ctrlPr>
                                        <w:rPr>
                                          <w:color w:val="F0F0F0"/>
                                        </w:rPr>
                                      </m:ctrlPr>
                                    </m:rPr>
                                    <m:t>a+b</m:t>
                                  </m:r>
                                </m:num>
                                <m:den>
                                  <m:r>
                                    <m:rPr>
                                      <m:ctrlPr>
                                        <w:rPr>
                                          <w:color w:val="F0F0F0"/>
                                        </w:rPr>
                                      </m:ctrlPr>
                                    </m:rPr>
                                    <m:t>c+d</m:t>
                                  </m:r>
                                </m:den>
                              </m:f>
                            </m:oMath>
                          </a14:m>
                        </mc:Choice>
                        <mc:Fallback>
                          <a:r>
                            <a:rPr lang="en-US" sz="1400">
                              <a:solidFill>
                                <a:srgbClr val="F0F0F0"/>
                              </a:solidFill>
                              <a:latin typeface="Cambria"/>
                            </a:rPr>
                            <a:t>(a+b)/(c+d)</a:t>
                          </a:r>
                        </mc:Fallback>
                      </mc:AlternateContent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SO</a:t>
                      </a:r>
                      <a:r>
                        <a:rPr sz="1400" b="0" i="0" u="none" baseline="-25000">
                          <a:solidFill>
                            <a:srgbClr val="F0F0F0"/>
                          </a:solidFill>
                          <a:latin typeface="Cambria"/>
                        </a:rPr>
                        <a:t>4</a:t>
                      </a:r>
                      <a:r>
                        <a:rPr sz="1400" b="0" i="0" u="none" baseline="30000">
                          <a:solidFill>
                            <a:srgbClr val="F0F0F0"/>
                          </a:solidFill>
                          <a:latin typeface="Cambria"/>
                        </a:rPr>
                        <a:t>2−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