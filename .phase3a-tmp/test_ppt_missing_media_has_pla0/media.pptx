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Cambria"/>
              </a:rPr>
              <a:t>Missing Media — Practice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AAAAAA"/>
                </a:solidFill>
                <a:latin typeface="Cambria"/>
              </a:rPr>
              <a:t>1 Questions · Boards / Competitive Exam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10360152" y="91440"/>
            <a:ext cx="1371600" cy="457200"/>
          </a:xfrm>
          <a:prstGeom prst="roundRect">
            <a:avLst/>
          </a:prstGeom>
          <a:solidFill>
            <a:srgbClr val="050505"/>
          </a:solidFill>
          <a:ln w="9525">
            <a:solidFill>
              <a:srgbClr val="AAAA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0">
                <a:solidFill>
                  <a:srgbClr val="AAAAAA"/>
                </a:solidFill>
                <a:latin typeface="Cambria"/>
              </a:rPr>
              <a:t>Insert Logo Here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Cambria"/>
              </a:rPr>
              <a:t>See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4754880" cy="438912"/>
          </a:xfrm>
          <a:prstGeom prst="rect">
            <a:avLst/>
          </a:prstGeom>
          <a:solidFill>
            <a:srgbClr val="16130B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66928" y="1133856"/>
            <a:ext cx="4535424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AAAAAA"/>
                </a:solidFill>
                <a:latin typeface="Cambria"/>
              </a:rPr>
              <a:t>Image unavailable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A. </a:t>
            </a:r>
            <a:r>
              <a:rPr sz="1600" b="1">
                <a:solidFill>
                  <a:srgbClr val="F0F0F0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21558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B. </a:t>
            </a:r>
            <a:r>
              <a:rPr sz="1600" b="1">
                <a:solidFill>
                  <a:srgbClr val="F0F0F0"/>
                </a:solidFill>
                <a:latin typeface="Cambria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85916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C. </a:t>
            </a:r>
            <a:r>
              <a:rPr sz="1600" b="1">
                <a:solidFill>
                  <a:srgbClr val="F0F0F0"/>
                </a:solidFill>
                <a:latin typeface="Cambria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0274" y="1581912"/>
            <a:ext cx="2681478" cy="457200"/>
          </a:xfrm>
          <a:prstGeom prst="rect">
            <a:avLst/>
          </a:prstGeom>
          <a:noFill/>
        </p:spPr>
        <p:txBody>
          <a:bodyPr wrap="square" lIns="0" tIns="0" bIns="0" rIns="73152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Cambria"/>
              </a:rPr>
              <a:t>D. </a:t>
            </a:r>
            <a:r>
              <a:rPr sz="1600" b="1">
                <a:solidFill>
                  <a:srgbClr val="F0F0F0"/>
                </a:solidFill>
                <a:latin typeface="Cambria"/>
              </a:rP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