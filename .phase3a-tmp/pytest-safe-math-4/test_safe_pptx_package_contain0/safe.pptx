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Safe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Read this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x+1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