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AD02C"/>
                </a:solidFill>
                <a:latin typeface="Cambria"/>
              </a:rPr>
              <a:t>Table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Read the table and select the correct row.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4552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F0F0F0"/>
                          </a:solidFill>
                          <a:latin typeface="Cambria"/>
                        </a:rP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0"/>
                          </a:solidFill>
                          <a:latin typeface="Cambria"/>
                        </a:rPr>
                        <a:t>(a+b)/(c+d)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F0F0F0"/>
                          </a:solidFill>
                          <a:latin typeface="Cambria"/>
                        </a:rPr>
                        <a:t>SO</a:t>
                      </a:r>
                      <a:r>
                        <a:rPr sz="1400" b="0" i="0" u="none" baseline="-25000">
                          <a:solidFill>
                            <a:srgbClr val="F0F0F0"/>
                          </a:solidFill>
                          <a:latin typeface="Cambria"/>
                        </a:rPr>
                        <a:t>4</a:t>
                      </a:r>
                      <a:r>
                        <a:rPr sz="1400" b="0" i="0" u="none" baseline="30000">
                          <a:solidFill>
                            <a:srgbClr val="F0F0F0"/>
                          </a:solidFill>
                          <a:latin typeface="Cambria"/>
                        </a:rPr>
                        <a:t>2−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