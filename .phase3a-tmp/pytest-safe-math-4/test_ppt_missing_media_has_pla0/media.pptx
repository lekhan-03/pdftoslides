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Missing Media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See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754880" cy="438912"/>
          </a:xfrm>
          <a:prstGeom prst="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Cambria"/>
              </a:rPr>
              <a:t>Image unavailable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1558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0274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