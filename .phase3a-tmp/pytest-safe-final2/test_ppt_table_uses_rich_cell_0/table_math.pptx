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AD02C"/>
                </a:solidFill>
                <a:latin typeface="Cambria"/>
              </a:rPr>
              <a:t>Table Math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AD02C"/>
                </a:solidFill>
                <a:latin typeface="Cambria"/>
              </a:rPr>
              <a:t>Read the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4552" cy="438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4552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F0F0F0"/>
                          </a:solidFill>
                          <a:latin typeface="Cambria"/>
                        </a:rPr>
                        <a:t>x^2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