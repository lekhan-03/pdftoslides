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Safe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Value: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x_B = n_A + n_B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x+1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