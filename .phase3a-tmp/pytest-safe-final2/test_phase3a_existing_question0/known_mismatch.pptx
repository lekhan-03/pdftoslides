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Known Mismatch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A copper rod AB of length l is rotated about end A with a constant angular velocity . The electric field at a distance x from the axis of rotation is
a)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(mω² x)/(e)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 		b)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(mω x)/(el)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
c)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(mx)/(ω²l)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
d)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(me)/(ω² 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