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AD02C"/>
                </a:solidFill>
                <a:latin typeface="Cambria"/>
              </a:rPr>
              <a:t>Physics Sample Exam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AAAAAA"/>
                </a:solidFill>
                <a:latin typeface="Cambria"/>
              </a:rPr>
              <a:t>2 Questions (1 Flagged for Review) · Exam Prep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AD02C"/>
                </a:solidFill>
                <a:latin typeface="Cambria"/>
              </a:rPr>
              <a:t>What is the speed of light?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3x10^8 m/s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3x10^6 m/s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100 m/s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55448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3898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AD02C"/>
                </a:solidFill>
                <a:latin typeface="Cambria"/>
              </a:rPr>
              <a:t>Incomplete question needing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