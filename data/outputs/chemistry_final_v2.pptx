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Relationship Id="rId4" Type="http://schemas.openxmlformats.org/officeDocument/2006/relationships/image" Target="../media/image7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Relationship Id="rId4" Type="http://schemas.openxmlformats.org/officeDocument/2006/relationships/image" Target="../media/image8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9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109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112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115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11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11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118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12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1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40.png"/><Relationship Id="rId5" Type="http://schemas.openxmlformats.org/officeDocument/2006/relationships/image" Target="../media/image141.png"/><Relationship Id="rId6" Type="http://schemas.openxmlformats.org/officeDocument/2006/relationships/image" Target="../media/image142.png"/><Relationship Id="rId7" Type="http://schemas.openxmlformats.org/officeDocument/2006/relationships/image" Target="../media/image14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Relationship Id="rId7" Type="http://schemas.openxmlformats.org/officeDocument/2006/relationships/image" Target="../media/image14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4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4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5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54.png"/><Relationship Id="rId5" Type="http://schemas.openxmlformats.org/officeDocument/2006/relationships/image" Target="../media/image155.png"/><Relationship Id="rId6" Type="http://schemas.openxmlformats.org/officeDocument/2006/relationships/image" Target="../media/image156.png"/><Relationship Id="rId7" Type="http://schemas.openxmlformats.org/officeDocument/2006/relationships/image" Target="../media/image157.png"/><Relationship Id="rId8" Type="http://schemas.openxmlformats.org/officeDocument/2006/relationships/image" Target="../media/image158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59.png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63.png"/><Relationship Id="rId5" Type="http://schemas.openxmlformats.org/officeDocument/2006/relationships/image" Target="../media/image164.png"/><Relationship Id="rId6" Type="http://schemas.openxmlformats.org/officeDocument/2006/relationships/image" Target="../media/image16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6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67.png"/><Relationship Id="rId5" Type="http://schemas.openxmlformats.org/officeDocument/2006/relationships/image" Target="../media/image168.png"/><Relationship Id="rId6" Type="http://schemas.openxmlformats.org/officeDocument/2006/relationships/image" Target="../media/image141.png"/><Relationship Id="rId7" Type="http://schemas.openxmlformats.org/officeDocument/2006/relationships/image" Target="../media/image169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70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71.png"/><Relationship Id="rId5" Type="http://schemas.openxmlformats.org/officeDocument/2006/relationships/image" Target="../media/image172.png"/><Relationship Id="rId6" Type="http://schemas.openxmlformats.org/officeDocument/2006/relationships/image" Target="../media/image173.png"/><Relationship Id="rId7" Type="http://schemas.openxmlformats.org/officeDocument/2006/relationships/image" Target="../media/image174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75.png"/><Relationship Id="rId5" Type="http://schemas.openxmlformats.org/officeDocument/2006/relationships/image" Target="../media/image176.png"/><Relationship Id="rId6" Type="http://schemas.openxmlformats.org/officeDocument/2006/relationships/image" Target="../media/image177.png"/><Relationship Id="rId7" Type="http://schemas.openxmlformats.org/officeDocument/2006/relationships/image" Target="../media/image178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79.png"/><Relationship Id="rId5" Type="http://schemas.openxmlformats.org/officeDocument/2006/relationships/image" Target="../media/image180.png"/><Relationship Id="rId6" Type="http://schemas.openxmlformats.org/officeDocument/2006/relationships/image" Target="../media/image181.png"/><Relationship Id="rId7" Type="http://schemas.openxmlformats.org/officeDocument/2006/relationships/image" Target="../media/image182.png"/><Relationship Id="rId8" Type="http://schemas.openxmlformats.org/officeDocument/2006/relationships/image" Target="../media/image183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.png"/><Relationship Id="rId4" Type="http://schemas.openxmlformats.org/officeDocument/2006/relationships/image" Target="../media/image184.png"/><Relationship Id="rId5" Type="http://schemas.openxmlformats.org/officeDocument/2006/relationships/image" Target="../media/image156.png"/><Relationship Id="rId6" Type="http://schemas.openxmlformats.org/officeDocument/2006/relationships/image" Target="../media/image178.png"/><Relationship Id="rId7" Type="http://schemas.openxmlformats.org/officeDocument/2006/relationships/image" Target="../media/image177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187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188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189.png"/><Relationship Id="rId5" Type="http://schemas.openxmlformats.org/officeDocument/2006/relationships/image" Target="../media/image190.png"/><Relationship Id="rId6" Type="http://schemas.openxmlformats.org/officeDocument/2006/relationships/image" Target="../media/image191.png"/><Relationship Id="rId7" Type="http://schemas.openxmlformats.org/officeDocument/2006/relationships/image" Target="../media/image192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193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194.png"/><Relationship Id="rId5" Type="http://schemas.openxmlformats.org/officeDocument/2006/relationships/image" Target="../media/image195.png"/><Relationship Id="rId6" Type="http://schemas.openxmlformats.org/officeDocument/2006/relationships/image" Target="../media/image196.png"/><Relationship Id="rId7" Type="http://schemas.openxmlformats.org/officeDocument/2006/relationships/image" Target="../media/image197.png"/><Relationship Id="rId8" Type="http://schemas.openxmlformats.org/officeDocument/2006/relationships/image" Target="../media/image198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199.png"/><Relationship Id="rId7" Type="http://schemas.openxmlformats.org/officeDocument/2006/relationships/image" Target="../media/image200.png"/><Relationship Id="rId8" Type="http://schemas.openxmlformats.org/officeDocument/2006/relationships/image" Target="../media/image201.png"/><Relationship Id="rId9" Type="http://schemas.openxmlformats.org/officeDocument/2006/relationships/image" Target="../media/image202.png"/><Relationship Id="rId10" Type="http://schemas.openxmlformats.org/officeDocument/2006/relationships/image" Target="../media/image203.png"/><Relationship Id="rId11" Type="http://schemas.openxmlformats.org/officeDocument/2006/relationships/image" Target="../media/image204.png"/><Relationship Id="rId12" Type="http://schemas.openxmlformats.org/officeDocument/2006/relationships/image" Target="../media/image205.png"/><Relationship Id="rId13" Type="http://schemas.openxmlformats.org/officeDocument/2006/relationships/image" Target="../media/image206.png"/><Relationship Id="rId14" Type="http://schemas.openxmlformats.org/officeDocument/2006/relationships/image" Target="../media/image207.png"/><Relationship Id="rId15" Type="http://schemas.openxmlformats.org/officeDocument/2006/relationships/image" Target="../media/image208.png"/><Relationship Id="rId16" Type="http://schemas.openxmlformats.org/officeDocument/2006/relationships/image" Target="../media/image209.png"/><Relationship Id="rId17" Type="http://schemas.openxmlformats.org/officeDocument/2006/relationships/image" Target="../media/image210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21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212.png"/><Relationship Id="rId5" Type="http://schemas.openxmlformats.org/officeDocument/2006/relationships/image" Target="../media/image213.png"/><Relationship Id="rId6" Type="http://schemas.openxmlformats.org/officeDocument/2006/relationships/image" Target="../media/image214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215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218.png"/><Relationship Id="rId5" Type="http://schemas.openxmlformats.org/officeDocument/2006/relationships/image" Target="../media/image220.png"/><Relationship Id="rId6" Type="http://schemas.openxmlformats.org/officeDocument/2006/relationships/image" Target="../media/image221.png"/><Relationship Id="rId7" Type="http://schemas.openxmlformats.org/officeDocument/2006/relationships/image" Target="../media/image222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223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224.png"/><Relationship Id="rId5" Type="http://schemas.openxmlformats.org/officeDocument/2006/relationships/image" Target="../media/image225.png"/><Relationship Id="rId6" Type="http://schemas.openxmlformats.org/officeDocument/2006/relationships/image" Target="../media/image226.png"/><Relationship Id="rId7" Type="http://schemas.openxmlformats.org/officeDocument/2006/relationships/image" Target="../media/image22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228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229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.png"/><Relationship Id="rId4" Type="http://schemas.openxmlformats.org/officeDocument/2006/relationships/image" Target="../media/image230.png"/><Relationship Id="rId5" Type="http://schemas.openxmlformats.org/officeDocument/2006/relationships/image" Target="../media/image231.png"/><Relationship Id="rId6" Type="http://schemas.openxmlformats.org/officeDocument/2006/relationships/image" Target="../media/image232.png"/><Relationship Id="rId7" Type="http://schemas.openxmlformats.org/officeDocument/2006/relationships/image" Target="../media/image233.png"/><Relationship Id="rId8" Type="http://schemas.openxmlformats.org/officeDocument/2006/relationships/image" Target="../media/image234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5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Relationship Id="rId4" Type="http://schemas.openxmlformats.org/officeDocument/2006/relationships/image" Target="../media/image237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Relationship Id="rId4" Type="http://schemas.openxmlformats.org/officeDocument/2006/relationships/image" Target="../media/image238.png"/><Relationship Id="rId5" Type="http://schemas.openxmlformats.org/officeDocument/2006/relationships/image" Target="../media/image239.png"/><Relationship Id="rId6" Type="http://schemas.openxmlformats.org/officeDocument/2006/relationships/image" Target="../media/image240.png"/><Relationship Id="rId7" Type="http://schemas.openxmlformats.org/officeDocument/2006/relationships/image" Target="../media/image241.png"/><Relationship Id="rId8" Type="http://schemas.openxmlformats.org/officeDocument/2006/relationships/image" Target="../media/image242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Relationship Id="rId4" Type="http://schemas.openxmlformats.org/officeDocument/2006/relationships/image" Target="../media/image243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Relationship Id="rId4" Type="http://schemas.openxmlformats.org/officeDocument/2006/relationships/image" Target="../media/image24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Relationship Id="rId4" Type="http://schemas.openxmlformats.org/officeDocument/2006/relationships/image" Target="../media/image245.png"/><Relationship Id="rId5" Type="http://schemas.openxmlformats.org/officeDocument/2006/relationships/image" Target="../media/image246.png"/><Relationship Id="rId6" Type="http://schemas.openxmlformats.org/officeDocument/2006/relationships/image" Target="../media/image247.png"/><Relationship Id="rId7" Type="http://schemas.openxmlformats.org/officeDocument/2006/relationships/image" Target="../media/image248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Relationship Id="rId4" Type="http://schemas.openxmlformats.org/officeDocument/2006/relationships/image" Target="../media/image249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Relationship Id="rId4" Type="http://schemas.openxmlformats.org/officeDocument/2006/relationships/image" Target="../media/image250.png"/><Relationship Id="rId5" Type="http://schemas.openxmlformats.org/officeDocument/2006/relationships/image" Target="../media/image251.png"/><Relationship Id="rId6" Type="http://schemas.openxmlformats.org/officeDocument/2006/relationships/image" Target="../media/image252.png"/><Relationship Id="rId7" Type="http://schemas.openxmlformats.org/officeDocument/2006/relationships/image" Target="../media/image253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Relationship Id="rId4" Type="http://schemas.openxmlformats.org/officeDocument/2006/relationships/image" Target="../media/image254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Relationship Id="rId4" Type="http://schemas.openxmlformats.org/officeDocument/2006/relationships/image" Target="../media/image257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8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60.png"/><Relationship Id="rId5" Type="http://schemas.openxmlformats.org/officeDocument/2006/relationships/image" Target="../media/image261.png"/><Relationship Id="rId6" Type="http://schemas.openxmlformats.org/officeDocument/2006/relationships/image" Target="../media/image262.png"/><Relationship Id="rId7" Type="http://schemas.openxmlformats.org/officeDocument/2006/relationships/image" Target="../media/image263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63.png"/><Relationship Id="rId5" Type="http://schemas.openxmlformats.org/officeDocument/2006/relationships/image" Target="../media/image265.png"/><Relationship Id="rId6" Type="http://schemas.openxmlformats.org/officeDocument/2006/relationships/image" Target="../media/image268.png"/><Relationship Id="rId7" Type="http://schemas.openxmlformats.org/officeDocument/2006/relationships/image" Target="../media/image152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69.png"/><Relationship Id="rId5" Type="http://schemas.openxmlformats.org/officeDocument/2006/relationships/image" Target="../media/image270.png"/><Relationship Id="rId6" Type="http://schemas.openxmlformats.org/officeDocument/2006/relationships/image" Target="../media/image271.png"/><Relationship Id="rId7" Type="http://schemas.openxmlformats.org/officeDocument/2006/relationships/image" Target="../media/image272.png"/><Relationship Id="rId8" Type="http://schemas.openxmlformats.org/officeDocument/2006/relationships/image" Target="../media/image273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Relationship Id="rId6" Type="http://schemas.openxmlformats.org/officeDocument/2006/relationships/image" Target="../media/image276.png"/><Relationship Id="rId7" Type="http://schemas.openxmlformats.org/officeDocument/2006/relationships/image" Target="../media/image277.png"/><Relationship Id="rId8" Type="http://schemas.openxmlformats.org/officeDocument/2006/relationships/image" Target="../media/image278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79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80.png"/><Relationship Id="rId5" Type="http://schemas.openxmlformats.org/officeDocument/2006/relationships/image" Target="../media/image281.png"/><Relationship Id="rId6" Type="http://schemas.openxmlformats.org/officeDocument/2006/relationships/image" Target="../media/image282.png"/><Relationship Id="rId7" Type="http://schemas.openxmlformats.org/officeDocument/2006/relationships/image" Target="../media/image283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84.png"/><Relationship Id="rId5" Type="http://schemas.openxmlformats.org/officeDocument/2006/relationships/image" Target="../media/image285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86.png"/><Relationship Id="rId5" Type="http://schemas.openxmlformats.org/officeDocument/2006/relationships/image" Target="../media/image287.png"/><Relationship Id="rId6" Type="http://schemas.openxmlformats.org/officeDocument/2006/relationships/image" Target="../media/image288.png"/><Relationship Id="rId7" Type="http://schemas.openxmlformats.org/officeDocument/2006/relationships/image" Target="../media/image289.png"/><Relationship Id="rId8" Type="http://schemas.openxmlformats.org/officeDocument/2006/relationships/image" Target="../media/image290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9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92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93.png"/><Relationship Id="rId5" Type="http://schemas.openxmlformats.org/officeDocument/2006/relationships/image" Target="../media/image294.png"/><Relationship Id="rId6" Type="http://schemas.openxmlformats.org/officeDocument/2006/relationships/image" Target="../media/image295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96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97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98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99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00.png"/><Relationship Id="rId5" Type="http://schemas.openxmlformats.org/officeDocument/2006/relationships/image" Target="../media/image301.png"/><Relationship Id="rId6" Type="http://schemas.openxmlformats.org/officeDocument/2006/relationships/image" Target="../media/image278.png"/><Relationship Id="rId7" Type="http://schemas.openxmlformats.org/officeDocument/2006/relationships/image" Target="../media/image277.png"/><Relationship Id="rId8" Type="http://schemas.openxmlformats.org/officeDocument/2006/relationships/image" Target="../media/image302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03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04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05.png"/><Relationship Id="rId5" Type="http://schemas.openxmlformats.org/officeDocument/2006/relationships/image" Target="../media/image306.png"/><Relationship Id="rId6" Type="http://schemas.openxmlformats.org/officeDocument/2006/relationships/image" Target="../media/image307.png"/><Relationship Id="rId7" Type="http://schemas.openxmlformats.org/officeDocument/2006/relationships/image" Target="../media/image308.png"/><Relationship Id="rId8" Type="http://schemas.openxmlformats.org/officeDocument/2006/relationships/image" Target="../media/image309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10.png"/><Relationship Id="rId5" Type="http://schemas.openxmlformats.org/officeDocument/2006/relationships/image" Target="../media/image311.png"/><Relationship Id="rId6" Type="http://schemas.openxmlformats.org/officeDocument/2006/relationships/image" Target="../media/image312.png"/><Relationship Id="rId7" Type="http://schemas.openxmlformats.org/officeDocument/2006/relationships/image" Target="../media/image313.png"/><Relationship Id="rId8" Type="http://schemas.openxmlformats.org/officeDocument/2006/relationships/image" Target="../media/image314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15.png"/><Relationship Id="rId5" Type="http://schemas.openxmlformats.org/officeDocument/2006/relationships/image" Target="../media/image316.png"/><Relationship Id="rId6" Type="http://schemas.openxmlformats.org/officeDocument/2006/relationships/image" Target="../media/image317.png"/><Relationship Id="rId7" Type="http://schemas.openxmlformats.org/officeDocument/2006/relationships/image" Target="../media/image318.png"/><Relationship Id="rId8" Type="http://schemas.openxmlformats.org/officeDocument/2006/relationships/image" Target="../media/image31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20.png"/><Relationship Id="rId5" Type="http://schemas.openxmlformats.org/officeDocument/2006/relationships/image" Target="../media/image316.png"/><Relationship Id="rId6" Type="http://schemas.openxmlformats.org/officeDocument/2006/relationships/image" Target="../media/image318.png"/><Relationship Id="rId7" Type="http://schemas.openxmlformats.org/officeDocument/2006/relationships/image" Target="../media/image321.png"/><Relationship Id="rId8" Type="http://schemas.openxmlformats.org/officeDocument/2006/relationships/image" Target="../media/image322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23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24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25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26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263.png"/><Relationship Id="rId5" Type="http://schemas.openxmlformats.org/officeDocument/2006/relationships/image" Target="../media/image261.png"/><Relationship Id="rId6" Type="http://schemas.openxmlformats.org/officeDocument/2006/relationships/image" Target="../media/image327.png"/><Relationship Id="rId7" Type="http://schemas.openxmlformats.org/officeDocument/2006/relationships/image" Target="../media/image26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28.png"/><Relationship Id="rId5" Type="http://schemas.openxmlformats.org/officeDocument/2006/relationships/image" Target="../media/image329.png"/><Relationship Id="rId6" Type="http://schemas.openxmlformats.org/officeDocument/2006/relationships/image" Target="../media/image330.png"/><Relationship Id="rId7" Type="http://schemas.openxmlformats.org/officeDocument/2006/relationships/image" Target="../media/image33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32.png"/><Relationship Id="rId5" Type="http://schemas.openxmlformats.org/officeDocument/2006/relationships/image" Target="../media/image261.png"/><Relationship Id="rId6" Type="http://schemas.openxmlformats.org/officeDocument/2006/relationships/image" Target="../media/image262.png"/><Relationship Id="rId7" Type="http://schemas.openxmlformats.org/officeDocument/2006/relationships/image" Target="../media/image263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33.png"/><Relationship Id="rId5" Type="http://schemas.openxmlformats.org/officeDocument/2006/relationships/image" Target="../media/image334.png"/><Relationship Id="rId6" Type="http://schemas.openxmlformats.org/officeDocument/2006/relationships/image" Target="../media/image263.png"/><Relationship Id="rId7" Type="http://schemas.openxmlformats.org/officeDocument/2006/relationships/image" Target="../media/image335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1.png"/><Relationship Id="rId4" Type="http://schemas.openxmlformats.org/officeDocument/2006/relationships/image" Target="../media/image336.png"/><Relationship Id="rId5" Type="http://schemas.openxmlformats.org/officeDocument/2006/relationships/image" Target="../media/image337.png"/><Relationship Id="rId6" Type="http://schemas.openxmlformats.org/officeDocument/2006/relationships/image" Target="../media/image338.png"/><Relationship Id="rId7" Type="http://schemas.openxmlformats.org/officeDocument/2006/relationships/image" Target="../media/image3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c76a2e2cb7cec71c832b2e0c44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pic>
        <p:nvPicPr>
          <p:cNvPr id="5" name="Picture 4" descr="3d8eb37276e33f6cbbb3772f30df2d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63240"/>
            <a:ext cx="11454384" cy="743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1ce686e98969e2773a36877ddc0d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3199c9336c5a0a064766f1f83465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fab2587738c87046b2e18f531f14a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8824adc6d255c9b54fb977b0aec0d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e6d8c1a192792e134f9835c97f629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96682db825ef68ff6d0bd318a5f2d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ae8f782fc4d633d80f4e968a9e9b1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18f09912d5dae54d5a850bdcae3bc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85e11ff420e0691760b4406b44d7b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80eb2d98f4a58a89eddfb42eb0ef4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79ddfbf8d152dc168beb27fcaf3ea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90e8619df31942ad64a15bad31ff9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80078d04d32cd0e65f0ba3bd9b813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6741f7eceb4b443731b1c63b524d3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d656764642dff2b6d19b20cd048d5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c4900fa6557a5d7708b42683af28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8100c757c06d326bceb7a5f9f4b09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c7bffbcbb13a26c1a03a80fa75dc4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273199280a2d3fa0855d257817dc0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1d0f068f5d934ec7cbf8aa8bbee05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647f43738a42016cf4776aa2bf0ba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33a2e51d0c041807ba4ed099483ef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49f5df85cc266cc5ed5d619b36b79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tanks used by most scuba divers are filled with air diluted with helium of 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20622f25c50e1feab76b66c453f5b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0860b390d6f03a2b1091f3bf7b19d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7cce0b1b7dd348328f467fbf20a9ca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7db654f97d022d37268c335833574c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1425326ff301bd1c7cfaeb2b1f370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66d79b2be51287a3d89b0ed259d6f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97c8afa522972d1a62913a742a32f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b7b9df19e34270e447a518246d630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8009969dde283c39f3f8424d1cac6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f8aa062ec37e673f4da54a9858fb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db65558c9cf63ec51aeef7af888f2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3b5f3a74c7fc3fc29bcf5fa5def7a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520679a45b08e5b9e948e9fe6888c1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a5949fadf5866743c92eacad75980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a8d4062543b826b22ff77bcb35084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true, and the reason is the correct explanation of the assertion.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 assertion.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a808bdb62d7c1d4bac07903c3dc6a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4623e5c5efdb21b24ea9ca97a9e88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0b804cc9b08c4952deaaf062f659b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fc14cad2c3b6bf92be80131b58ac3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33aaefe93a192324de4dfbbb52e08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a28a85ba5b31296dfa273bd16b1e5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754a3ecd5f7bd68160890d64f5c66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f4a5b298d8f751042aab83492a32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b645a27f6d88e865a3fa55881f426b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59f5b37af22c00b89771a4abcb5b70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pic>
        <p:nvPicPr>
          <p:cNvPr id="13" name="Picture 12" descr="347e32d489f6f5d170546021de5d6d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f8ffc15ef1333d7e9bb967b7108af46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cc9cd9f6bb421351cc62ec14ae6d3f4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9d412de7768d5765b56fc3c2b08725c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fcdb5c3492fc2536e98decb20f0e9d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af4f91a5c63471142c9dd28989d1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e04014618bb9264ed66e238662e3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62bc3484b862d405607a22da315b0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c72f56f3de773253ab1c42855710e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68d873186bbe5088c6f2a6ebc5cd7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521474809cd372555384d89ad6e7c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2260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01370d677fd1ecbfecdf2a0d40e1c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41155e19d392d9a72191ea0759541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e29e8ee3360afd0a54dd762291878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fdde25464ee6ba2a1c22aa81f86145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a73a5488a7c954f3b57363cc91496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fe14ae0d906d0f9dd2ab60223acce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c56f63473ea9aaef2b48aa83dcf85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9b4d4a64c7e4b896682e2db0992ca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c790635f326e49a1e1b1965043ee9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a5695d45bf1f5670712023e85ffc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71ed7c1f4b334e20181a14b10083c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8de20d815d0c06b661d3fd759b0d2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fb7a83c5c2ec5bb133058d782dc99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17680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2d9bf47b1cccf844602202c377afe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e4c1cdff8a8bd0e1caf7aea0c2fb8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f29d85327f8b5f9c361a6db20e7ce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6ac94eb768f0fa2fd40688c21ee2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0e40ab5368ea68246a493a01d7a1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3801f2ffe8545642e9b8780f43aaf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316c26c662ef4078ce0405193390a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45ca0d772d1df0084423472f113d38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b5dca1c114200308f893d84d33961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2f073fb1f1a4702e1486053930784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adf7aa3052a2bd7365fbc9c42edf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cc78ad36d75c32401bb30f9bb6bd5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658d208b0b09d6de387ccd5b074a4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712f39440b9d0e0d2c28f46e4a5eff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b2f8d3c0f9408b9f6398f370f776e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726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 temperature.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 temperature.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 temperature.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ddafbfe39f8071a261062618768f22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1abcba88548cb74563a9eee021ba61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0c53f7810bac8f556456c6c96597e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29a634d75f0d9f5bddec5e3ea9f82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09672d2253c8f2aa49fad1c7092f0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2a23d5f5a2d464e390663fba13fe4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7dbf52ead6ebd209e16769208fdc0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cf3fa359193807095d22482d2803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3680eb3ea4084604ce42e7cc3b656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2aac8ab63eceaddf2918ea3720b3e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93450b628f4354b47b91a7502e8a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149c8e0ae4434e801f714d524e4ba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972603c01bc1e763fa89ebdb1668e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51068d5643bbb7a17d7ae1372f3db8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6914ad5e876a523cbf991a8d28e13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16512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bfe461779a7e860417b6fdb22197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0553218e70f436f6fc1919cbe3645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197159d5c715a6fc7342d2ef4a98f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number of collisions per second per unit volume of the reaction is known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d5160db0ca0bd001b235cb6f6a88c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89939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4bfb960797075c5bc07ed0234cbe8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9083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order for a reaction with the rate law Rate=𝑘[𝐴]1[𝐵]1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8511f332cece6d72e5b8136472963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mol dm-3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mol dm-3 s-1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mol-1 dm3 s-1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68193b76faad4dc5f995c1a1a5a48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2da9ef3622cabfe9e862fbc6eb527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3ceda79f53040cdf4fb2a17cd3eeb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8ac196f0d5279b1f145938aa02c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07511006fcd97d0d9c76a7cb6f3997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2080d4d51958e41483646a7889873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4ba6494a38ecaef7fb1df821bd669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953533c96d060080f8c5e8dd6441c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eaf506053a4bffc9bf9256c8ad70dd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52e60b6c925143a03bba7ca46e8a9f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2c515bce2a9de5343d0d7280f8bf90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f723560fd37fcc3ab4af865c4f475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07d3b9b94ff81fcd9d6ff4060e9e0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3f765605da68e084fd373239b974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26a3c6c719af37689617b153e3177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b7a1ff51b07d4795baf55c34f953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29055dfc3d38630c4743d9424dcb9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720a9b5f41c8064cfbcf9b40eb29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190045fbabb92fe16bf2a2aaae0f9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4b758b1e9f33b0d88348702e6f18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5d2fbb3f40de389effd92c5efbb67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ef4d878e44e16db01f3259e987364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36aa2ad4bc9e5d3d1892dd5d7664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6ef294536c7a40c5d0ec6ea536b0c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1c66e93da63f4f1ef55200002fd2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4cf857264404b68b8e2ace470f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fc344b4ead3ffde4294baab484567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1666c4b103f44a8b1d982a792750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b6e2f46c5adc91153b21eeb326fd8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3596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168d111fb9b9b3f1dbd06160c213b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3404359446f6fa70531948398e92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6d8502b345c3f2d97e011e3e1d89a2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0d0377befffe4da7f25314a2ea4068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4f1e868039a01b4c634f44d5f1201f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e121c59e3dbd3ba67fc4867f731c9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7f8ea50192d5a5627ac2879d9d70f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f85f05e401775bd66970c4071fd4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f30df63d087a49085e6a6d8e64c3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8f3ea51320f6c85d5b587bc8c9168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11f25d22f42e04af4265686b69114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76c00ee22d017a384c33ec45e8aea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c673d4acd2a8dc4d560d9c4cb9005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electronic configuration of Cu (II) is 3d9, whereas Cu(I) is 3d10.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60907fde85e325c6633c8f0a7fc72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a87c0ed70a2df3348325123374b2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fb53832cb2b0683f890e942a5792af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3f51df7742e6217ff4db149a137a4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d3c493d4b4b9eebff03c1aec366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328032a450d73c0c63d02e073826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ef4d878e44e16db01f3259e987364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fc7585f4f7284e7ea992cf331a173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48947a2b4bcccaa9c8536eff3e6ff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aaf0922e5f94072b64fed1567e0c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c6cf2d033a3e8f8579fd88ceb080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340705ca4f1ccfc35e064b262ea7b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7a5211bc750846b8b17cc06c48de0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5c31d602a9807197eb522a9e31bff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ae892f79353332e6c815c313c8ec2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5915d590d1e2f98a911bbfa0efee9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99d9dde7ddea25730edc88470cd61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aa0456dd6da400124e6644b27d03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83843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22760d8d63279f6f34505a41c38dc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1c05846f6ed6442b396631a0b28a4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a52caf942abc958014b1fdc195d2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4e48fdcc0c00719d4bc92114a38b18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8f910cdcf791b355234a31e85b19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99d9dde7ddea25730edc88470cd61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5915d590d1e2f98a911bbfa0efee9b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4df93942aa801372e8bfd7e58778a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fe8efef444e70704436ddfd69aa3e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250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f9a8d0e72d5a68c9c2889fbb216c3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28c5e844398ed360124b12ba0266e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df48958fe187c961c3b3b49f286cb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2f241cf54d769d816d96a0a159e37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cb596771ff8b7175041068a1eaf1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00d1046e54d2cd0caafca4a9c1b60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6d5c28718b42a0ef4f96ae8af9b47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24686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807f16ae2979b3a0cf87a85c9cf8d0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d2bd471e8812cc28bfc35745e1b927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d0a8c9704f0c114ee7660031fc2d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4c597b7b46b7435a728c6d43fddf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4df689e0577064fb55a62058e0a15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94560"/>
            <a:ext cx="5724144" cy="585216"/>
          </a:xfrm>
          <a:prstGeom prst="rect">
            <a:avLst/>
          </a:prstGeom>
        </p:spPr>
      </p:pic>
      <p:pic>
        <p:nvPicPr>
          <p:cNvPr id="11" name="Picture 10" descr="eb15617e276497cc7eb7de1542ae3b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51760"/>
            <a:ext cx="5724144" cy="585216"/>
          </a:xfrm>
          <a:prstGeom prst="rect">
            <a:avLst/>
          </a:prstGeom>
        </p:spPr>
      </p:pic>
      <p:pic>
        <p:nvPicPr>
          <p:cNvPr id="12" name="Picture 11" descr="4be47bc9315743c964c9d3c21e048c8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08960"/>
            <a:ext cx="5724144" cy="585216"/>
          </a:xfrm>
          <a:prstGeom prst="rect">
            <a:avLst/>
          </a:prstGeom>
        </p:spPr>
      </p:pic>
      <p:pic>
        <p:nvPicPr>
          <p:cNvPr id="13" name="Picture 12" descr="1e127329375924b5876ad19e0cc65d7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303146f291d3bb113dd85c139e6b34f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698cbba4d39c0ba267387780e8d6d0a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642860fbfb1865b4c18e7dda726fa25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b92fa5b0a8343d83471b2328f3b8db0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19" name="Picture 18" descr="e7874262e6c3771d47448bae9dac273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4572000"/>
            <a:ext cx="11045952" cy="5852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21" name="Picture 20" descr="e15f23e0d6d63b0b37881c92410586c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5074920"/>
            <a:ext cx="11045952" cy="5852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23" name="Picture 22" descr="4744acb885defd15e47150f36bbfd057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5577840"/>
            <a:ext cx="11045952" cy="5852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25" name="Picture 24" descr="fc267b67f397d71723f626f269712b3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7240" y="6080760"/>
            <a:ext cx="1104595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cd57849986ed0842bc714ca1af813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950fddf6950fbc07485acc5da3a0e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36b17426c2130c8df132a3dfa2feb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5f0470a377fe896a9c649c6eb028a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6f1e2fc72913ad3e64547a451173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f3c9161746dfc2afa526008178229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35ae0cccae84dc2c26fce69ddb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3af0e0f11053039aa502664ea42fb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911367087df608d98fb0c4e748c62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3af0e0f11053039aa502664ea42fb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c3777c191010e7d49c6f07cfb15e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897dfd90433dbba03de0356c14e6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1057b3e35e09d4476501b1e380475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d09212a5a26fe60fe21dcc6f0cff3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4ad117f4b49bcc0f02d7fc5e8d709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83da9c2c7094022e5d276da837e37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81d04f4c6954904ea918f576328e0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8c76c0e74611d5d4c838e14403f71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eab389ac4586dc86eec7642b0baca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a739b6a355df130d604866a09d2f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62233a72850253ff1f6e397d29510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f071f6d3579dd2e39d20c5cdc89e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0d783b71e5b9bc1ddd0f3eade228f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daf80ddce0fdcfa1d25203444957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a34dd01b6b710e521f6a64dd799f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da9047048daa285f701f67d414b03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572c92fd13f17e243048732704d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5425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cdda0a9ecfa8547e25566d4816d1c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2377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adda973625692e7f1d667812b3249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ddd68126e7d0865f840a4ae30611c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235ed843f3b9ec9f047c57852d99a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8933c9bb279e30b1833a945d505c9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cb43ec1fee2b2027d33a6e8368937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1168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d8c536d4cbe6a0cf09468d996c22f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17784206e291b0549e0af15a97dde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eeccdd720d8700c9f425fc092fc1b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b50f6484ce615122104a46a1be744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55f6ffa3b071be0c8e9b62f8bce5f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6054d4d4601ce782fdaa7549984b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b8357a9771107df97f50f0e30818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18ac5a17fb5602de5d617fbc6f0ab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fe7a9da2551543a247df190267e1d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6364bc41dd72c21d73384936d24a5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bafeeae7b0f1cefaa3a31de8ac1e4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f79e518c846907dfd2e657576029d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079791db041bc5d77afdf38220380f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05dfe5d1ad5385d1d395ac93c7e5d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33b17071094c6bc87c39350eeee18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f9a5528a5bd669eadf67e523315ea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5c88d05e39ed77eab35c04dbb07f9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17c54cabd942300e53086055b2663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2102fd2ecdb72025c4af788bca081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cbfdf584f205715030f31bcc7ee27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0d0377befffe4da7f25314a2ea406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d1b05257e393343e840ae7dbd7339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b7763e7c1eb478beb3b498669d43c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c4c8a50c20f6e059c75f7a6f915e8d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a0d85ac477b1424e21b6bf54373d1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b69071dd698d40ef29bda3d0f2b9a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da977c393ee416033bd6cb935c9f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835b1491c8747b70a30fc60fbc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2a92919519ddcbe0019da8deb7434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e5f7ec067f488d9141a6f5479d57a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8b1747e257f78e4ab38a85f9e80b2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6ba8eb60198180df5b5fe24ab50e9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425bdd5092806ecd016a7c80c241b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3288c52954ed80bc5402de6efad24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779fce9bfbea8799db31a0eed55fa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272373e5f3d6d23b18f729e0febf59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54869f260eea2ff238f2ca966cdef4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fb0d9401919b3d9162169047cf66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37a73c9709d9248dc630117470764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f80b9fd33b6286e536b4d65eb3cf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e8cdb9b2da6ffbbd2454e8520be8a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736336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01f753337d607aa4fd69796e55d85d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718e5adc51550016f0c21b2184275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af98c6324f63ff882ee6bcf5ecd29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aedf2898a76b4f9fb4dbefe8349b9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057888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f95fc72ada04ff3351f7045d332f4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dbfee10a7c22fd6ec7f52befea305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69315f46b78ce849aee933753f864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5afc0c47347496595a9630f40aad9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37c012c7bf489a076118a1a0c6763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d81e8e529cbbf47388193bf95c1a6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ce0365ce4c953eae2b66df7ae92a3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726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a2f02ceefdcc5ff10941afee21af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e5f7ec067f488d9141a6f5479d57a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62ce9a5e159384f7b0a796a0e3ff15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9cb03a607bdd3877bf2597950c297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768c205dfac336a798a0b3ecc9b0a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c4a3041eb7f871f9f38f2a40d891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aacdbe94d48e3d0f5e7b2e115fbfe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dbc2f0104de427ea236255a569ec1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68f80ed39b8e2f473fe4a2a977e90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a4991c6053f8919285839b09a62b9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37976fbb0e6b0cf5522334643d0d1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95e6ee56d743803e4b3d16e041d8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28c37b5d9bce8e22134df3f056cb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0fd03648c0ffa6d537bc9ea4970f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b97352a33ccffcb17f72bd45485ac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116029e01f4c1666f5e2425a58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1abc045db7a6541bc6e4aed08911e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8384edba8213d194218c18330e0d1a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7876468ce0f55c0708059b7bc689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0db366ab5413a292262ed7794a9f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8384edba8213d194218c18330e0d1a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a6b26e4c1a19b9a53e232638c96e1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a0132f955031776fa06db56f56fc66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586081c267d5ea42c67d96070b5a8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ea1a7c4dedc02dfe158d72b23123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0a08d259340dfd894389446fb1112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f4eb7dcdb7bee7d5976183f194e5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2d01eff3bc0f126b2fb097854309c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5c88d05e39ed77eab35c04dbb07f9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c1f1e0ddd69df626660165b46127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a0a4ed170920909aa453474a8bd69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f5d954c22040609c8b329777e4c90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e9c05f52207a73a09f59cd37771d7a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bc21e518677884e1e42c091786b97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2346f8e2451aae285c9e64df76c2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95bed337a6101ba2f5d33fa5b3ab5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0759a13943b411c3c41380b48e5a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3cd05c411c31cba8bdc6e22dd35e3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statements regarding primary and secondary valencies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c6f66775812c2724b02dd8539c2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b6407d7be09aa3ff08746c360e838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13288ff24995c7f77b8fd950d8359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7b43bbacb0bad87c556257cbb901d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