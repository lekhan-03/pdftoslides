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Assuming complete dissociation, the value of van't Hoff factor for Na2SO4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a blood cell placed in a NaCl solution of concentration more than 0.9% (w/V). Which one of the following statements is true in this case?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NaCl &gt; Na2SO4 &gt; Na3PO4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NaCl &lt; Na2SO4 &lt; Na3PO4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NaCl &lt; Na2SO4 ≈ Na3PO4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NaCl &lt; Na2SO4 = Na3PO4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KH values for Ar(g), CO2 (aq), HCHO (aq), and CH4(aq) are 40.39, 1.67, 1.83 × 10-3, and 0.413 respectively. Arrange them in the order of their increasing solubility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HCHO &lt; CH4 &lt; CO2 &lt;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HCHO &lt; CO2 &lt; CH4 &lt; 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Ar &lt; CO2 &lt; CH4 &lt; HCHO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Ar &lt; CH4 &lt; CO2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diluted solution is (molar mass of NaCl = 58.5 g mol-1)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value of Henry's constant KH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Value of Henry's constant (KH)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1.0 M Na2SO4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1.0 M NH4NO3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1.0 M KNO3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(Cu2+/Zn2+)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(Cu/Zn2+)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(Zn2+/Cu2+)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(Cu2+/Zn)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Match the batteries in Column I with their anode material in Column II. Column I Column II (i) Leclanché cell (a) Lead (Pb) (ii) Mercury cell (b) Hydrogen(H2) gas (iii) Lead storage battery (c) Zinc (Zn) (iv) H2-O2 fuel cell. (d) Zinc – Mercury amalgam(Zn(Hg))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Saturated solution of KNO3 is used to make a salt bridge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Velocity of K+ is greater than that of NO3-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Velocity of NO3- is greater than that of 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Velocity of both K+ and NO3- are nearly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KNO3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Cu displaces H2 gas from dilute acids. Statement II: ions Cu2+ get reduced more easily than H+ 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E° values of Fe2+ / Fe, Zn2+ / Zn, and Sn2+ / Sn are -0.44V, -0.76V, and -0.14V respectively. Which of these metals can displace iron from an Fe2+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product formed at the anode during the electrolysis of aqueous NaCl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Cl2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quantity of electricity required for the reduction of one mole of Al3+ ions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ZnSO4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AlCl3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BaCl2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2NO(g) + O2(g) → 2NO2(g), the following initial-rate data were obtained. Choose the rate equation.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k[NO]2 [O2]2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 [O2]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k[NO]2 [O2]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the Arrhenius equation k=e−Ea/RT and mark the correct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[R0]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log [R0]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Hg + Cl2 → HgCl2, the rate of disappearance of Hg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of disappearance of Cl2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of appearance of HgCl2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of appearance of 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ScCl3, TiCl3, and ZnCl2, the colored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ScCl3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TiCl3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ZnCl2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Cu2O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MnO2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V2O3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Ti3+ &gt; Cr3+ &gt; Fe3+ &gt; Ni2+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Fe3+ &gt; Ni2+ &gt; Ti2+ &gt; Cr3+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Fe3+ &gt; Cr3+ &gt; Ni2+ &gt; Ti3+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Fe3+ &gt; Cr3+ &gt; Ti3+ &gt; Ni2+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neutral or faintly alkaline medium, KMnO4 oxidizes iodide ions into iodate. The change in oxidation state of manganese in this reaction is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Potassium permanganate oxidizes sulphurous acid (H2SO3)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S2O72-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SO42-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SO32-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aqueous solution of a transition metal ion M+ is colorless. The ion M+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Mn2+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Cr3+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V4+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Ti4+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Sc3+ &lt; Ti3+ &lt; Ti2+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Ti3+ &lt; Ti2+ &lt; Sc3+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Ti2+ &lt; Sc3+ &lt; Ti3+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Sc3+ &lt; Ti2+ &lt; Ti3+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electronic configuration of Cu (II) is 3d9, whereas Cu(I) is 3d10.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magnetic moment of an element is 1.73 BM. The number of unpaired electrons in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Mn2O7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MnF4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MnO2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Mn2SO4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moles of K2Cr2O7 reduced by one mole of Sn2+ 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Ni2+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Fe2+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V3+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Fe3+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Ti3+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Zn2+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Ti3+, Ni2+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Cu2+, Ti3+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Ti2+, Cu2+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Mn2+, Cu2+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V2+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Cr3+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Zn2+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Ti3+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alkyl halides, which is more reactive towards SN2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SN2 reactions do not proceed with retention. Reason: SN2 reaction proceeds in single steps.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C6H5OH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C6H5MgCl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C2H5CH2MgCl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MgCl2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reaction of chloroform with CO2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CH3Cl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CH3Br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C2H5Br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C3H7I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 Column I with their correct applications in Column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COMPOUND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(1)  Carbon tetrachloride (CCl4)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(2)  Iodoform (CHI3)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(3)  Chloroform (CHCl3)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(4)  Methylene chloride (CH2Cl2)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Fire extinguisher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Antiseptic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Solvent for fats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Paint remover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R - X + NaI (dry acetone) → RI + NaX, name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Swartz reaction - CoF2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Sandmeyer's reaction - CuCl2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Tertiary alkyl halides are least reactive towards SN2 reaction because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SOCl2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SOCl2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CH2Cl2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CCl4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H2C=CH-Cl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ethylidene chloride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reaction CH3Br + AgF → CH3F + AgBr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alkyl halides will undergo SN1 reaction most readily?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(CH3)3C-F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(CH3)3C-Cl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(CH3)3C-Br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(CH3)3C-I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compound P with formula C3H6 on reaction with H2O in presence of H2SO4 gives the compound Q. Compound Q on heating with Cu at 573K produces the compound R. Compounds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organic compound ‘A' containing C, H, and O has a pleasant odor with a boiling point of 78°C. On boiling ‘A' with conc. H2SO4, a colorless gas is produced which decolorizes bromine water and alkaline KMnO4. The organic compound A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C2H5Cl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C2H5OH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C2H5COOCH3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C6H6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Find out the product of the following reaction: (Reaction involving NaOH, 623K, 300 atm)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How many alcohols with molecular formula C4H10O are chiral in nature?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CH3OC2H5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C2H5OC6H5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C6H5OC6H5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C6H5OCH3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CuSO4 and Pyrolidine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Cu2S and Pyrolidine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CuSO4 and Pyridine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Cu2S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high boiling point of ethanol [C2H5OH] compared to methoxy methane [CH3OCH3] and propane is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role of CO2 in Kolbe's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H2O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Cl-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CN-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OH-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NO2+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CN-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NO3-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SO42-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CoCl3.4NH3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CoCl3.5NH3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CoCl3.6NH3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CoCl3.3NH3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Δo&lt;P (Pairing energy), for the d4 ion, an entry of the 4th electron gives the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t2g2e2g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t2g4e0g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t42g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t32g e1g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coordination compound [CoCl2(en)2]Br, the primary and secondary valencies of Co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Fe(CO)5, Fe-C bond processes involve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IUPAC name of [CoCl(en)2ONO]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[MABXL] (where A, B, X, L are unidentate)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MABXL (where A, B, X, L are unidentates) shows three isomers. Among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bond between CO and metal in metal carbonyl is stronger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 (NH3)2Cl2] exhibits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[PtCl2.4NH3Br2] is treated with excess of AgNO3 solution, and two moles of AgBr is precipitated. The primary and secondary valency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PtCl2.4NH3Br2 is treated with excess of AgNO3 solution, two mole of AgBr is precipitated. The primary and secondary valence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complexes [Co (NH3)6] [Cr (CN)6] and [Cr (NH3)6] [Co (CN)6] are examples of which type of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 configuration of an octahedral d4 coordination entity with Δ0 &gt; P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t2g2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t2g3 e1g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t2g4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t2g2 e2g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geometry of the complex Fe (CO)5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isomerism exhibited by complexes [Co (NH3)5SO4] Br and [Co (NH3)5Br]SO4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complex ion [CoCl2(en)2] +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ionization isomer of [Co (NH3)5 SO4]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Energy) (Δ0) can be related to the configuration of d-orbitals in a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t2g6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t2g4 e1g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Energy, Δ0) can be related to the d4 configuration of the central metal in an octahedral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t2g4 e2g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t42g e0g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number of Cu in [Cu (CN)4]3-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[Fe(C2O4)3]3- complexes are 224[M(en)(CO)] 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iron in the complex [Fe(C2O4)3]3-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terminal and bridged CO ligands in the compound [Co2(CO)8] are respectively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SCN-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Cl-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EDTA4- &lt; C2O42- &lt; Cl- &lt; OH- &lt; CN-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EDTA4- &lt; C2O42- &lt; CN- &lt; OH- &lt; Cl-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Cl- &lt; C2O42- &lt; Cl- &lt; OH- &lt; EDTA4-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Cl- &lt; OH- &lt; C2O42- &lt; EDTA4- &lt; CN-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NO2-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H2O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NH4+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H2N-CH2-CH2-NH2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182879"/>
            <a:ext cx="1371600" cy="54864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[MX2L2] Tetrahedral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[MX2L2] Square planar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[MX4L2]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