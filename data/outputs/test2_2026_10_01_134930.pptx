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c76a2e2cb7cec71c832b2e0c44b6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89e91e9e8d8446ed903a12c5e4ab5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9b5112f6e4225b02077154abe440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299e4c20b49a91c3d70649b35c6d02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increases kinetic energy of photoelectrons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increases photoelectric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decreases kinetic energy of photoelectrons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photoelectric current remains constant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9b5112f6e4225b02077154abe440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b7006692e3250dd3aee3caf0c77e3d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2185904" cy="26334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e74e23ad4bba87204df926980dc6c5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37176"/>
            <a:ext cx="5175504" cy="6278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550be4ed67de6777f2dbb9c7100b9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4837176"/>
            <a:ext cx="5175504" cy="981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62cadeb3ef0ec380a63873d41f016d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751576"/>
            <a:ext cx="5175504" cy="627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c22a4a78c054481272959f7515da6b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3116" y="5751576"/>
            <a:ext cx="5175504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9b5112f6e4225b02077154abe440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Macroscopic particles in our daily life do not show wave-like properties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they are not associated with waves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their wavelength is extremely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their wavelength is 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adff638c39fd5b83351b436ca2c9dd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5751576"/>
            <a:ext cx="5175504" cy="8778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9b5112f6e4225b02077154abe440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An α-particle, a proton, an electron and a neutron are moving with the same speed. Then the particle having shortest de Broglie wavelength is: (2026-2)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>proton.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>electron.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>neutron.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>α-particle.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09b5112f6e4225b02077154abe440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In interaction of radiation with matter, radiation behaves as if it is made up of packet of energy called 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56accad387229cb3e8b10eeede5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7e1dd41fbd8ab5948e04f960dfcad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b2bed5faf046a3a726c6787fbb808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Photoelectric effect is a/an _____________ effect.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aad140e72345b35485e305eaa1ec5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e8d4dc7e6fe6075b8e60aaeb25cbf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77fd674bb725ec6a8697e4d0dd140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2112752" cy="50352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The tiny packet of energy of light is called ________.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23c397df680e326eca561dc1fd01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pic>
        <p:nvPicPr>
          <p:cNvPr id="6" name="Picture 5" descr="fcaceab10841229e61a850beae7ae75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05840"/>
            <a:ext cx="11454384" cy="121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2745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AD02C"/>
                </a:solidFill>
                <a:latin typeface="Arial"/>
              </a:rPr>
              <a:t>Define the terms: a) Threshold frequency b) Work function c) Stopping potential (2017s)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Mention any one type of electron emission.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4e3a583ffff42efba6e312486fc69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2137136" cy="15727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What is the rest mass of photon?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75294400548cfb1d0420ac818bb05f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e7912a9d59dc6a961b52f7d84f63e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9f11226767af4a19439edfadea68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005840"/>
            <a:ext cx="1127455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D02C"/>
                </a:solidFill>
                <a:latin typeface="Arial"/>
              </a:rPr>
              <a:t>How does the stopping potential of a photosensitive material vary with intensity of incident radiation?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A.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48463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B.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C.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5760720"/>
            <a:ext cx="5408676" cy="7315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800">
                <a:solidFill>
                  <a:srgbClr val="00B0F0"/>
                </a:solidFill>
                <a:latin typeface="Arial"/>
              </a:rPr>
              <a:t>D. </a:t>
            </a:r>
            <a:r>
              <a:rPr sz="1800">
                <a:solidFill>
                  <a:srgbClr val="F0F0F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810e0942478fdef16455d2907c0de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148840"/>
            <a:ext cx="1125321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fa51fe62573bafa7d7039fde602a7f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2005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816f3068d21a381847c0871ecf6688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1454384" cy="11399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92608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d1f10637d4593c07e472d85c9050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"/>
            <a:ext cx="2926080" cy="505968"/>
          </a:xfrm>
          <a:prstGeom prst="rect">
            <a:avLst/>
          </a:prstGeom>
        </p:spPr>
      </p:pic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2" y="182879"/>
            <a:ext cx="1371600" cy="4761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914400"/>
            <a:ext cx="11274552" cy="27432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967932cf0e3de8b7dab80c3e241c9e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051560"/>
            <a:ext cx="12551664" cy="180258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394960"/>
            <a:ext cx="11274552" cy="2743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B0F0"/>
                </a:solidFill>
                <a:latin typeface="Arial"/>
              </a:rPr>
              <a:t>Answer: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