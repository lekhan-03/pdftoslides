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 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1. 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2. Assuming complete dissociation, the value of van't Hoff factor for Na 2 SO 4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3. Consider a blood cell placed in a NaCl solution of concentration more than 0.9% (w/V). Which
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cell to the NaCl 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Osmosis takes place from the NaCl 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4. 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5. 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6. For a 0.1M 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&gt; Na 2 SO 4 &gt; Na 3 PO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 2 SO 4 &lt; Na 3 PO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 2 SO 4 ≈ Na 3 PO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NaCl &lt; Na 2 SO 4 = Na 3 PO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7. 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8. 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9. 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10. 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11. 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12. 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-3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13. The K H values for Ar(g), CO 2 (aq), HCHO (aq), and CH 4 (aq) are 40.39, 1.67, 1.83 × 10 , and
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HCHO &lt; CH 4 &lt; CO 2 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HCHO &lt; CO 2 &lt; CH 4 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 CO 2 &lt; CH 4 &lt; HCHO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 &lt; CH 4 &lt; CO 2 &lt; HCHO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14. 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15. 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16. 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 -1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17. The most diluted solution is (molar mass of NaCl = 58.5 g mol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2% (w/w) NaCl 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1M NaCl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ppm of NaCl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 m NaCl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18. 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19. 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20. 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21. 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22. 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23. The tanks 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24. The value of Henry's constant K 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25. Value of Henry's constant (K H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26. 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27. 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Na 2 SO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NH 4 NO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1.0 M KNO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28. 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29. 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Electrochemistry:
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31. 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32. 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&gt; E 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&lt; E 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 cell = E ext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33. 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and the reason is the correct explanation of the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true, but the reason is not the correct explanation of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34. E 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  <m:r>
                      <m:t>u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E</m:t>
                    </m:r>
                    <m:r>
                      <m:rPr>
                        <m:sty m:val="p"/>
                      </m:rPr>
                      <m:t>°</m:t>
                    </m:r>
                    <m:r>
                      <m:t>c</m:t>
                    </m:r>
                    <m:r>
                      <m:t>e</m:t>
                    </m:r>
                    <m:r>
                      <m:t>l</m:t>
                    </m:r>
                    <m:r>
                      <m:t>l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0.0295</m:t>
                    </m:r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t>2</m:t>
                    </m:r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35. 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SEP value is zero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36. If the E relationship for the value of ΔG cell for a given reaction has a negative value, then which of the following is the correct 0 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ΔG 0 &gt;0 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ΔG 0 &lt;0 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ΔG 0 &gt;0 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ΔG 0 &lt;0 and Keq&gt;1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37. 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(i) Leclanché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Lead (Pb)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Hydrogen(H 2 )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Zinc (Zn)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Zinc – Mercury amalgam(Zn(Hg))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39. Saturated solution of KNO 3 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K + is greater than that of NO 3 -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NO 3 - is greater than that of K 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Velocity of both K + and NO 3 - 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KNO 3 is highly soluble in water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40. Statement I: Conductivity (κ) of a solution decreases with dilution.
Statement II: Molar conductivity (λ m ) of solution increases with dilution.
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41. Statement I: Cu displaces H Statement II: ions Cu 2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get reduced more easily than H 2 gas from dilute acids. + 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and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and Statement II 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42. The E° values of Fe / Fe, Zn / Zn, and Sn / Sn are -0.44V, -0.76V, and -0.14V
respectively. Which of these metals can displace iron from an Fe 2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43. 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+</a:t>
            </a:r>
            <a:r>
              <a:rPr sz="1800" b="1">
                <a:solidFill>
                  <a:srgbClr val="FAD02C"/>
                </a:solidFill>
                <a:latin typeface="Arial"/>
              </a:rPr>
              <a:t> For: Boar d s
44. The product formed at the anode during the electrolysis of aqueous NaCl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 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45. The quantity of electricity required for the reduction of one mole of Al 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46. 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47. 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ZnSO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AlCl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BaCl 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1314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Chemical Kinetics:
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302757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49. 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50. 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51. For 2NO(g) + O 2 (g) → 2NO 2(g) , the following initial-rate data were obtained. Choose the rate
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2 [O 2 ]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[O 2 ]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= k[NO] 2 [O 2 ]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52. Consider the Arrhenius equation k=e−Ea/RT 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increasing activation energy and decreasing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decreases exponentially with increasing activation energy and decreasing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increasing activation energy and increasing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constant increases exponentially with decreasing activation energy and decreasing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53. 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54. 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 0 ]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t>0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(D) Rate = 𝐾 [A] [B]
55. In a reaction A + B → products, rate is doubled when the concentration of B is doubled, and
rate increases by a factor of 8 when the concentrations of both the reactants (A and B. are
doubled. The rate law for the reaction can be written as:
(A) Rate = K [A][B] 2
(B) Rate = K [A] 2 [B] 2
(C) Rate = K [A] 2 [B]
✉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56. In a reaction Hg + Cl 2 → HgCl 2 , 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disappearance of Cl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HgCl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Rate of appearance of 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57. 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58. 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59. 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60. Statement I: A catalyst does not alter Gibb’s energy (ΔG) of a reaction.
Statement II: A catalyst alters the activation energy (Ea) of a reaction by providing an alternate
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correct,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incorrect, but Statement II is correct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61. Statement I: If in a zero-order reaction, the concentration of the reactant is doubled, the half-life
period is also doubled.
Statement II: For a first-order reaction, the half-life period is independent of the initial
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 I and II 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correct but Statement II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incorrect but Statement II is correct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62. 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63. 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64. 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65. 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66. The number of collisions per second 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67. The order of a chemical reaction having the rate expression, Rate = k[A] [B]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68. The overall order of a reaction which has the rate expression Rate = K[A] / [B] /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1 1 1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69. The order for a reaction with the rate law Rate= 𝑘 [ 𝐴 ] [ 𝐵 ] 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70. The rate constant of a reaction is k = 2.3 × 10 L mol s 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71. 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 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 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 dm -3 s 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 -1 dm 3 s -1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72</m:t>
                    </m:r>
                    <m:r>
                      <m:rPr>
                        <m:sty m:val="p"/>
                      </m:rPr>
                      <m:t>.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s</m:t>
                    </m:r>
                    <m:r>
                      <m:t>l</m:t>
                    </m:r>
                    <m:r>
                      <m:t>o</m:t>
                    </m:r>
                    <m:r>
                      <m:t>p</m:t>
                    </m:r>
                    <m:r>
                      <m:t>e</m:t>
                    </m:r>
                    <m:r>
                      <m:t>o</m:t>
                    </m:r>
                    <m:r>
                      <m:t>f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r</m:t>
                    </m:r>
                    <m:r>
                      <m:t>r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i</m:t>
                    </m:r>
                    <m:r>
                      <m:t>u</m:t>
                    </m:r>
                    <m:r>
                      <m:t>s</m:t>
                    </m:r>
                    <m:r>
                      <m:t>p</m:t>
                    </m:r>
                    <m:r>
                      <m:t>l</m:t>
                    </m:r>
                    <m:r>
                      <m:t>o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  <m:r>
                      <m:t>v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  <m:r>
                      <m:t>u</m:t>
                    </m:r>
                    <m:r>
                      <m:t>s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  <m:r>
                      <m:t>f</m:t>
                    </m:r>
                    <m:r>
                      <m:t>o</m:t>
                    </m:r>
                    <m:r>
                      <m:t>r</m:t>
                    </m:r>
                    <m:r>
                      <m:t>a</m:t>
                    </m:r>
                    <m:r>
                      <m:t>g</m:t>
                    </m:r>
                    <m:r>
                      <m:t>i</m:t>
                    </m:r>
                    <m:r>
                      <m:t>v</m:t>
                    </m:r>
                    <m:r>
                      <m:t>e</m:t>
                    </m:r>
                    <m:r>
                      <m:t>n</m:t>
                    </m:r>
                    <m:r>
                      <m:t>r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f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t</m:t>
                    </m:r>
                    <m:r>
                      <m:t>o</m:t>
                    </m:r>
                    <m:r>
                      <m:t>b</m:t>
                    </m:r>
                    <m:r>
                      <m:t>e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2000</m:t>
                    </m:r>
                    <m:r>
                      <m:t>K</m:t>
                    </m:r>
                    <m:r>
                      <m:rPr>
                        <m:sty m:val="p"/>
                      </m:rPr>
                      <m:t>.</m:t>
                    </m:r>
                    <m:r>
                      <m:t>W</m:t>
                    </m:r>
                    <m:r>
                      <m:t>h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a</m:t>
                    </m:r>
                    <m:r>
                      <m:t>c</m:t>
                    </m:r>
                    <m:r>
                      <m:t>t</m:t>
                    </m:r>
                    <m:r>
                      <m:t>i</m:t>
                    </m:r>
                    <m:r>
                      <m:t>v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r</m:t>
                    </m:r>
                    <m:r>
                      <m:t>g</m:t>
                    </m:r>
                    <m:r>
                      <m:t>y</m:t>
                    </m:r>
                    <m:r>
                      <m:rPr>
                        <m:sty m:val="p"/>
                      </m:rPr>
                      <m:t>(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38,314.5 J mol −1 (or E a ) of the reaction in 38.3 kJ mol −1 ) J mol −1 ? (Given R = 8.314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19,157.2 J K −1 mol J mol −1 ) −1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76,629.0 J mol −1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8,314.0 J mol −1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73. 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2k / [R]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[R] 0 / 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[R] 0 / 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[R] 0 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74. 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Application Based Questions:
75. What is the value of ‘x' if the total order of the reaction, which has the rate expression:
Rate = k [A]ˣ [B] 2 ˣ 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11409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76. 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77. 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D and F Block elements:
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 0 ]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 0 ]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 0 ] 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t½ ∝ [R 0 ] 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79. 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80. Among ScCl 3 , TiCl 3 , and ZnCl 2 , 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ScCl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TiCl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81. 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MnO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 2 O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FeO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82. 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&gt;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83. In a neutral or faintly alkaline medium, KMnO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oxidizes iodide ions into iodate. The
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84. In aqueous solution, copper (I) 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85. Potassium permanganate oxidizes sulphurous acid (H 2 SO 3 )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 2 O 7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 3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86. The aqueous solution of a transition metal ion M is colorless. The ion M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V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87. 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88. 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Sc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&lt;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90. The electronic configuration of Cu (II) is 3d , whereas Cu(I) is 3d . Which of the following
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(II) 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Cu(I) and Cu (II) are equally stable.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91. The magnetic moment of an element is 1.73 BM. 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92. 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Mn 2 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MnF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MnO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2 SO 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93. The number of moles of K 2 Cr 2 O 7 reduced by one mole of Sn 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94. 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95. 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96. 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97. 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98. 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Fe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99. 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Zn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100. 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Ni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Ti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  <a:r>
              <a:rPr sz="1600" b="0">
                <a:solidFill>
                  <a:srgbClr val="F0F0F0"/>
                </a:solidFill>
                <a:latin typeface="Arial"/>
              </a:rPr>
              <a:t> , Cu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101. 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V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Zn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Ti 3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+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103. 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104. Among the following alkyl halides, which is more reactive towards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105. Assertion: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reactions do not proceed with retention.
Reason: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proceeds in single steps.
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and reason is correct explanation 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both assertion and reason are correct but reason is not correct explanation 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106. 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MgCl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CH 2 MgCl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MgCl 2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107. 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CO 2 to form extremely poisonous gas carbonyl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108. 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 3 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 3 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3 H 7 I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109. 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110. 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sp 3 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sp 2 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dsp 2 hybridization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111. 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B0F0"/>
                </a:solidFill>
                <a:latin typeface="Arial"/>
              </a:rPr>
              <a:t>COLUMN II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(1)  Carbon tetrachloride (CCl</a:t>
            </a:r>
            <a:r>
              <a:rPr sz="1400" b="0" baseline="-25000">
                <a:solidFill>
                  <a:srgbClr val="F0F0F0"/>
                </a:solidFill>
                <a:latin typeface="Arial"/>
              </a:rPr>
              <a:t>4</a:t>
            </a:r>
            <a:r>
              <a:rPr sz="1400" b="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 b="0">
                <a:solidFill>
                  <a:srgbClr val="F0F0F0"/>
                </a:solidFill>
                <a:latin typeface="Arial"/>
              </a:rPr>
              <a:t>Fire extinguisher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 b="0">
                <a:solidFill>
                  <a:srgbClr val="F0F0F0"/>
                </a:solidFill>
                <a:latin typeface="Arial"/>
              </a:rPr>
              <a:t>Antiseptic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 b="0">
                <a:solidFill>
                  <a:srgbClr val="F0F0F0"/>
                </a:solidFill>
                <a:latin typeface="Arial"/>
              </a:rPr>
              <a:t>Solvent for fats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 b="0">
                <a:solidFill>
                  <a:srgbClr val="F0F0F0"/>
                </a:solidFill>
                <a:latin typeface="Arial"/>
              </a:rPr>
              <a:t>Paint remover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112. R - X + NaI (dry acetone) → RI + NaX, 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113. 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 - CoF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 - 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Sandmeyer's reaction - CuCl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114. Tertiary alkyl halides are least reactive towards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2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115. 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Concentrated HBr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SOCl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NaBr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116. 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SOCl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 2 Cl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CCl 4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117. 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C. 2-Bromo propane D. 2-Bromopropan-2-ol
118. The chiral molecule among the following is
A. 1-Bromo butane B. 2-Bromobutane
✉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119. The compound H 2 C=CH-Cl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120. 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RF &gt; RCl &gt; RBr &gt; 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RF &gt; RI &gt; RCl &gt; RBr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RI &gt; RBr &gt; RCl &gt; 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RCl &gt; RBr &gt; RF &gt; RI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121. The IUPAC 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122. The reaction CH 3 Br + AgF → CH 3 F + AgBr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123. 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124. Which of the following alkyl halides will undergo SN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1</a:t>
            </a:r>
            <a:r>
              <a:rPr sz="1800" b="1">
                <a:solidFill>
                  <a:srgbClr val="FAD02C"/>
                </a:solidFill>
                <a:latin typeface="Arial"/>
              </a:rPr>
              <a:t> 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(CH 3 ) 3 C-I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125. A compound P with formula C 3 H 6 on reaction with H 2 O in presence of H 2 SO 4 gives
the compound Q. Compound Q on heating with Cu at 573K produces the compound R.
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126. An organic compound ‘A' containing C, H, and O has a pleasant odor with a boiling
point of 78°C. On boiling ‘A' with conc. H 2 SO 4 , a colorless gas is produced which
decolorizes bromine water and alkaline KMnO 4 . 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OH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COOCH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6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127. 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129. 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130. 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131. Find out the product of the following reaction:
(Reaction involving NaOH, 623K, 300 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132. 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133. How many alcohols with molecular formula C 4 H 10 O 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134. 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 3 OC 2 H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 2 H 5 OC 6 H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OC 6 H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 6 H 5 OCH 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135. 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136. 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 2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 2 group is present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137. 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138. 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140. 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141. 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142. 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143. 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144. 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CuSO 4 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S 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CuSO 4 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Cu 2 S and Pyridine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145. 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826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146. The correct order of acid strength of the following compounds is:
(i) o -bromophenol
(ii) p 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723083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147. 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148. The high boiling point of ethanol [C 2 H 5 OH] compared to methoxy methane
[CH 3 OCH 3 ] 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149. 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150. 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151. The role of CO 2 in Kolbe's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152. 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153. 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154. 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C. Methanol D. Benzene
155. When phenol is heated with Zn dust, it gives
A. Benzyl alcohol B. Ethanol
✉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157. 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 2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158. 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159. 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160.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Cl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OH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2 +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161. 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CN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NO 3 -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162. Cobalt (III) chloride forms several octahedral complexes with ammonia. Which of the
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.4NH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.5NH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.6NH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CoCl 3 .3NH 3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163. If Δ</a:t>
            </a:r>
            <a:r>
              <a:rPr sz="1800" b="1" baseline="-25000">
                <a:solidFill>
                  <a:srgbClr val="FAD02C"/>
                </a:solidFill>
                <a:latin typeface="Arial"/>
              </a:rPr>
              <a:t>o</a:t>
            </a:r>
            <a:r>
              <a:rPr sz="1800" b="1">
                <a:solidFill>
                  <a:srgbClr val="FAD02C"/>
                </a:solidFill>
                <a:latin typeface="Arial"/>
              </a:rPr>
              <a:t>&lt;P (Pairing energy), for the d</a:t>
            </a:r>
            <a:r>
              <a:rPr sz="1800" b="1" baseline="30000">
                <a:solidFill>
                  <a:srgbClr val="FAD02C"/>
                </a:solidFill>
                <a:latin typeface="Arial"/>
              </a:rPr>
              <a:t>4</a:t>
            </a:r>
            <a:r>
              <a:rPr sz="1800" b="1">
                <a:solidFill>
                  <a:srgbClr val="FAD02C"/>
                </a:solidFill>
                <a:latin typeface="Arial"/>
              </a:rPr>
              <a:t> ion, an entry of the 4th electron gives the
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2 e 2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4 e 0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 42 g e 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 32 g e 1 g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164. In coordination compound [CoCl 2 (en) 2 ]Br, the primary and secondary valencies of Co
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165. In Fe(CO) 5 , 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π-character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σ- and π-characters.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σ-character.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166. 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antibonding π orbital of 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Filled d-orbital of metal to vacant bonding π orbital of CO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167. IUPAC name of [CoCl(en) 2 ONO]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ChloridoethylenediaminenitroCobaltate (III) 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Chloridobis(ethylenediamine)nitritoCobaltate(III) 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Chloridobis(ethylenediamine)nitritoCobalt (III) Bromide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168. Square planar complex of the type [MABXL] (where A, B, X, L are unidentate)
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169. Square planar complex of the type MABXL (where A, B, X, L are unidentates) shows
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170. The bond between CO 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σ 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Ambidentate nature of CO ligand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171. 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C. Ionization isomerism D. Cis-trans isomerism
172. The complex [Pt (NH 3 ) 2 Cl 2 ] exhibits
A. Linkage isomerism B. Fac-mer isomerism
✉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173. The complex [PtCl 2 .4NH 3 Br 2 ] is treated with excess of AgNO 3 solution, and two
moles of AgBr is precipitated. The primary and secondary 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174. The complex PtCl 2 .4NH 3 Br 2 is treated with excess of AgNO 3 solution, two mole of
AgBr is precipitated. The primary and secondary 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175. The complexes [Co (NH 3 ) 6 ] [Cr (CN) 6 ] and [Cr (NH 3 ) 6 ] [Co (CN) 6 ] are examples of
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176. The electron configuration of an octahedral d coordination entity with Δ 0 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2 e 1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3 e 1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4 e 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 2 g 2 e 2 g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177. The geometry of the complex Fe (CO) 5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178. The isomerism exhibited by complexes [Co (NH 3 ) 5 SO 4 ] Br and [Co (NH 3 ) 5 Br]SO 4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179. The IUPAC name of the complex ion [CoCl 2 (en) 2 ]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Di-chloridodiethylene diamine cobalt (III)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(III)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Dichlorido bis(ethane-1,2-diamine) cobalt (IV)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Bis (ethane-1,2-diamine) dichlorido cobalt (III)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180. The IUPAC name of the ionization isomer of [Co (NH 3 ) 5 SO 4 ] 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(III) 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cobalt (III) 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sulphato cobalt (II) 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Penta-ammine bromido sulphato cobaltate (III)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181. The magnitude of CFSE (Crystal Field Splitting Energy) (Δ 0 ) can be related to the
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 0 &lt; P, the configuration is t 2 g 3 e 1 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 0 &gt; P, the configuration is t 2 g 6 e 0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 0 &gt; P, the configuration is t 2 g 5 e 0 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Δ 0 &lt; P, the configuration is t 2 g 4 e 1 g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183. The oxidation number of Cu in [Cu (CN) 4 ]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184. 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185. The primary and secondary valencies of [Fe(C 2 O 4 ) 3 ] complexes are
224 [M(en)(CO)] 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186. The primary and secondary valencies of iron in the complex [Fe(C 2 O 4 ) 3 ]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187. 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188. The terminal and bridged CO ligands in the compound [Co 2 (CO) 8 ] 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189. 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SCN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 -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190. 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Cl - &lt; OH - &lt; CN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CN - &lt; OH - &lt; Cl 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Cl -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Cl - &lt; OH - &lt; 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Cl - &lt; OH - &lt; C 2 O 4 2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EDTA 4</a:t>
            </a:r>
            <a:r>
              <a:rPr sz="1600" b="0" baseline="30000">
                <a:solidFill>
                  <a:srgbClr val="F0F0F0"/>
                </a:solidFill>
                <a:latin typeface="Arial"/>
              </a:rPr>
              <a:t>-</a:t>
            </a:r>
            <a:r>
              <a:rPr sz="1600" b="0">
                <a:solidFill>
                  <a:srgbClr val="F0F0F0"/>
                </a:solidFill>
                <a:latin typeface="Arial"/>
              </a:rPr>
              <a:t> &lt; CN -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191. 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NO 2 -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NH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 2 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192. 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193. 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NH 4 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 2 N-CH 2 -CH 2 -NH 2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For: Boar d s
D. Both Primary and Secondary Valencies are ionisable.
Application Based Questions:
194. Which of the following statements regarding primary and secondary valencies is
correct?
A. Primary Valencies are ionisable while Secondary Valencies are non-ionisable.
B. Primary Valencies are non-ionisable while Secondary Valencies are ionisable.
C. Both Primary and Secondary Valencies are non-ionisable.
✉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195. 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[MX 2 L 2 ] 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[MABXL] 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[MX 2 L 2 ] 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[MX 4 L 2 ] 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