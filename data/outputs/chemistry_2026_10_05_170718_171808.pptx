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205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Assuming complete dissociation, the value of van’t Hoff factor 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a blood cell placed in 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 of concentration more than 0.9% (w/V). 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one of the following statements is true in this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 cell to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 cell to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 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0.1</m:t>
                    </m:r>
                    <m:r>
                      <m:t>M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≈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
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values for Ar(g),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(aq),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(aq),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(aq) are 40.39, 1.67,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1.83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0.413 respectively. Arrange them in the order of their increasing solubility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 &lt;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 &lt;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
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most diluted solution is (molar mass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= 58.5 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2% (w/w)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t>M</m:t>
                    </m:r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 ppm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k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 Henry’s constant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Value of Henry’s constant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K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
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
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30. 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R</m:t>
                    </m:r>
                    <m:r>
                      <m:t>O</m:t>
                    </m:r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
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Assertion: The specific conductivity decreases with dilution.
Reason: The number of ions per unit volume that carry the current in a solution decreases on
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assertion and reason are true, and the reason is the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of the assertion.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assertion and reason are true, but the reason is not the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of the assertion.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(Cu/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P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cell for a given reaction has a negative value, then which of the following is the correct relationship for 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 </a:t>
            </a:r>
            <a:r>
              <a:rPr lang="en-US" sz="1400" b="1">
                <a:solidFill>
                  <a:srgbClr val="00B0F0"/>
                </a:solidFill>
                <a:latin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Lead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P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(ii) Mercury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Hydrogen(H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) gas (iii) Lead storage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Zinc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(iv)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-O2 fuel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88536"/>
            <a:ext cx="11274552" cy="473659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Zinc - Mercury amalgam(Zn(Hg))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i-a, ii-b, iii-c, iv-d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i-b, ii-a, iii-d, iv-c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i-c, ii-d, iii-a, iv-b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Saturated solution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greater than that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greater than that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 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nearly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κ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of a solution decreases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Molar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m) of solution increases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Cu displaces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gas from dilute acids. 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ions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get reduced more easily than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E° values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/ Fe,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/ Zn,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/ Sn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0.44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0.76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0.14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respectively. Which of these metals can displace iron from 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product formed at the anode during the electrolysis of aqueous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quantity of electricity required for the reduction of one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
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a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48. Which of these statements about a galvanic cell are not true?
i) The cathode carries a positive sign.
ii) Oxidation occurs at the anode.
iii) Electrons flow from cathode to anode in the external circuit.
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I</m:t>
                    </m:r>
                    <m:r>
                      <m:t>N</m:t>
                    </m:r>
                    <m:r>
                      <m:t>E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 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 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(g), the following initial-rate data were obtained. Choose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the Arrhenius equation k=e-Ea/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decreasing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decreases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decreasing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increasing temperature.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decreasing activation energy and decreasing temperature.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
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
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
rate increases by a factor of 8 when the concentrations of both the reactants (A and B. are
doubled. The rate law for the reaction can be written 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reaction Hg 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disappearance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
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A catalyst does not alter Gibb’s energy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G) of a reaction.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A catalyst alters the activation energy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reaction by providing an alternate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correct,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incorrect,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period is also doubled.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For a first-order reaction, the half-life period is independent of the initial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
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number of collisions 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order of a chemical reaction having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overall order of a reaction which has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order for a reaction with the rate law Rate=k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rate constant of a reaction is k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2.3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mol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mol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slope of the Arrhenius plot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versus 1/T) for a given reaction is found to be -2000 K. What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the activation energy (Eₐ) of the reaction in J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? (Given R = 8.314 J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38,314.5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(or 38.3 kJ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19,157.2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76,629.0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8,314.0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2k /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/ 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/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k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
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the value of ‘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’ if the total order of the reaction, which has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3/2?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
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78. 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a:r>
              <a:rPr lang="en-US" sz="5000" b="1">
                <a:solidFill>
                  <a:srgbClr val="FAD02C"/>
                </a:solidFill>
                <a:latin typeface="Arial"/>
              </a:rPr>
              <a:t>D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F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L</m:t>
                    </m:r>
                    <m:r>
                      <m:t>O</m:t>
                    </m:r>
                    <m:r>
                      <m:t>C</m:t>
                    </m:r>
                    <m:r>
                      <m:t>K</m:t>
                    </m:r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S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neutral or faintly alkaline medium,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oxidizes iodide ions into iodate.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aqueous solution, copper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Potassium permanganate oxidizes sulphurous acid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aqueous solution of a transition metal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colorless. The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electronic configuration of Cu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whereas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equally stable.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magnetic moment of an element is 1.73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M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number of moles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reduced by one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o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pairs have the same paramagnetic moment?
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102. 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A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
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 the following alkyl halides, which is more reactive towards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Assertion: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reactions do not proceed with retention.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Reason: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proceeds 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g</m:t>
                    </m:r>
                    <m:r>
                      <m:t>l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steps.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 both assertion and reason are correct and reason is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 both assertion and reason are correct but reason is not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Prevent the reaction of chloroform with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to form extremely poisonous gas carbonyl chloride.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
points of 24.2°C, 38°C, 3.56°C, and 101.6°C respectively. Among the four compounds, N
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7</m:t>
                        </m:r>
                      </m:sub>
                    </m:sSub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 </a:t>
            </a:r>
            <a:r>
              <a:rPr lang="en-US" sz="1400" b="1">
                <a:solidFill>
                  <a:srgbClr val="00B0F0"/>
                </a:solidFill>
                <a:latin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lang="en-US" sz="1400">
                <a:solidFill>
                  <a:srgbClr val="F0F0F0"/>
                </a:solidFill>
                <a:latin typeface="Arial"/>
              </a:rPr>
              <a:t>Carbon tetrachloride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Fire extinguisher (2) Iodoform (CHI₃)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Antiseptic (3) Chloroform (CHCl₃)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Solvent for fats (4) Methylene chloride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457200" y="4288536"/>
            <a:ext cx="11274552" cy="473659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Paint remover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(1)-(A), (2)-(B), (3)-(C), (4)-(D)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(1)-(D), (2)-(C), (3)-(B), (4)-(A)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(1)-(B), (2)-(A), (3)-(D), (4)-(C)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R - X 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(dry acetone) 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t>a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Swartz reaction -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Finkelstein reaction -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Sandmeyer’s reaction -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Tertiary alkyl halides are least reactive towards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Concentrated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Concentrated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C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reaction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F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
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 alkyl halides will undergo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-I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r>
                      <m:t>O</m:t>
                    </m:r>
                    <m:r>
                      <m:t>H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  <m:r>
                      <m:t>P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 compound P with formula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reaction with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presence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compound Q. Compound Q on heating with Cu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573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produces the compound R.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 organic compound ‘A’ containing C, H, and O has a pleasant odor with a boiling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point of 78°C. On boiling ‘A’ with conc.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 colorless gas is produced 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decolorizes bromine water and alkaline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out the product of the following reaction: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(Reaction involving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,</m:t>
                    </m:r>
                    <m:r>
                      <m:t>623</m:t>
                    </m:r>
                    <m:r>
                      <m:t>K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300 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
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How many alcohols with molecular formula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10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 is present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
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Pyridine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acid strength of the following compounds is:
(i) o-bromophenol
(ii) p-bromophenol
(iii) picric acid (2,4,6-trinitrophenol)
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high boiling point of ethanol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compared to methoxy methane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Kolbe’s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
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
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chloroform in sodium hydroxide followed by
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156. When phenol is treated with bromine water, a white precipitate of the product
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R</m:t>
                    </m:r>
                    <m:r>
                      <m:t>D</m:t>
                    </m:r>
                    <m:r>
                      <m:t>I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O</m:t>
                    </m:r>
                    <m:r>
                      <m:t>M</m:t>
                    </m:r>
                    <m:r>
                      <m:t>P</m:t>
                    </m:r>
                    <m:r>
                      <m:t>O</m:t>
                    </m:r>
                    <m:r>
                      <m:t>U</m:t>
                    </m:r>
                    <m:r>
                      <m:t>N</m:t>
                    </m:r>
                    <m:r>
                      <m:t>D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Cobalt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chloride forms several octahedral complexes with ammonia. Which of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.5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.6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.3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o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&lt;P (Pairing energy), for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ion, an entry of the 4th electron gives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coordination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Br,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 Co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
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Filled d-orbital of metal to vacant antibonding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orbital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Filled d-orbital of metal to vacant bonding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orbital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ChloridoethylenediaminenitroCobalt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ChloridoethylenediaminenitroCobaltate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Chloridobis(ethylenediamine)nitritoCobalt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unidentates) shows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bond between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Ambidentate nature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ligand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exhibits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and two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moles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two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examples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 configuration of an octahedral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coordination entity with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&gt; 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g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geometry of the complex Fe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isomerism exhibited by complexes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the complex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Di-chloridodiethylene diamine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Dichlorido bis(ethane-1,2-diamine)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Dichlorido bis(ethane-1,2-diamine)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Bis (ethane-1,2-diamine) dichlorido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the ionization isomer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sulphato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bromido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sulphato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bromido sulphato cobaltate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(Crystal Field Splitting Energy)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6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5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(Crystal Field Splitting Energy,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 of the central metal in an octahedral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5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oxidation number of Cu 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complexes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224</m:t>
                    </m:r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 iron in 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terminal and bridged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ligands in the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the correct increasing order of strength in the
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-CH2-CH2-NH2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 statements regarding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I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A</m:t>
                    </m:r>
                    <m:r>
                      <m:t>B</m:t>
                    </m:r>
                    <m:r>
                      <m:t>L</m:t>
                    </m:r>
                    <m:r>
                      <m:t>E</m:t>
                    </m:r>
                    <m:r>
                      <m:rPr>
                        <m:sty m:val="p"/>
                      </m:rPr>
                      <m:t>.</m:t>
                    </m:r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