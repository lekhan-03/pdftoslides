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 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196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1. 68% of nitric acid in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2. Assuming complete dissociation, the value of van't Hoff factor for Na 2 SO 4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3. Consider a blood cell placed in a NaCl solution of concentration more than 0.9% (w/V). Which
one of the following statements is true in this case?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cell to the NaCl solution, and the cell shrinks.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NaCl solution to the cell, and the cell swells.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cell to the NaCl solution, and the cell swells.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NaCl solution to the cell, and the cell shrinks.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4. De-salination of sea water can be done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5. During osmosis, the solvent molecules are moving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6. For a 0.1M solution, the colligative property will follow the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&gt; Na 2 SO 4 &gt; Na 3 PO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&lt; Na 2 SO 4 &lt; Na 3 PO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&lt; Na 2 SO 4 ≈ Na 3 PO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&lt; Na 2 SO 4 = Na 3 PO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7. If abnormal molar mass is more than normal molar mass, the Van't Hoff factor (i)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8. In a solution containing a non-volatile solute, the mole fraction of solvent is 0.9. The relative
lowering of vapor pressure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9. Isotonic solutions have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10. Pick out the ideal solution among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11. The concentration term depends on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12. The condition caused when scuba divers go into deep sea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-3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13. The K H values for Ar(g), CO 2 (aq), HCHO (aq), and CH 4 (aq) are 40.39, 1.67, 1.83 × 10 , and
0.413 respectively. Arrange them in the order of their increasing solubility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HCHO &lt; CH 4 &lt; CO 2 &lt;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HCHO &lt; CO 2 &lt; CH 4 &lt;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 &lt; CO 2 &lt; CH 4 &lt; HCHO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 &lt; CH 4 &lt; CO 2 &lt; HCHO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14. The dissolution of a gas in a liquid is governed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15. The maximum amount of a solid solute that can be dissolved in a specific amount of a given
liquid solvent does not depend upon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16. The mixture which shows positive deviation from Raoult's law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+ Bromoethane -1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17. The most diluted solution is (molar mass of NaCl = 58.5 g mol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2% (w/w) NaCl in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1M NaCl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ppm of NaCl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 m NaCl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18. The pressure cooker reduces the cooking timing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19. The solubility of a gas in water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20. The solubility of a solid gas does not depend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21. The solution which has lower osmotic pressure with respect to another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22. The solutions which show a large positive deviation from Raoult's law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23. The tanks used by most scuba divers are filled with air diluted with helium of around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24. The value of Henry's constant K 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25. Value of Henry's constant (K H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26. When a substance is dissolved in a solvent, the vapor pressure for the solvent is decreased. This
results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27. Which of the following aqueous solutions should have the highest boiling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NaOH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Na 2 SO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NH 4 NO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KNO 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28. Which of the following liquid-liquid solutions show negative deviation from Raoult's 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29. Which of the following solutions is used as an antifreezing agent in car radiators to cool the
engine?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Electrochemistry:
30. Which one of the following is not a solid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31. A galvanic cell has an electrical potential of 1.1 V. If an opposing potential of 1.1 V is applied
to this cell, what will happen to the cell reaction and current flowing through the cell?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32. An electrochemical cell can behave like an electrolytic cell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 cell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 cell &gt; E 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 cell &lt; E 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 cell = E ext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33. Assertion: The specific conductivity decreases with dilution.
Reason: The number of ions per unit volume that carry the current in a solution decreases on
dilution.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true, and the reason is the correct explanation of 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true, but the reason is not the correct explanation of 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34. E cell of Daniel cell is calculated by using the following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E</m:t>
                    </m:r>
                    <m:r>
                      <m:rPr>
                        <m:sty m:val="p"/>
                      </m:rPr>
                      <m:t>°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0.0295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u</m:t>
                    </m:r>
                    <m:r>
                      <m:t>2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r>
                      <m:t>n</m:t>
                    </m:r>
                    <m:r>
                      <m:t>2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E</m:t>
                    </m:r>
                    <m:r>
                      <m:rPr>
                        <m:sty m:val="p"/>
                      </m:rPr>
                      <m:t>°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0.0295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r>
                      <m:t>n</m:t>
                    </m:r>
                    <m:r>
                      <m:t>2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E</m:t>
                    </m:r>
                    <m:r>
                      <m:rPr>
                        <m:sty m:val="p"/>
                      </m:rPr>
                      <m:t>°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0.0295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Z</m:t>
                    </m:r>
                    <m:r>
                      <m:t>n</m:t>
                    </m:r>
                    <m:r>
                      <m:t>2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/</m:t>
                    </m:r>
                    <m:r>
                      <m:t>C</m:t>
                    </m:r>
                    <m:r>
                      <m:t>u</m:t>
                    </m:r>
                    <m:r>
                      <m:t>2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E</m:t>
                    </m:r>
                    <m:r>
                      <m:rPr>
                        <m:sty m:val="p"/>
                      </m:rPr>
                      <m:t>°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0.0295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u</m:t>
                    </m:r>
                    <m:r>
                      <m:t>2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35. Fluorine has the highest standard electrode potential, indicating that fluorine gas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SEP value is zero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36. If the E relationship for the value of ΔG cell for a given reaction has a negative value, then which of the following is the correct 0 and Keq?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ΔG 0 &gt;0 and Keq&gt;1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ΔG 0 &lt;0 and Keq&lt;1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ΔG 0 &gt;0 and Keq&lt;1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ΔG 0 &lt;0 and Keq&gt;1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37. In a galvanic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(i) Leclanché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Lead (Pb)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Hydrogen(H 2 )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Zinc (Zn)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Zinc – Mercury amalgam(Zn(Hg))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39. Saturated solution of KNO 3 is used to make a salt bridge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Velocity of K + is greater than that of NO 3 -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Velocity of NO 3 - is greater than that of K 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Velocity of both K + and NO 3 - are nearly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KNO 3 is highly soluble in water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40. Statement I: Conductivity (κ) of a solution decreases with dilution.
Statement II: Molar conductivity (λ m ) of solution increases with dilution.
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41. Statement I: Cu displaces H Statement II: ions Cu 2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1800" b="1">
                <a:solidFill>
                  <a:srgbClr val="FAD02C"/>
                </a:solidFill>
                <a:latin typeface="Arial"/>
              </a:rPr>
              <a:t> get reduced more easily than H 2 gas from dilute acids. + 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 and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 and Statement II 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42. The E° values of Fe / Fe, Zn / Zn, and Sn / Sn are -0.44V, -0.76V, and -0.14V
respectively. Which of these metals can displace iron from an Fe 2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1800" b="1">
                <a:solidFill>
                  <a:srgbClr val="FAD02C"/>
                </a:solidFill>
                <a:latin typeface="Arial"/>
              </a:rPr>
              <a:t>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43. The molar conductivity is maximum for the solution of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1800" b="1">
                <a:solidFill>
                  <a:srgbClr val="FAD02C"/>
                </a:solidFill>
                <a:latin typeface="Arial"/>
              </a:rPr>
              <a:t> For: Boar d s
44. The product formed at the anode during the electrolysis of aqueous NaCl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 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45. The quantity of electricity required for the reduction of one mole of Al ions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46. What will happen in the Daniel cell, when Eext&lt;1.1 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47. When one Faraday current is passed, which of the following would deposit one-gram atomic
mass of the metal?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ZnSO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BaCl 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1314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Chemical Kinetics:
48. Which of these statements about a galvanic cell are not true?
i) The cathode carries a positive sign.
ii) Oxidation occurs at the anode.
iii) Electrons flow from cathode to anode in the external circuit.
iv) The anode carries a negative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2757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302757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302757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302757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49. Acid hydrolysis of ethyl acetate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50. All natural and artificial radioactive decay of unstable nuclei take place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51. For 2NO(g) + O 2 (g) → 2NO 2(g) , the following initial-rate data were obtained. Choose the rate
equation.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 2 [O 2 ]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 [O 2 ]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 2 [O 2 ]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52. Consider the Arrhenius equation k=e−Ea/RT and mark the correct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increases exponentially with increasing activation energy and decreasing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decreases exponentially with increasing activation energy and decreasing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increases exponentially with increasing activation energy and increasing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increases exponentially with decreasing activation energy and decreasing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53. For a chemical reaction A → B, it is found that the rate of a reaction doubles when the
concentration of A is doubled.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54. For a zero-order reaction, the intercept for the plot of concentration of reactants vs. time is
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[R 0 ]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t>0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(D) Rate = 𝐾 [A] [B]
55. In a reaction A + B → products, rate is doubled when the concentration of B is doubled, and
rate increases by a factor of 8 when the concentrations of both the reactants (A and B. are
doubled. The rate law for the reaction can be written as:
(A) Rate = K [A][B] 2
(B) Rate = K [A] 2 [B] 2
(C) Rate = K [A] 2 [B]
✉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56. In a reaction Hg + Cl 2 → HgCl 2 , the rate of disappearance of Hg is 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disappearance of Cl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appearance of HgCl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appearance of Cl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57. In a reaction, when the concentration of a reactant is increased two times, the increase in the
rate of reaction was four times.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58. In presence of a catalyst, the heat evolved or absorbed during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59. Order of a reaction in which unit of rate of reaction and rate constant are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60. Statement I: A catalyst does not alter Gibb’s energy (ΔG) of a reaction.
Statement II: A catalyst alters the activation energy (Ea) of a reaction by providing an alternate
pathway.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correct, but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incorrect, but Statement II is correct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61. Statement I: If in a zero-order reaction, the concentration of the reactant is doubled, the half-life
period is also doubled.
Statement II: For a first-order reaction, the half-life period is independent of the initial
concentration of the reactant.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62. The collision frequency in a reaction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63. The following factor which does not affect the rate of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64. The half-life period of a first-order reaction is 15 minutes. The amount of substance left after
one hour will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65. The molecularity of a reaction cannot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66. The number of collisions per second per unit volume of the reaction is known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67. The order of a chemical reaction having the rate expression, Rate = k[A] [B]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68. The overall order of a reaction which has the rate expression Rate = K[A] / [B] /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1 1 1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69. The order for a reaction with the rate law Rate= 𝑘 [ 𝐴 ] [ 𝐵 ] 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70. The rate constant of a reaction is k = 2.3 × 10 L mol s 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71. The S.I. unit of the rate constant of a first-order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 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 dm 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 dm -3 s 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 -1 dm 3 s -1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72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s</m:t>
                    </m:r>
                    <m:r>
                      <m:t>l</m:t>
                    </m:r>
                    <m:r>
                      <m:t>o</m:t>
                    </m:r>
                    <m:r>
                      <m:t>p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A</m:t>
                    </m:r>
                    <m:r>
                      <m:t>r</m:t>
                    </m:r>
                    <m:r>
                      <m:t>r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i</m:t>
                    </m:r>
                    <m:r>
                      <m:t>u</m:t>
                    </m:r>
                    <m:r>
                      <m:t>s</m:t>
                    </m:r>
                    <m:r>
                      <m:t>p</m:t>
                    </m:r>
                    <m:r>
                      <m:t>l</m:t>
                    </m:r>
                    <m:r>
                      <m:t>o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  <m:r>
                      <m:t>v</m:t>
                    </m:r>
                    <m:r>
                      <m:t>e</m:t>
                    </m:r>
                    <m:r>
                      <m:t>r</m:t>
                    </m:r>
                    <m:r>
                      <m:t>s</m:t>
                    </m:r>
                    <m:r>
                      <m:t>u</m:t>
                    </m:r>
                    <m:r>
                      <m:t>s</m:t>
                    </m:r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  <m:r>
                      <m:t>f</m:t>
                    </m:r>
                    <m:r>
                      <m:t>o</m:t>
                    </m:r>
                    <m:r>
                      <m:t>r</m:t>
                    </m:r>
                    <m:r>
                      <m:t>a</m:t>
                    </m:r>
                    <m:r>
                      <m:t>g</m:t>
                    </m:r>
                    <m:r>
                      <m:t>i</m:t>
                    </m:r>
                    <m:r>
                      <m:t>v</m:t>
                    </m:r>
                    <m:r>
                      <m:t>e</m:t>
                    </m:r>
                    <m:r>
                      <m:t>n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  <m:r>
                      <m:t>f</m:t>
                    </m:r>
                    <m:r>
                      <m:t>o</m:t>
                    </m:r>
                    <m:r>
                      <m:t>u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o</m:t>
                    </m:r>
                    <m:r>
                      <m:t>b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2000</m:t>
                    </m:r>
                    <m:r>
                      <m:t>K</m:t>
                    </m:r>
                    <m:r>
                      <m:rPr>
                        <m:sty m:val="p"/>
                      </m:rPr>
                      <m:t>.</m:t>
                    </m:r>
                    <m:r>
                      <m:t>W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s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v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e</m:t>
                    </m:r>
                    <m:r>
                      <m:t>r</m:t>
                    </m:r>
                    <m:r>
                      <m:t>g</m:t>
                    </m:r>
                    <m:r>
                      <m:t>y</m:t>
                    </m:r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38,314.5 J mol −1 (or E a ) of the reaction in 38.3 kJ mol −1 ) J mol −1 ? (Given R = 8.314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19,157.2 J K −1 mol J mol −1 ) −1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76,629.0 J mol −1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8,314.0 J mol −1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73. The time required for 100 percent completion of a zero-order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2k / [R]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[R] 0 / 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[R] 0 /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[R] 0 k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74. The unit of the rate constant of a reaction is the same as that of its rate. The order of the
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Application Based Questions:
75. What is the value of ‘x' if the total order of the reaction, which has the rate expression:
Rate = k [A]ˣ [B] 2 ˣ is 3/2?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1409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11409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11409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11409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76. When the initial concentration of the reactant is doubled, then the half-life of a zero-order
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77. Which of the following factors does not affect the rate of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D and F Block elements:
78. Which of the following is correct for a zero-order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 [R 0 ]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 [R 0 ]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 [R 0 ] 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 [R 0 ] 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79. Actinoids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80. Among ScCl 3 , TiCl 3 , and ZnCl 2 , the colored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ScCl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TiCl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ZnCl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81. Diamagnetic compound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 2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MnO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V 2 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FeO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82. Identify the correct sequence of the number of unpaired electrons of the following 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Cr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Fe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Ni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Ni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Ti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Cr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Fe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Cr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Ni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Fe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Cr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Ni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83. In a neutral or faintly alkaline medium, KMnO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oxidizes iodide ions into iodate. The
change in oxidation state of manganese in this reaction is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84. In aqueous solution, copper (I) ions undergo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85. Potassium permanganate oxidizes sulphurous acid (H 2 SO 3 )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 2 O 7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SO 4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 3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86. The aqueous solution of a transition metal ion M is colorless. The ion M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Mn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V 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Ti 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87. The characteristic feature of transition metal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88. The correct order of magnetic moment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Sc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Sc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Sc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Sc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90. The electronic configuration of Cu (II) is 3d , whereas Cu(I) is 3d . Which of the following
is 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 (II) is less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(II) is more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Cu(I) and Cu (II) are equally stable.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91. The magnetic moment of an element is 1.73 BM. The number of unpaired electrons in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92. The most stable manganese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Mn 2 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MnF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MnO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2 SO 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93. The number of moles of K 2 Cr 2 O 7 reduced by one mole of Sn 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94. The set of 3d series elements that show anomalous electronic configurations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95. The transition metal present in bronze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96. The transition metal present in the red pigment of blood haemoglobin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97. Which of the following actinoids show oxidation states up to +7?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98. Which of the following ions has the least magnetic moment?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Fe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99. Which of the following is a colorless 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V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Zn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100. Which of the following pairs have the same paramagnetic moment?
(Atomic numbers: Ti = 22, Mn = 25, Ni = 28, Cu = 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, Ni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, 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, Cu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, Cu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101. Which of the following statements about transition elements is incorrect?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102. Which of the following transition metal ions is colorless?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V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Zn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103. A mixture of chloromethane and chlorobenzene are treated with sodium in dry ether,
the product 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104. Among the following alkyl halides, which is more reactive towards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105. Assertion: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reactions do not proceed with retention.
Reason: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 proceeds in single steps.
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If both assertion and reason are correct and reason is correct explanation for assertion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If both assertion and reason are correct but reason is not correct explanation for assertion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106. Chlorobenzene reacts with magnesium in dry ether to give a compound A, which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 6 H 5 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 6 H 5 MgCl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CH 2 MgCl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MgCl 2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107. Chloroform is stored completely filled in a closed dark-colored bottle. This is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CO 2 to form extremely poisonous gas carbonyl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108. Four haloalkane compounds represented by the letters M, N, O, and P having boiling
points of 24.2°C, 38°C, 3.56°C, and 101.6°C respectively. Among the four compounds, N
is most likely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 3 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 3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 3 H 7 I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109. Freon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110. In vinylic halides, the halogen atom is attached to a carbon atom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sp 3 hybridization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sp 2 hybridization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dsp 2 hybridization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111. Match the organic compounds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Arial"/>
              </a:rPr>
              <a:t>COLUMN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Arial"/>
              </a:rPr>
              <a:t>COLUMN II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(1)  Carbon tetrachloride (CCl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4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 b="0">
                <a:solidFill>
                  <a:srgbClr val="F0F0F0"/>
                </a:solidFill>
                <a:latin typeface="Arial"/>
              </a:rPr>
              <a:t>Fire extinguisher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 b="0">
                <a:solidFill>
                  <a:srgbClr val="F0F0F0"/>
                </a:solidFill>
                <a:latin typeface="Arial"/>
              </a:rPr>
              <a:t>Antiseptic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sz="1400" b="0">
                <a:solidFill>
                  <a:srgbClr val="F0F0F0"/>
                </a:solidFill>
                <a:latin typeface="Arial"/>
              </a:rPr>
              <a:t>Solvent for fats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8853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sz="1400" b="0">
                <a:solidFill>
                  <a:srgbClr val="F0F0F0"/>
                </a:solidFill>
                <a:latin typeface="Arial"/>
              </a:rPr>
              <a:t>Paint remover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112. R - X + NaI (dry acetone) → RI + NaX, name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113. Select the incorrect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 - CoF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 - 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Sandmeyer's reaction - CuCl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114. Tertiary alkyl halides are least reactive towards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 because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115. The best reagent used to produce pure alkyl halides from alcohol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Concentrated HCl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Concentrated HBr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SOCl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NaBr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116. The chemical formula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SOCl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 2 Cl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COCl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CCl 4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117. The chemical name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C. 2-Bromo propane D. 2-Bromopropan-2-ol
118. The chiral molecule among the following is
A. 1-Bromo butane B. 2-Bromobutane
✉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119. The compound H 2 C=CH-Cl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120. The increasing order of boiling points of alkyl halides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RF &gt; RCl &gt; RBr &gt; 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RF &gt; RI &gt; RCl &gt; RBr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RI &gt; RBr &gt; RCl &gt; 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RCl &gt; RBr &gt; RF &gt; RI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121. The IUPAC name of ethylidene chloride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122. The reaction CH 3 Br + AgF → CH 3 F + AgBr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123. When 2-Bromo pentane is treated with alcoholic potash, the major product produced
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124. Which of the following alkyl halides will undergo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1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 most readily?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(CH 3 ) 3 C-F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(CH 3 ) 3 C-Cl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(CH 3 ) 3 C-Br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(CH 3 ) 3 C-I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125. A compound P with formula C 3 H 6 on reaction with H 2 O in presence of H 2 SO 4 gives
the compound Q. Compound Q on heating with Cu at 573K produces the compound R.
Compounds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126. An organic compound ‘A' containing C, H, and O has a pleasant odor with a boiling
point of 78°C. On boiling ‘A' with conc. H 2 SO 4 , a colorless gas is produced which
decolorizes bromine water and alkaline KMnO 4 . The organic compound 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OH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COOCH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 6 H 6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127. By which test can 1°, 2°, and 3° alcohols be detected?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129. Enantiomers only differ with respect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130. Ethane-1,2-diol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131. Find out the product of the following reaction:
(Reaction involving NaOH, 623K, 300 atm)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132. Halogenation of benzene occurs in the presence of Lewis acid, but halogenation of
phenol occurs even in the absence of Lewis acid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133. How many alcohols with molecular formula C 4 H 10 O are chiral in nature?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134. Identify the simple ether from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 3 OC 2 H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OC 6 H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 6 H 5 OC 6 H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 6 H 5 OCH 3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135. In Kolbe's reaction, phenol is converted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136. In picric acid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-NO 2 groups are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-NO 2 group is present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137. O-nitrophenol and p-nitrophenol are separated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138. Phenol is less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140. Phenol on oxidation with chromic acid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141. Salicylaldehyde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142. The boiling points of alcohols increase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143. The C-O bond angles of P, Q, and R are found to be 111.7°, 109°, and 108.9°,
respectively. Compound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144. The chemicals used to convert commercial alcohol into denatured alcohol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CuSO 4 and Pyrolidine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2 S and Pyrolidine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CuSO 4 and Pyridine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Cu 2 S and Pyridine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145. The compound that reacts fastest with Luca’s reagent at room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826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146. The correct order of acid strength of the following compounds is:
(i) o -bromophenol
(ii) p -bromophenol
(iii) picric acid (2,4,6-trinitrophenol)
(iv) 2,4,6-tribromophenol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23083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723083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723083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723083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147. The decreasing order of boiling points of ethanol, propane, and dimethyl ether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148. The high boiling point of ethanol [C 2 H 5 OH] compared to methoxy methane
[CH 3 OCH 3 ] and propane is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149. The major byproduct during the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150. The major product formed when phenol is treated with excess bromine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151. The role of CO 2 in Kolbe's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152. What is the correct order of boiling points of alcohols having the same number of
carbon atoms?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153. When an alcohol is treated with Luca’s reagent, if immediate turbidity appears, then it
confirms the presence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154. When phenol is heated with chloroform in sodium hydroxide followed by
acidification, the product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C. Methanol D. Benzene
155. When phenol is heated with Zn dust, it gives
A. Benzyl alcohol B. Ethanol
✉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156. When phenol is treated with bromine water, a white precipitate of the product
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157. According to the spectrochemical series, the strongest field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NH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 2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158. According to Werner's theory, the primary valencies of the central atom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159. Among the following statements, which statement is correct about metal carbonyls?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oxygen of the carbonyl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carbon of the carbonyl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160.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Cl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CN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OH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 2 +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161. An example of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CN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NO 3 -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 4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162. Cobalt (III) chloride forms several octahedral complexes with ammonia. Which of the
following will not give a test for chloride ion with silver nitrate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CoCl 3 .4NH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CoCl 3 .5NH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CoCl 3 .6NH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CoCl 3 .3NH 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163. If Δ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o</a:t>
            </a:r>
            <a:r>
              <a:rPr sz="1800" b="1">
                <a:solidFill>
                  <a:srgbClr val="FAD02C"/>
                </a:solidFill>
                <a:latin typeface="Arial"/>
              </a:rPr>
              <a:t>&lt;P (Pairing energy), for the d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ion, an entry of the 4th electron gives the
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 2 g 2 e 2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 2 g 4 e 0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 42 g e 0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 32 g e 1 g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164. In coordination compound [CoCl 2 (en) 2 ]Br, the primary and secondary valencies of Co
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165. In Fe(CO) 5 , Fe-C bond processes involve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π-character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σ- and π-characters.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σ-character.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166. In metal carbonyls, the M-C sigma bond is formed by the donation of a lone pair of
electrons on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Filled d-orbital of metal to vacant antibonding π orbital of 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Filled d-orbital of metal to vacant bonding π orbital of CO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167. IUPAC name of [CoCl(en) 2 ONO] 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ChloridoethylenediaminenitroCobalt (III) 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ChloridoethylenediaminenitroCobaltate (III) Bromide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Chloridobis(ethylenediamine)nitritoCobaltate(III) Bromide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Chloridobis(ethylenediamine)nitritoCobalt (III) Bromide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168. Square planar complex of the type [MABXL] (where A, B, X, L are unidentate)
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169. Square planar complex of the type MABXL (where A, B, X, L are unidentates) shows
three isomers. Among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170. The bond between CO and metal in metal carbonyl is stronger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σ bond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Ambidentate nature of CO ligand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171. The central metal atoms/ions in coordination compounds are also called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C. Ionization isomerism D. Cis-trans isomerism
172. The complex [Pt (NH 3 ) 2 Cl 2 ] exhibits
A. Linkage isomerism B. Fac-mer isomerism
✉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173. The complex [PtCl 2 .4NH 3 Br 2 ] is treated with excess of AgNO 3 solution, and two
moles of AgBr is precipitated. The primary and secondary valency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174. The complex PtCl 2 .4NH 3 Br 2 is treated with excess of AgNO 3 solution, two mole of
AgBr is precipitated. The primary and secondary valence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175. The complexes [Co (NH 3 ) 6 ] [Cr (CN) 6 ] and [Cr (NH 3 ) 6 ] [Co (CN) 6 ] are examples of
which type of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176. The electron configuration of an octahedral d coordination entity with Δ 0 &gt; P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 2 g 2 e 1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 2 g 3 e 1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 2 g 4 e 0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 2 g 2 e 2 g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177. The geometry of the complex Fe (CO) 5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178. The isomerism exhibited by complexes [Co (NH 3 ) 5 SO 4 ] Br and [Co (NH 3 ) 5 Br]SO 4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179. The IUPAC name of the complex ion [CoCl 2 (en) 2 ]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Di-chloridodiethylene diamine cobalt (III)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Dichlorido bis(ethane-1,2-diamine) cobalt (III)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Dichlorido bis(ethane-1,2-diamine) cobalt (IV)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Bis (ethane-1,2-diamine) dichlorido cobalt (III)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180. The IUPAC name of the ionization isomer of [Co (NH 3 ) 5 SO 4 ] 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sulphato cobalt (III) 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bromido cobalt (III) sulphate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sulphato cobalt (II) 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bromido sulphato cobaltate (III)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181. The magnitude of CFSE (Crystal Field Splitting Energy) (Δ 0 ) can be related to the
configuration of d-orbitals in a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 0 &lt; P, the configuration is t 2 g 3 e 1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 0 &gt; P, the configuration is t 2 g 6 e 0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 0 &gt; P, the configuration is t 2 g 5 e 0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 0 &lt; P, the configuration is t 2 g 4 e 1 g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183. The oxidation number of Cu in [Cu (CN) 4 ]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184. The oxidation state of metal in metal carbonyl complexes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185. The primary and secondary valencies of [Fe(C 2 O 4 ) 3 ] complexes are
224 [M(en)(CO)] 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186. The primary and secondary valencies of iron in the complex [Fe(C 2 O 4 ) 3 ]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187. The sum of coordination number and oxidation number of the metal M in the complex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188. The terminal and bridged CO ligands in the compound [Co 2 (CO) 8 ] are respectively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189. Which of the following is an ambidentate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NH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SCN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 -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190. Which of the following is the correct increasing order of strength in the
spectrochemical series of ligands?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EDTA 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 2 O 4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Cl - &lt; OH - &lt; CN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EDTA 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 2 O 4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CN - &lt; OH - &lt; Cl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Cl - &lt; C 2 O 4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Cl - &lt; OH - &lt; EDTA 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 - &lt; OH - &lt; C 2 O 4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EDTA 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CN -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191. Which of the following ligands can exhibit linkage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NO 2 -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NH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 2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192. Which of the following ligands produces a synergic effect in coordination complexes?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193. Which of the following species is not a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NH 4 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 2 N-CH 2 -CH 2 -NH 2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D. Both Primary and Secondary Valencies are ionisable.
Application Based Questions:
194. Which of the following statements regarding primary and secondary valencies is
correct?
A. Primary Valencies are ionisable while Secondary Valencies are non-ionisable.
B. Primary Valencies are non-ionisable while Secondary Valencies are ionisable.
C. Both Primary and Secondary Valencies are non-ionisable.
✉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195. Which type of complexes doesn't show geometrical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[MX 2 L 2 ] Tetrahedral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[MABXL] Square planar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[MX 2 L 2 ] Square planar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[MX 4 L 2 ] 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