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6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Relationship Id="rId4" Type="http://schemas.openxmlformats.org/officeDocument/2006/relationships/image" Target="../media/image6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Relationship Id="rId8" Type="http://schemas.openxmlformats.org/officeDocument/2006/relationships/image" Target="../media/image9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9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99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100.png"/><Relationship Id="rId8" Type="http://schemas.openxmlformats.org/officeDocument/2006/relationships/image" Target="../media/image10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0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0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0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0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1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image" Target="../media/image11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.png"/><Relationship Id="rId4" Type="http://schemas.openxmlformats.org/officeDocument/2006/relationships/image" Target="../media/image1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Relationship Id="rId7" Type="http://schemas.openxmlformats.org/officeDocument/2006/relationships/image" Target="../media/image11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12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3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3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14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5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Relationship Id="rId6" Type="http://schemas.openxmlformats.org/officeDocument/2006/relationships/image" Target="../media/image127.png"/><Relationship Id="rId7" Type="http://schemas.openxmlformats.org/officeDocument/2006/relationships/image" Target="../media/image15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57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Relationship Id="rId6" Type="http://schemas.openxmlformats.org/officeDocument/2006/relationships/image" Target="../media/image164.png"/><Relationship Id="rId7" Type="http://schemas.openxmlformats.org/officeDocument/2006/relationships/image" Target="../media/image16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Relationship Id="rId6" Type="http://schemas.openxmlformats.org/officeDocument/2006/relationships/image" Target="../media/image168.png"/><Relationship Id="rId7" Type="http://schemas.openxmlformats.org/officeDocument/2006/relationships/image" Target="../media/image16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.png"/><Relationship Id="rId4" Type="http://schemas.openxmlformats.org/officeDocument/2006/relationships/image" Target="../media/image170.png"/><Relationship Id="rId5" Type="http://schemas.openxmlformats.org/officeDocument/2006/relationships/image" Target="../media/image142.png"/><Relationship Id="rId6" Type="http://schemas.openxmlformats.org/officeDocument/2006/relationships/image" Target="../media/image165.png"/><Relationship Id="rId7" Type="http://schemas.openxmlformats.org/officeDocument/2006/relationships/image" Target="../media/image16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7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74.png"/><Relationship Id="rId5" Type="http://schemas.openxmlformats.org/officeDocument/2006/relationships/image" Target="../media/image175.png"/><Relationship Id="rId6" Type="http://schemas.openxmlformats.org/officeDocument/2006/relationships/image" Target="../media/image17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77.png"/><Relationship Id="rId5" Type="http://schemas.openxmlformats.org/officeDocument/2006/relationships/image" Target="../media/image178.png"/><Relationship Id="rId6" Type="http://schemas.openxmlformats.org/officeDocument/2006/relationships/image" Target="../media/image179.png"/><Relationship Id="rId7" Type="http://schemas.openxmlformats.org/officeDocument/2006/relationships/image" Target="../media/image180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82.png"/><Relationship Id="rId5" Type="http://schemas.openxmlformats.org/officeDocument/2006/relationships/image" Target="../media/image183.png"/><Relationship Id="rId6" Type="http://schemas.openxmlformats.org/officeDocument/2006/relationships/image" Target="../media/image184.png"/><Relationship Id="rId7" Type="http://schemas.openxmlformats.org/officeDocument/2006/relationships/image" Target="../media/image18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image" Target="../media/image193.png"/><Relationship Id="rId12" Type="http://schemas.openxmlformats.org/officeDocument/2006/relationships/image" Target="../media/image194.png"/><Relationship Id="rId13" Type="http://schemas.openxmlformats.org/officeDocument/2006/relationships/image" Target="../media/image195.png"/><Relationship Id="rId14" Type="http://schemas.openxmlformats.org/officeDocument/2006/relationships/image" Target="../media/image196.png"/><Relationship Id="rId15" Type="http://schemas.openxmlformats.org/officeDocument/2006/relationships/image" Target="../media/image197.png"/><Relationship Id="rId16" Type="http://schemas.openxmlformats.org/officeDocument/2006/relationships/image" Target="../media/image198.png"/><Relationship Id="rId17" Type="http://schemas.openxmlformats.org/officeDocument/2006/relationships/image" Target="../media/image199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00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04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05.png"/><Relationship Id="rId5" Type="http://schemas.openxmlformats.org/officeDocument/2006/relationships/image" Target="../media/image206.png"/><Relationship Id="rId6" Type="http://schemas.openxmlformats.org/officeDocument/2006/relationships/image" Target="../media/image207.png"/><Relationship Id="rId7" Type="http://schemas.openxmlformats.org/officeDocument/2006/relationships/image" Target="../media/image208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07.png"/><Relationship Id="rId5" Type="http://schemas.openxmlformats.org/officeDocument/2006/relationships/image" Target="../media/image209.png"/><Relationship Id="rId6" Type="http://schemas.openxmlformats.org/officeDocument/2006/relationships/image" Target="../media/image210.png"/><Relationship Id="rId7" Type="http://schemas.openxmlformats.org/officeDocument/2006/relationships/image" Target="../media/image21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1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Relationship Id="rId7" Type="http://schemas.openxmlformats.org/officeDocument/2006/relationships/image" Target="../media/image21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1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1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Relationship Id="rId6" Type="http://schemas.openxmlformats.org/officeDocument/2006/relationships/image" Target="../media/image221.png"/><Relationship Id="rId7" Type="http://schemas.openxmlformats.org/officeDocument/2006/relationships/image" Target="../media/image222.png"/><Relationship Id="rId8" Type="http://schemas.openxmlformats.org/officeDocument/2006/relationships/image" Target="../media/image22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26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Relationship Id="rId6" Type="http://schemas.openxmlformats.org/officeDocument/2006/relationships/image" Target="../media/image229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3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3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34.png"/><Relationship Id="rId5" Type="http://schemas.openxmlformats.org/officeDocument/2006/relationships/image" Target="../media/image235.png"/><Relationship Id="rId6" Type="http://schemas.openxmlformats.org/officeDocument/2006/relationships/image" Target="../media/image236.png"/><Relationship Id="rId7" Type="http://schemas.openxmlformats.org/officeDocument/2006/relationships/image" Target="../media/image237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Relationship Id="rId7" Type="http://schemas.openxmlformats.org/officeDocument/2006/relationships/image" Target="../media/image24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42.png"/><Relationship Id="rId5" Type="http://schemas.openxmlformats.org/officeDocument/2006/relationships/image" Target="../media/image24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Relationship Id="rId4" Type="http://schemas.openxmlformats.org/officeDocument/2006/relationships/image" Target="../media/image244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5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47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Relationship Id="rId6" Type="http://schemas.openxmlformats.org/officeDocument/2006/relationships/image" Target="../media/image253.png"/><Relationship Id="rId7" Type="http://schemas.openxmlformats.org/officeDocument/2006/relationships/image" Target="../media/image25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50.png"/><Relationship Id="rId5" Type="http://schemas.openxmlformats.org/officeDocument/2006/relationships/image" Target="../media/image252.png"/><Relationship Id="rId6" Type="http://schemas.openxmlformats.org/officeDocument/2006/relationships/image" Target="../media/image255.png"/><Relationship Id="rId7" Type="http://schemas.openxmlformats.org/officeDocument/2006/relationships/image" Target="../media/image138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56.png"/><Relationship Id="rId5" Type="http://schemas.openxmlformats.org/officeDocument/2006/relationships/image" Target="../media/image257.png"/><Relationship Id="rId6" Type="http://schemas.openxmlformats.org/officeDocument/2006/relationships/image" Target="../media/image258.png"/><Relationship Id="rId7" Type="http://schemas.openxmlformats.org/officeDocument/2006/relationships/image" Target="../media/image259.png"/><Relationship Id="rId8" Type="http://schemas.openxmlformats.org/officeDocument/2006/relationships/image" Target="../media/image26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66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6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68.png"/><Relationship Id="rId5" Type="http://schemas.openxmlformats.org/officeDocument/2006/relationships/image" Target="../media/image269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70.png"/><Relationship Id="rId5" Type="http://schemas.openxmlformats.org/officeDocument/2006/relationships/image" Target="../media/image271.png"/><Relationship Id="rId6" Type="http://schemas.openxmlformats.org/officeDocument/2006/relationships/image" Target="../media/image272.png"/><Relationship Id="rId7" Type="http://schemas.openxmlformats.org/officeDocument/2006/relationships/image" Target="../media/image273.png"/><Relationship Id="rId8" Type="http://schemas.openxmlformats.org/officeDocument/2006/relationships/image" Target="../media/image27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75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76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77.png"/><Relationship Id="rId5" Type="http://schemas.openxmlformats.org/officeDocument/2006/relationships/image" Target="../media/image2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79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0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3.png"/><Relationship Id="rId5" Type="http://schemas.openxmlformats.org/officeDocument/2006/relationships/image" Target="../media/image284.png"/><Relationship Id="rId6" Type="http://schemas.openxmlformats.org/officeDocument/2006/relationships/image" Target="../media/image265.png"/><Relationship Id="rId7" Type="http://schemas.openxmlformats.org/officeDocument/2006/relationships/image" Target="../media/image264.png"/><Relationship Id="rId8" Type="http://schemas.openxmlformats.org/officeDocument/2006/relationships/image" Target="../media/image28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88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Relationship Id="rId8" Type="http://schemas.openxmlformats.org/officeDocument/2006/relationships/image" Target="../media/image29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93.png"/><Relationship Id="rId5" Type="http://schemas.openxmlformats.org/officeDocument/2006/relationships/image" Target="../media/image294.png"/><Relationship Id="rId6" Type="http://schemas.openxmlformats.org/officeDocument/2006/relationships/image" Target="../media/image295.png"/><Relationship Id="rId7" Type="http://schemas.openxmlformats.org/officeDocument/2006/relationships/image" Target="../media/image296.png"/><Relationship Id="rId8" Type="http://schemas.openxmlformats.org/officeDocument/2006/relationships/image" Target="../media/image29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98.png"/><Relationship Id="rId5" Type="http://schemas.openxmlformats.org/officeDocument/2006/relationships/image" Target="../media/image299.png"/><Relationship Id="rId6" Type="http://schemas.openxmlformats.org/officeDocument/2006/relationships/image" Target="../media/image300.png"/><Relationship Id="rId7" Type="http://schemas.openxmlformats.org/officeDocument/2006/relationships/image" Target="../media/image301.png"/><Relationship Id="rId8" Type="http://schemas.openxmlformats.org/officeDocument/2006/relationships/image" Target="../media/image302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03.png"/><Relationship Id="rId5" Type="http://schemas.openxmlformats.org/officeDocument/2006/relationships/image" Target="../media/image299.png"/><Relationship Id="rId6" Type="http://schemas.openxmlformats.org/officeDocument/2006/relationships/image" Target="../media/image301.png"/><Relationship Id="rId7" Type="http://schemas.openxmlformats.org/officeDocument/2006/relationships/image" Target="../media/image304.png"/><Relationship Id="rId8" Type="http://schemas.openxmlformats.org/officeDocument/2006/relationships/image" Target="../media/image305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06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0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08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09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250.png"/><Relationship Id="rId5" Type="http://schemas.openxmlformats.org/officeDocument/2006/relationships/image" Target="../media/image248.png"/><Relationship Id="rId6" Type="http://schemas.openxmlformats.org/officeDocument/2006/relationships/image" Target="../media/image310.png"/><Relationship Id="rId7" Type="http://schemas.openxmlformats.org/officeDocument/2006/relationships/image" Target="../media/image251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11.png"/><Relationship Id="rId5" Type="http://schemas.openxmlformats.org/officeDocument/2006/relationships/image" Target="../media/image312.png"/><Relationship Id="rId6" Type="http://schemas.openxmlformats.org/officeDocument/2006/relationships/image" Target="../media/image313.png"/><Relationship Id="rId7" Type="http://schemas.openxmlformats.org/officeDocument/2006/relationships/image" Target="../media/image31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15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16.png"/><Relationship Id="rId5" Type="http://schemas.openxmlformats.org/officeDocument/2006/relationships/image" Target="../media/image317.png"/><Relationship Id="rId6" Type="http://schemas.openxmlformats.org/officeDocument/2006/relationships/image" Target="../media/image250.png"/><Relationship Id="rId7" Type="http://schemas.openxmlformats.org/officeDocument/2006/relationships/image" Target="../media/image31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1.png"/><Relationship Id="rId4" Type="http://schemas.openxmlformats.org/officeDocument/2006/relationships/image" Target="../media/image31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Relationship Id="rId6" Type="http://schemas.openxmlformats.org/officeDocument/2006/relationships/image" Target="../media/image322.png"/><Relationship Id="rId7" Type="http://schemas.openxmlformats.org/officeDocument/2006/relationships/image" Target="../media/image3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AD02C"/>
                </a:solidFill>
                <a:latin typeface="Arial"/>
              </a:rPr>
              <a:t>Chemistry - Native Unicode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193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1ce686e98969e2773a36877ddc0d8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68% of nitric acid in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Has zero enthalpy of mixing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Cannot be separated by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Follows Raoult's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Has zero volume change of mixing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2fab2587738c87046b2e18f531f14a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527536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8824adc6d255c9b54fb977b0aec0d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e6d8c1a192792e134f9835c97f629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96682db825ef68ff6d0bd318a5f2d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13350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eae8f782fc4d633d80f4e968a9e9b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18f09912d5dae54d5a850bdcae3bc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De-salination of sea water can be done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Dialysis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Evaporation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Reverse osmosis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During osmosis, the solvent molecules are moving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Hypertonic solution to 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Hypertonic solution to hypotonic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Higher concentrated solution to lower concentrated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Hypotonic solution to hypertonic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85e11ff420e0691760b4406b44d7b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80eb2d98f4a58a89eddfb42eb0ef4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79ddfbf8d152dc168beb27fcaf3ea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90e8619df31942ad64a15bad31ff9d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80078d04d32cd0e65f0ba3bd9b813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If abnormal molar mass is more than normal molar mass, the Van't Hoff factor (i)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 &gt;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i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 &lt;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i ≥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a solution containing a non-volatile solute, the mole fraction of solvent is 0.9. The relative lowering of vapor pressure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1.1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Isotonic solutions have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Surface 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Vapour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Osmotic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Viscosity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Pick out the ideal solution among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Phenol and Aniline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Ethanol and Acetone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Chloroform and Acetone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n-Hexane and n-Heptane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concentration term depends on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mole 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molality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molarity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condition caused when scuba divers go into deep sea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Anoxia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Hemophilia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1648a162724d21d55e1dfc06b539c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2164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d656764642dff2b6d19b20cd048d5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6c4900fa6557a5d7708b42683af28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38100c757c06d326bceb7a5f9f4b09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c7bffbcbb13a26c1a03a80fa75dc4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dissolution of a gas in a liquid is governed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Roult's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Henry's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Dalton's law of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Boyle's law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maximum amount of a solid solute that can be dissolved in a specific amount of a given liquid solvent does not depend upon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Nature of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Nature of solute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mixture which shows positive deviation from Raoult's law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Ethanol + Acetone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Benzene + 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Acetone +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Chlorobenzene + Bromoethane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93a009755e3d2fecf76868d6f0a70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1d0f068f5d934ec7cbf8aa8bbee05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647f43738a42016cf4776aa2bf0ba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33a2e51d0c041807ba4ed099483ef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49f5df85cc266cc5ed5d619b36b79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pressure cooker reduces the cooking timing because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Heat is more evenly distributed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The boiling point of water inside the cooker is elevated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The boiling point of water inside the cooker is depressed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Higher pressure inside the cooker tenderizes food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solubility of a gas in water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Nature of the gas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Pressure of the 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of the above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solubility of a solid gas does not depend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Nature of the solute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Nature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solution which has lower osmotic pressure with respect to another is called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Hypotonic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solutions which show a large positive deviation from Raoult's law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Minimum boiling point azeotrope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Maximum boiling point azeotrope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Minimum or maximum boiling point azeotrope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 azeotrope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758a0f11f1905994537646c8f1aa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88.3%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56.2%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11.7%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1425326ff301bd1c7cfaeb2b1f370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Greater for gases with higher solubility.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Greater for gases with lower solubility.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Constant for all gases.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Not related to the solubility of gases.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66d79b2be51287a3d89b0ed259d6f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Increases with increase in temperature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Decreases with increase in 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Remains constant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First increases, then decreases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a substance is dissolved in a solvent, the vapor pressure for the solvent is decreased. This results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The solution having a lower osmotic pressure than the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 decrease in the boiling point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The solution having a higher freezing point than the solvent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An increase in the boiling point of the solution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aqueous solutions should have the highest boiling point?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97c8afa522972d1a62913a742a32f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b7b9df19e34270e447a518246d630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8009969dde283c39f3f8424d1cac6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bf8aa062ec37e673f4da54a9858fb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liquid-liquid solutions show negative deviation from Raoult's law?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Benzene and Toluene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Water and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Acetone and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Chlorobenzene and Bromobenzene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solutions is used as an antifreezing agent in car radiators to cool the engine?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35% (v/v) solution of ethylene glycol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35% (m/m) solution of ethylene glycol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35% (m/v) solution of ethylene glycol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35% (v/m) solution of ethylene glycol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c55ed44393b8f83c41b198cd751c6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one of the following is not a solid solution?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Hydrogen in palladium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Camphor in nitrogen 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Amalgam of mercury &amp; sodium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Copper in gold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a8d4062543b826b22ff77bcb35084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 galvanic cell has an electrical potential of 1.1 V. If an opposing potential of 1.1 V is applied to this cell, what will happen to the cell reaction and current flowing through the cell?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The reaction stops and no current flows through the cell.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The reaction continues but current flows in the opposite direction.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The concentration of reactants becomes unity and current flows from cathode to anode.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The cell does not function as a galvanic cell and zinc is deposited on the zinc plate.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An electrochemical cell can behave like an electrolytic cell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Ecell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Ecell &gt; Eext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Ecell &lt; Eext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Ecell = Eext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Assertion: The specific conductivity decreases with dilution. Reason: The number of ions per unit volume that carry the current in a solution decreases on dilution.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f1e939c6584f4da371d0dfffdc1d3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1335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6a208cdca91f635d5e475ebe1b27c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13350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Assertion is true, but the reason is false.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Both assertion and reason are false.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Ecell of Daniel cell is calculated by using the following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1beb6e259661d86cc3136d69b829d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5dff775c44be5f4c84219d2d0d99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f6c8fd322c8d6107ff5caf0395261b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1e3b99d6a27ee61198eb305bce5d0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Fluorine has the highest standard electrode potential, indicating that fluorine gas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Strongest reducing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Strongest oxidizing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Weak oxidizing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c33aaefe93a192324de4dfbbb52e08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5a873d5a7124b0d684e117c079e7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527536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5f043ffe4adecb02761fad3ff1689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d2579b4f5000b4e288e072083d0808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1f689ba9280eeb378da0eda16504a9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163bbe94bac3e28d9cf6601b244c7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a galvanic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Chemical energy is converted into heat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Electrical energy is converted into 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Chemical energy is converted into electrical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Electrical energy is converted into chemical energy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f1af4f91a5c63471142c9dd28989d1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e04014618bb9264ed66e238662e3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62bc3484b862d405607a22da315b0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c72f56f3de773253ab1c42855710e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568d873186bbe5088c6f2a6ebc5cd7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6b1c723944c2e56b4b641021aeace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722608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01370d677fd1ecbfecdf2a0d40e1c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41155e19d392d9a72191ea0759541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e29e8ee3360afd0a54dd762291878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fdde25464ee6ba2a1c22aa81f8614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a73a5488a7c954f3b57363cc91496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f3e69248a7503dd722030bed7693a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6f3b8e0d60ef3d826ff5cfc5fa85e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fe14ae0d906d0f9dd2ab60223acce4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c56f63473ea9aaef2b48aa83dcf851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9b4d4a64c7e4b896682e2db0992ca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Both Zn and Sn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Zn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Neither Zn nor Sn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molar conductivity is maximum for the solution of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0.005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0.001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0.004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0.002 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e1e49b62f095f9975ae1a613380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fb7a83c5c2ec5bb133058d782dc99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917680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2d9bf47b1cccf844602202c377afe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e4c1cdff8a8bd0e1caf7aea0c2fb8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2f29d85327f8b5f9c361a6db20e7ce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72d7b072283b091c875a64ab4d6a8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223723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6ac94eb768f0fa2fd40688c21ee25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 Faraday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 Faraday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 Faraday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4 Faraday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What will happen in the Daniel cell, when Eext&lt;1.1 V?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Electrons flow from Zn rod to Cu rod; hence current flows from Cu to Zn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Electrons flow from Cu rod to Zn rod; hence current flows from Cu to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Electrons flow from Zn rod to Cu rod; hence current flows from Zn to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Electrons flow from Cu rod to Zn rod; hence current flows from Zn to Cu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one Faraday current is passed, which of the following would deposit one-gram atomic mass of the metal?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0e40ab5368ea68246a493a01d7a1a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3801f2ffe8545642e9b8780f43aaf5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316c26c662ef4078ce0405193390a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45ca0d772d1df0084423472f113d38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these statements about a galvanic cell are not true? i) The cathode carries a positive sign. ii) Oxidation occurs at the anode. iii) Electrons flow from cathode to anode in the external circuit. iv) The anode carries a negative 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 and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i and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ii and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ii and iv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b5dca1c114200308f893d84d33961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Acid hydrolysis of ethyl acetate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 order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First order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Second order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Pseudo first order reaction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All natural and artificial radioactive decay of unstable nuclei take place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 order kinetics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Half-order kinetics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First-order kinetics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Second-order kinetics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52f073fb1f1a4702e148605393078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57a6633738f2a1452cb99f391f639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1daeadf0e2f61062319a183fd1616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3d6bad9f5ab39d1ffebb0a2d0c71b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d4f7a221432f1932e698c3a7d6cf0c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b2f8d3c0f9408b9f6398f370f776e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72672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17d07df8ebdcee0d14811793fb912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16885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855e102e941860c22e5f738315c612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1688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94537151d97d51098397c95684ab7a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16885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b2e9bb9ed53858cc3d9d55a1b58b1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temperature. 53. For a chemical reaction A → B, it is found that the rate of a reaction doubles when the concentration of A is doubled.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For a zero-order reaction, the intercept for the plot of concentration of reactants vs. time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-k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log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ddafbfe39f8071a261062618768f22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1abcba88548cb74563a9eee021ba61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90c53f7810bac8f556456c6c96597e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2164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ec6f00169494283bb6adb4533ca30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09672d2253c8f2aa49fad1c7092f0e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2a23d5f5a2d464e390663fba13fe4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d8787dd9bd20eff1777f0efc8c12d7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bcf3fa359193807095d22482d280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3680eb3ea4084604ce42e7cc3b656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2aac8ab63eceaddf2918ea3720b3e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93450b628f4354b47b91a7502e8a6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a reaction, when the concentration of a reactant is increased two times, the increase in the rate of reaction was four times.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First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Zero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Pseudo first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Second order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presence of a catalyst, the heat evolved or absorbed during the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Increases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Decreases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Depends on the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Order of a reaction in which unit of rate of reaction and rate constant are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5d124c3a37659a7591404fda3dd9f5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f3e69248a7503dd722030bed7693a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6f3b8e0d60ef3d826ff5cfc5fa85e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972603c01bc1e763fa89ebdb1668e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51068d5643bbb7a17d7ae1372f3db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66914ad5e876a523cbf991a8d28e13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716512" cy="2164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f3e69248a7503dd722030bed7693a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6f3b8e0d60ef3d826ff5cfc5fa85e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7bfe461779a7e860417b6fdb221975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0553218e70f436f6fc1919cbe3645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collision frequency in a reaction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Number of moles of reactants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Proper 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Activated reactant molecules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Both (b) and (c)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following factor which does not affect the rate of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half-life period of a first-order reaction is 15 minutes. The amount of substance left after one hour will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One-half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One-fourth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One-eighth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One-sixteenth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molecularity of a reaction cannot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Whole number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602ac868b25a161706349e33f6637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Collision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Activation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Collision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Kinetic energy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3c3500f99d7bb330a10b646f30c5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0d09fe48eda0cf43e0e573dfcaebad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3ba8797dba4309cb799c64329621c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S.I. unit of the rate constant of a first-order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98356637bddf5fc12c83f3797f329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238e131ca1ecd89a7bcb8d37a4a423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91dfbe48a8f1da87ba160afc04196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151c63cb3571b290763026c8d279a4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4695ac5267edb30cb0278cdca1fcf0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38,314.5 J mol−1 (or 38.3 kJ mol−1)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19,157.2 J mol−1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76,629.0 J mol−1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8,314.0 J mol−1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time required for 100 percent completion of a zero-order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4ba6494a38ecaef7fb1df821bd669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953533c96d060080f8c5e8dd6441c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eaf506053a4bffc9bf9256c8ad70dd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52e60b6c925143a03bba7ca46e8a9f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unit of the rate constant of a reaction is the same as that of its rate.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Zero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First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Second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Pseudo order.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1f2e3fd774346ae3ec0590de6ff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5841b787cac21bed11d0c5961679c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72d7b072283b091c875a64ab4d6a8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2237232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the initial concentration of the reactant is doubled, then the half-life of a zero-order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Is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Is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Is tripled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factors does not affect the rate of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is correct for a zero-order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f723560fd37fcc3ab4af865c4f475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07d3b9b94ff81fcd9d6ff4060e9e0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43f765605da68e084fd373239b974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26a3c6c719af37689617b153e31772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b7a1ff51b07d4795baf55c34f9537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Actinoids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Radioactive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Prepared in nanograms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Having smaller half-lives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the above are correct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29055dfc3d38630c4743d9424dcb9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4720a9b5f41c8064cfbcf9b40eb29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190045fbabb92fe16bf2a2aaae0f9b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c4b758b1e9f33b0d88348702e6f181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Diamagnetic compound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5d2fbb3f40de389effd92c5efbb67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ef4d878e44e16db01f3259e987364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e36aa2ad4bc9e5d3d1892dd5d766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6ef294536c7a40c5d0ec6ea536b0c5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Identify the correct sequence of the number of unpaired electrons of the following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e1c66e93da63f4f1ef55200002fd2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14cf857264404b68b8e2ace470fa4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fc344b4ead3ffde4294baab484567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b1666c4b103f44a8b1d982a792750d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db6e2f46c5adc91153b21eeb326fd8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935968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+7 to +2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+7 to 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+6 to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+7 to +6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168d111fb9b9b3f1dbd06160c213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Oxidation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Disproportionation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Redox reaction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3404359446f6fa70531948398e92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9" name="Picture 8" descr="6d8502b345c3f2d97e011e3e1d89a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1" name="Picture 10" descr="60d0377befffe4da7f25314a2ea4068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4f1e868039a01b4c634f44d5f1201f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e121c59e3dbd3ba67fc4867f731c9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7f8ea50192d5a5627ac2879d9d70f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0e6f24676aa0a0b60999cb1ee29e0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2f85f05e401775bd66970c4071fd4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1f30df63d087a49085e6a6d8e64c3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characteristic feature of transition metal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They show variable oxidation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They do not form complexes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They are not good catalysts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They exhibit only diamagnetism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correct order of magnetic moment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8f3ea51320f6c85d5b587bc8c9168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11f25d22f42e04af4265686b69114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76c00ee22d017a384c33ec45e8aea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c673d4acd2a8dc4d560d9c4cb900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correct order of melting point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Cr &gt; Mn &gt; 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Fe &gt; Mn &gt;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Cr &gt; Fe &gt; 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Mn &gt; Fe &gt; Cr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dc4d1da9a6d2ff20b992e30724546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60907fde85e325c6633c8f0a7fc72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2a87c0ed70a2df3348325123374b2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Stability of both depends upon the nature of their salts.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fb53832cb2b0683f890e942a5792af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ef70a05da797fcb91684331f3ada1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most stable manganese compound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4d3c493d4b4b9eebff03c1aec366c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c328032a450d73c0c63d02e073826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ef4d878e44e16db01f3259e987364b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fc7585f4f7284e7ea992cf331a1737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548947a2b4bcccaa9c8536eff3e6ff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1/3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1/6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set of 3d series elements that show anomalous electronic configurations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Cr and 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Cu and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Cr and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Mn and Zn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transition metal present in bronze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Zinc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transition metal present in the red pigment of blood haemoglobin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cobalt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Nickel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actinoids show oxidation states up to +7?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Am (Americium)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Th (Thorium)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U (Uranium)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Np (Neptunium)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ions has the least magnetic moment?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3aaf0922e5f94072b64fed1567e0c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6c6cf2d033a3e8f8579fd88ceb080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340705ca4f1ccfc35e064b262ea7b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7a5211bc750846b8b17cc06c48de0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is a colorless 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5c31d602a9807197eb522a9e31bff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ae892f79353332e6c815c313c8ec2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5915d590d1e2f98a911bbfa0efee9b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99d9dde7ddea25730edc88470cd61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pairs have the same paramagnetic moment? (Atomic numbers: Ti = 22, Mn = 25, Ni = 28, Cu = 29)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22760d8d63279f6f34505a41c38dc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81c05846f6ed6442b396631a0b28a4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4a52caf942abc958014b1fdc195d2d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4e48fdcc0c00719d4bc92114a38b1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statements about transition elements is incorrect?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They show variable oxidation states.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All the ions are colored.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They exhibit diamagnetic and paramagnetic properties.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They exhibit catalytic properties.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ac980dd15936a6d362c18cae490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transition metal ions is colorless?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48f910cdcf791b355234a31e85b19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0e6f24676aa0a0b60999cb1ee29e0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99d9dde7ddea25730edc88470cd61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5915d590d1e2f98a911bbfa0efee9b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4df93942aa801372e8bfd7e58778a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 mixture of chloromethane and chlorobenzene are treated with sodium in dry ether,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Diphenyl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8fe8efef444e70704436ddfd69aa3e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625072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R-I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R-Cl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R-F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R-Br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a323e5d3987d5234e7291652fcaba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c5af7f72f81a14f117fe5417b1939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1335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b52b15fb1d70f34c59320bfb560a7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13350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If assertion is correct but reason is incorrect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If assertion is incorrect but reason is correct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Chlorobenzene reacts with magnesium in dry ether to give a compound A, which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28c5e844398ed360124b12ba0266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df48958fe187c961c3b3b49f286cb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2f241cf54d769d816d96a0a159e37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6cb596771ff8b7175041068a1eaf1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Chloroform is stored completely filled in a closed dark-colored bottle. This is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Prevent the oxidation of chloroform by air in the presence of sunlight.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Prevent the evaporation of chloroform.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Prevent the reaction of chloroform with nitrogen in the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1b2fc9c4352efa6edc99226ac24405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5751576"/>
            <a:ext cx="517550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chloride. 108. Four haloalkane compounds represented by the letters M, N, O, and P having boiling points of 24.2°C, 38°C, 3.56°C, and 101.6°C respectively. Among the four compounds, N is most likely to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807f16ae2979b3a0cf87a85c9cf8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d2bd471e8812cc28bfc35745e1b92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7d0a8c9704f0c114ee7660031fc2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74c597b7b46b7435a728c6d43fddf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Freon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Friedel-Crafts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Swartz reaction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vinylic halides, the halogen atom is attached to a carbon atom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sp3 hybridization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sp2 hybridization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sp hybridization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dsp2 hybridization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Match the organic compounds in</a:t>
            </a:r>
          </a:p>
        </p:txBody>
      </p:sp>
      <p:pic>
        <p:nvPicPr>
          <p:cNvPr id="7" name="Picture 6" descr="be44794865040c4d99bb375a275ca6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5724144" cy="585216"/>
          </a:xfrm>
          <a:prstGeom prst="rect">
            <a:avLst/>
          </a:prstGeom>
        </p:spPr>
      </p:pic>
      <p:pic>
        <p:nvPicPr>
          <p:cNvPr id="8" name="Picture 7" descr="f0c8e2dbe15be99ca9455c95ec742b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1920240"/>
            <a:ext cx="5724144" cy="5852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67044" y="1920240"/>
            <a:ext cx="18288" cy="210312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6ea1adba8de6075f153272ea4d2f09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194560"/>
            <a:ext cx="5724144" cy="585216"/>
          </a:xfrm>
          <a:prstGeom prst="rect">
            <a:avLst/>
          </a:prstGeom>
        </p:spPr>
      </p:pic>
      <p:pic>
        <p:nvPicPr>
          <p:cNvPr id="11" name="Picture 10" descr="d599fd60a918cbb6e65eea00bbdb628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651760"/>
            <a:ext cx="5724144" cy="585216"/>
          </a:xfrm>
          <a:prstGeom prst="rect">
            <a:avLst/>
          </a:prstGeom>
        </p:spPr>
      </p:pic>
      <p:pic>
        <p:nvPicPr>
          <p:cNvPr id="12" name="Picture 11" descr="2630664c917df291890cded0c298ac6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108960"/>
            <a:ext cx="5724144" cy="585216"/>
          </a:xfrm>
          <a:prstGeom prst="rect">
            <a:avLst/>
          </a:prstGeom>
        </p:spPr>
      </p:pic>
      <p:pic>
        <p:nvPicPr>
          <p:cNvPr id="13" name="Picture 12" descr="d2aed3c3e91f188dc829c1083921ab8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566160"/>
            <a:ext cx="5724144" cy="585216"/>
          </a:xfrm>
          <a:prstGeom prst="rect">
            <a:avLst/>
          </a:prstGeom>
        </p:spPr>
      </p:pic>
      <p:pic>
        <p:nvPicPr>
          <p:cNvPr id="14" name="Picture 13" descr="303146f291d3bb113dd85c139e6b34f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5916" y="2194560"/>
            <a:ext cx="5724144" cy="585216"/>
          </a:xfrm>
          <a:prstGeom prst="rect">
            <a:avLst/>
          </a:prstGeom>
        </p:spPr>
      </p:pic>
      <p:pic>
        <p:nvPicPr>
          <p:cNvPr id="15" name="Picture 14" descr="698cbba4d39c0ba267387780e8d6d0a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5916" y="2651760"/>
            <a:ext cx="5724144" cy="585216"/>
          </a:xfrm>
          <a:prstGeom prst="rect">
            <a:avLst/>
          </a:prstGeom>
        </p:spPr>
      </p:pic>
      <p:pic>
        <p:nvPicPr>
          <p:cNvPr id="16" name="Picture 15" descr="642860fbfb1865b4c18e7dda726fa25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85916" y="3108960"/>
            <a:ext cx="5724144" cy="585216"/>
          </a:xfrm>
          <a:prstGeom prst="rect">
            <a:avLst/>
          </a:prstGeom>
        </p:spPr>
      </p:pic>
      <p:pic>
        <p:nvPicPr>
          <p:cNvPr id="17" name="Picture 16" descr="b92fa5b0a8343d83471b2328f3b8db0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85916" y="3566160"/>
            <a:ext cx="5724144" cy="5852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19" name="Picture 18" descr="618cfb4e965b18fd8054d9f397cfa7c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7240" y="4572000"/>
            <a:ext cx="110459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5074920"/>
            <a:ext cx="11274552" cy="45720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21" name="Picture 20" descr="85084108c7a05ed3c1c2b8a955ce462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7240" y="5074920"/>
            <a:ext cx="11045952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23" name="Picture 22" descr="faa9973541b7338fc2aa6da4928d6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" y="5577840"/>
            <a:ext cx="11045952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080760"/>
            <a:ext cx="11274552" cy="45720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25" name="Picture 24" descr="ab47f14a28425623de05b0d25342c28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7240" y="6080760"/>
            <a:ext cx="1104595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dcd57849986ed0842bc714ca1af813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Fittig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Select the incorrect 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950fddf6950fbc07485acc5da3a0e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36b17426c2130c8df132a3dfa2feb6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5f0470a377fe896a9c649c6eb028ad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Wurtz reaction - Na / dry ether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6f1e2fc72913ad3e64547a451173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Inductive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Steric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Resonance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Electrometric effect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best reagent used to produce pure alkyl halides from alcohol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f3c9161746dfc2afa526008178229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835ae0cccae84dc2c26fce69ddba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3af0e0f11053039aa502664ea42fb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911367087df608d98fb0c4e748c626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chemical formula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3af0e0f11053039aa502664ea42fb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2c3777c191010e7d49c6f07cfb15e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897dfd90433dbba03de0356c14e6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1057b3e35e09d4476501b1e380475a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chemical name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Acetyl chloride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Methyl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Carbonyl chloride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Chloroform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chiral molecule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1-Bromo butane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2-Bromobutane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2-Bromo propane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2-Bromopropan-2-ol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5d09212a5a26fe60fe21dcc6f0cff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Allylic halides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Aryl halides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Benzylic halides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Vinylic halides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increasing order of boiling points of alkyl halides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4ad117f4b49bcc0f02d7fc5e8d70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83da9c2c7094022e5d276da837e37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81d04f4c6954904ea918f576328e0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8c76c0e74611d5d4c838e14403f71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eab389ac4586dc86eec7642b0baca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1-Chloroethene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1-Chloroethyne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1,2-Dichloroethane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1,1-Dichloroethane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dfa739b6a355df130d604866a09d2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Gattermann reaction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2-Bromo pentane is treated with alcoholic potash, the major product produced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1-Pentene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2-Pentene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2-Pentane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3-Pentene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539688608fd99f2377631fe308db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262233a72850253ff1f6e397d29510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9f071f6d3579dd2e39d20c5cdc89e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0d783b71e5b9bc1ddd0f3eade228f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cdaf80ddce0fdcfa1d25203444957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6a34dd01b6b710e521f6a64dd799f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da9047048daa285f701f67d414b03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2237232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9572c92fd13f17e243048732704d2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954256" cy="2164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 = Propan-1-ol, Q = Propene, R = Propanone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 = Propene, Q = Propan-2-ol, R = Propene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 = Propene, Q = Propan-2-ol, R = Propanone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 = Propanone, Q = Propan-1-ol, R = Propane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1666a567f9f14394b6e7f11d7a6e4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923776" cy="2164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adda973625692e7f1d667812b3249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ddd68126e7d0865f840a4ae30611c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235ed843f3b9ec9f047c57852d99aa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8933c9bb279e30b1833a945d505c9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By which test can 1°, 2°, and 3° alcohols be detected?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Hinsberg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Tollen's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Lucas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Byproduct obtained during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Ketone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Cresol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Enantiomers only differ with respect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Melting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Boiling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Refractive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The rotation of plane-polarized light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Ethane-1,2-diol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Monohydric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Dihydric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Dihydric 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Monohydric phenol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9ff2c7c7fb02e1b99c77f823260bd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631168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Aromatic amine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Aromatic hydroxyl compound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Aromatic dihydroxy compound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Aromatic nitro compound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Halogenation of benzene occurs in the presence of Lewis acid, but halogenation of phenol occurs even in the absence of Lewis acid due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Highly deactivating effect of -OH group attached to the benzene 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Highly activating effect of -OH group attached to the benzene 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Highly deactivating effect of the benzene 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Highly activating effect of the benzene ring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4d8c536d4cbe6a0cf09468d996c22f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Identify the simple ether from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17784206e291b0549e0af15a97dde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eeccdd720d8700c9f425fc092fc1b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b50f6484ce615122104a46a1be744f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55f6ffa3b071be0c8e9b62f8bce5f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Kolbe's reaction, phenol is converted into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Benzoic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Benzaldehyde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picric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Three -OH groups are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Two -OH groups are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Three -NO2 groups are present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One -NO2 group is present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O-nitrophenol and p-nitrophenol are separated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Sublimation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Fractional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Crystallization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Steam distillation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Phenol is less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o-Methylphenol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o-Methoxyphenol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Phenol is more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m-Nitrophenol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p-Nitrophenol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Phenol on oxidation with chromic acid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Benzoquinone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Catechol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Hydroquinone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Phthalic acid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Salicylaldehyde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Dow's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Reimer-Tiemann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Kolbe's reaction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boiling points of alcohols increase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Increase in the number of C-atoms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Decrease in van der Waals forces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Increase of branching in the C-chain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Decrease in the surface area of the C-chain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C-O bond angles of P, Q, and R are found to be 111.7°, 109°, and 108.9°, respectively. Compound P, Q, and R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 = Phenol, Q = Methanol, R = Methoxy Methane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 = Methoxy Methane, Q = Methanol, R = 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 = Methanol, Q = Phenol, R = Methoxy Methane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 = Methoxy Methane, Q = Phenol, R = Methanol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chemicals used to convert commercial alcohol into denatured alcohol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fb8357a9771107df97f50f0e30818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18ac5a17fb5602de5d617fbc6f0ab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fe7a9da2551543a247df190267e1d7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6364bc41dd72c21d73384936d24a5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compound that reacts fastest with Luca’s reagent at room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2-Methylpropan-2-ol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Butan-2-ol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2-Methylpropan-1-ol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Butan-1-ol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correct order of acid strength of the following compounds is: (i) o-bromophenol (ii) p-bromophenol (iii) picric acid (2,4,6-trinitrophenol) (iv) 2,4,6-tribromophenol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(iii) &gt; (iv) &gt; (i) &gt; (ii)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(iii) &gt; (iv) &gt; (ii) &gt; (i)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(iv) &gt; (iii) &gt; (i) &gt; (ii)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(i) &gt; (ii) &gt; (iv) &gt; (iii)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decreasing order of boiling points of ethanol, propane, and dimethyl ether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Ethanol &gt; Dimethyl ether &gt; Propane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Ethanol &gt; Propane &gt; Dimethyl 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Propane &gt; Dimethyl ether &gt; 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Propane &gt; Ethanol &gt; Dimethyl ether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df1c92bcf033712b2700098c192c33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Intra-molecular hydrogen bonding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Inter-molecular hydrogen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079791db041bc5d77afdf38220380f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major byproduct during the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Acetone.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Cresol.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Alcohol.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Acetaldehyde.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major product formed when phenol is treated with excess bromine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Picric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f05dfe5d1ad5385d1d395ac93c7e5d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acts as catalyst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act as nucleophile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act as weak electrophile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act as strong electrophile.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What is the correct order of boiling points of alcohols having the same number of carbon atoms?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1° &gt; 2° &gt; 3°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3° &gt; 2° &gt; 1°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3° &gt; 1° &gt; 2°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2° &gt; 1° &gt; 3°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an alcohol is treated with Luca’s reagent, if immediate turbidity appears, then it confirms the presence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Primary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Secondary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Tertiary 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phenol is heated with chloroform in sodium hydroxide followed by acidification, the product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Chlorobenzene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Benzyl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phenol is heated with Zn dust, it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Benzyl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Methanol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Benzene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c4b6a6aba0cd1fdf9211003dbf364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743712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When phenol is treated with bromine water, a white precipitate of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2-Bromophenol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4-Bromophenol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Both 2-Bromophenol and 4-Bromophenol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33b17071094c6bc87c39350eeee18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125577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According to the spectrochemical series, the strongest field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f9a5528a5bd669eadf67e523315ea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3b68266d533b4a4deae830c6974c7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b6cc2b1e9f86ffbde1aa98eea9a1e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b0759a13943b411c3c41380b48e5ad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According to Werner's theory, the primary valencies of the central atom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Satisfied by negative ions or neutral molecules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Satisfied by negative 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Are equal to coordination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Decide the geometry of the complex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Among the following statements, which statement is correct about metal carbonyls?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Metal carbonyls are s-bonded organometallic compounds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Metal carbonyls are p-bonded organometallic compounds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Metal carbonyls involve both s and p bonds between metal and oxygen of the carbonyl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Metal carbonyls involve both s and p bonds between metal and carbon of the carbonyl group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5c88d05e39ed77eab35c04dbb07f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a07fcf6a92c840b019aa55e4f2637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17c54cabd942300e53086055b266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2102fd2ecdb72025c4af788bca0816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An example of 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b0759a13943b411c3c41380b48e5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a07fcf6a92c840b019aa55e4f2637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cbfdf584f205715030f31bcc7ee27f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0d0377befffe4da7f25314a2ea4068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d1b05257e393343e840ae7dbd733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b7763e7c1eb478beb3b498669d43c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c4c8a50c20f6e059c75f7a6f915e8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a0d85ac477b1424e21b6bf54373d17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b69071dd698d40ef29bda3d0f2b9a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da977c393ee416033bd6cb935c9fe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e835b1491c8747b70a30fc60fbca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2a92919519ddcbe0019da8deb7434e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3caa923f187ecb8b295992aaaeb95c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e5f7ec067f488d9141a6f5479d57a2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b6b7a71d37212385c1395dff5d02f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4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2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f6ba8eb60198180df5b5fe24ab50e9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π-character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Both σ- and π-characters.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Ionic character.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σ-character.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In metal carbonyls, the M-C sigma bond is formed by the donation of a lone pair of electrons on the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Carbonyl carbon atom to filled orbital of metal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Carbonyl carbon atom to vacant orbital of metal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90182b55b80eaf1311a903778992f7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77e3fc72a3ebc52f99924bd32f4119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9ef95105981ad273f138307b78f4d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37a73c9709d9248dc630117470764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2f80b9fd33b6286e536b4d65eb3cf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e8cdb9b2da6ffbbd2454e8520be8ab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736336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01f753337d607aa4fd69796e55d85d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92f14af532ab23344d4207164419c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Two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One Cis and One Trans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af98c6324f63ff882ee6bcf5ecd29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All three are cis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All three are trans only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aedf2898a76b4f9fb4dbefe8349b9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2057888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Synergic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Chelating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Only σ bond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ddbfee10a7c22fd6ec7f52befea305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central metal atoms/ions in coordination compounds are also called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Lewis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Brønsted acids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Brønsted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Lewis acids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69315f46b78ce849aee933753f864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Fac-mer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Cis-trans isomerism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2111dfee94e22e18df0c0694887785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b370ad5aefca54b24e3033d2c04404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e5c64db840b770d66c336e45c4e53ff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Geometrical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1ce0365ce4c953eae2b66df7ae92a3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63726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a2f02ceefdcc5ff10941afee21af8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e5f7ec067f488d9141a6f5479d57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3caa923f187ecb8b295992aaaeb95c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62ce9a5e159384f7b0a796a0e3ff15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9cb03a607bdd3877bf2597950c29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octahedral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tetrahedral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trigonal bipyramidal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square pyramidal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7fe2c07cea8c8f699b4c8f88389182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Ionisation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Solvate isomerism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c4a3041eb7f871f9f38f2a40d891e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aacdbe94d48e3d0f5e7b2e115fbfe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8dbc2f0104de427ea236255a569ec1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68f80ed39b8e2f473fe4a2a977e90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3a4991c6053f8919285839b09a62b9f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337976fbb0e6b0cf5522334643d0d1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95e6ee56d743803e4b3d16e041d82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c28c37b5d9bce8e22134df3f056cb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5c0fd03648c0ffa6d537bc9ea4970f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b97352a33ccffcb17f72bd45485ac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cdc116029e01f4c1666f5e2425a586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9b658fddc27ba6544a24fca40329c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1abc045db7a6541bc6e4aed08911eb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8384edba8213d194218c18330e0d1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67876468ce0f55c0708059b7bc689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a0db366ab5413a292262ed7794a9f5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688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9b658fddc27ba6544a24fca40329c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88384edba8213d194218c18330e0d1a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a6b26e4c1a19b9a53e232638c96e1a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a0132f955031776fa06db56f56fc66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a9693a3d3418246f200f2378d4759b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743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+3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oxidation state of metal in metal carbonyl complexes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2f8c0cdc1fbe05ab97c9e59aed4bf4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0 and 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d9b7c83edf2d62cfa7ba9b9794e0d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6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The sum of coordination number and oxidation number of the metal M in the complex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a4331a9f5fbcfd1351651369eb6a1e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0, 2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6, 1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5, 2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6, 2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is an ambidentate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b0759a13943b411c3c41380b48e5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3b68266d533b4a4deae830c6974c7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2d01eff3bc0f126b2fb097854309c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5c88d05e39ed77eab35c04dbb07f9f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is the correct increasing order of strength in the spectrochemical series of ligands?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c1f1e0ddd69df626660165b46127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98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a0a4ed170920909aa453474a8bd69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981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f5d954c22040609c8b329777e4c90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981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e9c05f52207a73a09f59cd37771d7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98145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ligands can exhibit linkage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bc21e518677884e1e42c091786b97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3b68266d533b4a4deae830c6974c7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b6cc2b1e9f86ffbde1aa98eea9a1e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b0759a13943b411c3c41380b48e5ad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ligands produces a synergic effect in coordination complexes?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Oxalates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Carbon Monoxide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Nitrates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of the following species is not a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e2346f8e2451aae285c9e64df76c2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95bed337a6101ba2f5d33fa5b3ab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b0759a13943b411c3c41380b48e5ad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3cd05c411c31cba8bdc6e22dd35e31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004627ad6c848536a2c64d616987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pic>
        <p:nvPicPr>
          <p:cNvPr id="6" name="Picture 5" descr="670fe3fe68440e019ee6c077e2c26a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11454384" cy="121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  <a:r>
              <a:rPr sz="1800">
                <a:solidFill>
                  <a:srgbClr val="F0F0F0"/>
                </a:solidFill>
                <a:latin typeface="Arial"/>
              </a:rPr>
              <a:t>Primary Valencies are ionisable while Secondary Valencies are non-ionisable.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  <a:r>
              <a:rPr sz="1800">
                <a:solidFill>
                  <a:srgbClr val="F0F0F0"/>
                </a:solidFill>
                <a:latin typeface="Arial"/>
              </a:rPr>
              <a:t>Primary Valencies are non-ionisable while Secondary Valencies are ionisable.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  <a:r>
              <a:rPr sz="1800">
                <a:solidFill>
                  <a:srgbClr val="F0F0F0"/>
                </a:solidFill>
                <a:latin typeface="Arial"/>
              </a:rPr>
              <a:t>Both Primary and Secondary Valencies are non-ionisable.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  <a:r>
              <a:rPr sz="1800">
                <a:solidFill>
                  <a:srgbClr val="F0F0F0"/>
                </a:solidFill>
                <a:latin typeface="Arial"/>
              </a:rPr>
              <a:t>Both Primary and Secondary Valencies are ionisable.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72d7b072283b091c875a64ab4d6a8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48840"/>
            <a:ext cx="11253216" cy="2237232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92608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dbc5afa029431811d138fc9abbc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"/>
            <a:ext cx="2926080" cy="505968"/>
          </a:xfrm>
          <a:prstGeom prst="rect">
            <a:avLst/>
          </a:prstGeom>
        </p:spPr>
      </p:pic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182879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112745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D02C"/>
                </a:solidFill>
                <a:latin typeface="Arial"/>
              </a:rPr>
              <a:t>Which type of complexes doesn't show geometrical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3c6f66775812c2724b02dd8539c29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37176"/>
            <a:ext cx="5175504" cy="627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48463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917917abc1cf522357e36e4f7f723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837176"/>
            <a:ext cx="5175504" cy="627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13288ff24995c7f77b8fd950d8359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51576"/>
            <a:ext cx="5175504" cy="627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5760720"/>
            <a:ext cx="5408676" cy="73152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8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7b43bbacb0bad87c556257cbb901dd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5751576"/>
            <a:ext cx="5175504" cy="62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