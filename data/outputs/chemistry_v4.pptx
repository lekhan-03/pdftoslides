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205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1. 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2. Assuming complete dissociation, the value of van't Hoff factor for Na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3. Consider a blood cell placed in a NaCl solution of concentration more than 0.9% (w/V). Which
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cell to the NaCl 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NaCl 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cell to the NaCl 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4. 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5. 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6. For a 0.1M 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&gt;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PO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&lt;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PO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≈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PO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=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PO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7. 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8. In a solution containing a non-volatile solute, the mole fraction of solvent is 0.9. The relative
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9. 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10. 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11. 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12. 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13. The KH values for Ar(g), CO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(aq), HCHO (aq), and CH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(aq) are 40.39, 1.67, 1.83 × 10⁻³, and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14. 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HCHO &lt; 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HCHO &lt; CO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 &lt; CO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&lt; HCHO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 &lt; 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&lt; HCHO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15. The maximum amount of a solid solute that can be dissolved in a specific amount of a given
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16. 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17. The most diluted solution is (molar mass of NaCl = 58.5 g mol⁻¹)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2% (w/w) NaCl 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1M NaCl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ppm of NaCl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 m NaCl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18. 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19. 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20. 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21. 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22. 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23. The tanks 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24. The value of Henry's constant KH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25. Value of Henry's constant (KH)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26. When a substance is dissolved in a solvent, the vapor pressure for the solvent is decreased. This
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27. 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NaOH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KNO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28. 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29. Which of the following solutions is used as an antifreezing agent in car radiators to cool the
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30. 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31. A galvanic cell has an electrical potential of 1.1 V. If an opposing potential of 1.1 V is applied
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32. 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33. Assertion: The specific conductivity decreases with dilution.
Reason: The number of ions per unit volume that carry the current in a solution decreases on
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true, and the reason is the correct explanation of the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 assertion.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34. Ecell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²</m:t>
                    </m:r>
                    <m:r>
                      <m:rPr>
                        <m:sty m:val="p"/>
                      </m:rPr>
                      <m:t>⁺</m:t>
                    </m:r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²</m:t>
                    </m:r>
                    <m:r>
                      <m:rPr>
                        <m:sty m:val="p"/>
                      </m:rPr>
                      <m:t>⁺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²</m:t>
                    </m:r>
                    <m:r>
                      <m:rPr>
                        <m:sty m:val="p"/>
                      </m:rPr>
                      <m:t>⁺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²</m:t>
                    </m:r>
                    <m:r>
                      <m:rPr>
                        <m:sty m:val="p"/>
                      </m:rPr>
                      <m:t>⁺</m:t>
                    </m:r>
                    <m:r>
                      <m:rPr>
                        <m:sty m:val="p"/>
                      </m:rPr>
                      <m:t>/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²</m:t>
                    </m:r>
                    <m:r>
                      <m:rPr>
                        <m:sty m:val="p"/>
                      </m:rPr>
                      <m:t>⁺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²</m:t>
                    </m:r>
                    <m:r>
                      <m:rPr>
                        <m:sty m:val="p"/>
                      </m:rPr>
                      <m:t>⁺</m:t>
                    </m:r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35. 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SEP value is zero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36. If the E⁰cell for a given reaction has a negative value, then which of the following is the correct relationship for the value of ΔG⁰ 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ΔG⁰&gt;0 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ΔG⁰&lt;0 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ΔG⁰&gt;0 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ΔG⁰&lt;0 and Keq&gt;1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37. 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38. Match the batteries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(iv)  H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-O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 fuel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i-a, ii-b, iii-c, iv-d (C) i-c, ii-d, iii-a, iv-b (a) Lead (Pb)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Hydrogen(H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) 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Zinc (Zn)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Zinc – Mercury amalgam(Zn(Hg)) (B) i-b, ii-a, iii-d, iv-c (D) i-d, ii-c, iii-a, iv-b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39. Saturated solution of KNO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 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K⁺ is greater than that of 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⁻ is greater than that of K⁺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both K⁺ and 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⁻ 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 is highly soluble in water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40. Statement I: Conductivity (κ) of a solution decreases with dilution.
Statement II: Molar conductivity (λm) of solution increases with dilution.
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41. Statement I: Cu displaces 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gas from dilute acids. Statement II: ions Cu²⁺ get reduced more easily than H⁺ 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and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42. The E° values of Fe²⁺ / Fe, Zn²⁺ / Zn, and Sn²⁺ / Sn are -0.44V, -0.76V, and -0.14V
respectively. Which of these metals can displace iron from an Fe²⁺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43. 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44. The product formed at the anode during the electrolysis of aqueous NaCl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45. The quantity of electricity required for the reduction of one mole of Al³⁺ 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46. 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47. When one Faraday current is passed, which of the following would deposit one-gram atomic
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BaCl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48. Which of these statements about a galvanic cell are not true?
i) The cathode carries a positive sign.
ii) Oxidation occurs at the anode.
iii) Electrons flow from cathode to anode in the external circuit.
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49. 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50. 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51. For 2NO(g) + 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(g) → 2NO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(g), the following initial-rate data were obtained. Choose the rate
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k[NO]² [O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 [O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k[NO]² [O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52. Consider the Arrhenius equation k=e−Ea/RT 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 temperature.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53. For a chemical reaction A → B, it is found that the rate of a reaction doubles when the
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54. For a zero-order reaction, the intercept for the plot of concentration of reactants vs. time is
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[R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55. In a reaction A + B → products, rate is doubled when the concentration of B is doubled, and
rate increases by a factor of 8 when the concentrations of both the reactants (A and B. are
doubled. The rate law for the reaction can be written 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 [A][B]²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 [A]²[B]²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 [A]²[B]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𝐾 [A] [B]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56. In a reaction Hg + 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→ HgCl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, 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disappearance of 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HgCl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57. In a reaction, when the concentration of a reactant is increased two times, the increase in the
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58. 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59. 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60. Statement I: A catalyst does not alter Gibb’s energy (ΔG) of a reaction.
Statement II: A catalyst alters the activation energy (Ea) of a reaction by providing an alternate
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correct,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61. Statement I: If in a zero-order reaction, the concentration of the reactant is doubled, the half-life
period is also doubled.
Statement II: For a first-order reaction, the half-life period is independent of the initial
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62. 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63. 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64. The half-life period of a first-order reaction is 15 minutes. The amount of substance left after
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65. 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66. The number of collisions per second 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67. The order of a chemical reaction having the rate expression, Rate = k[A] [B]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68. The overall order of a reaction which has the rate expression Rate = K[A]¹/²[B]³/²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69. The order for a reaction with the rate law Rate=𝑘[𝐴]¹[𝐵]¹is: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70. The rate constant of a reaction is k = 2.3 × 10⁻⁵ L mol⁻¹ s⁻¹.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71. 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s⁻¹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 dm⁻³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 dm⁻³ s⁻¹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mol⁻¹ dm³ s⁻¹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72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s</m:t>
                    </m:r>
                    <m:r>
                      <m:t>l</m:t>
                    </m:r>
                    <m:r>
                      <m:t>o</m:t>
                    </m:r>
                    <m:r>
                      <m:t>p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r</m:t>
                    </m:r>
                    <m:r>
                      <m:t>r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i</m:t>
                    </m:r>
                    <m:r>
                      <m:t>u</m:t>
                    </m:r>
                    <m:r>
                      <m:t>s</m:t>
                    </m:r>
                    <m:r>
                      <m:t>p</m:t>
                    </m:r>
                    <m:r>
                      <m:t>l</m:t>
                    </m:r>
                    <m:r>
                      <m:t>o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  <m:r>
                      <m:t>v</m:t>
                    </m:r>
                    <m:r>
                      <m:t>e</m:t>
                    </m:r>
                    <m:r>
                      <m:t>r</m:t>
                    </m:r>
                    <m:r>
                      <m:t>s</m:t>
                    </m:r>
                    <m:r>
                      <m:t>u</m:t>
                    </m:r>
                    <m:r>
                      <m:t>s</m:t>
                    </m:r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  <m:r>
                      <m:t>f</m:t>
                    </m:r>
                    <m:r>
                      <m:t>o</m:t>
                    </m:r>
                    <m:r>
                      <m:t>r</m:t>
                    </m:r>
                    <m:r>
                      <m:t>a</m:t>
                    </m:r>
                    <m:r>
                      <m:t>g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n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f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o</m:t>
                    </m:r>
                    <m:r>
                      <m:t>b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2000</m:t>
                    </m:r>
                    <m:r>
                      <m:t>K</m:t>
                    </m:r>
                    <m:r>
                      <m:rPr>
                        <m:sty m:val="p"/>
                      </m:rPr>
                      <m:t>.</m:t>
                    </m:r>
                    <m:r>
                      <m:t>W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r</m:t>
                    </m:r>
                    <m:r>
                      <m:t>g</m:t>
                    </m:r>
                    <m:r>
                      <m:t>y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ₐ</m:t>
                    </m:r>
                    <m:r>
                      <m:rPr>
                        <m:sty m:val="p"/>
                      </m:rPr>
                      <m:t>)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n</m:t>
                    </m:r>
                    <m:r>
                      <m:t>J</m:t>
                    </m:r>
                    <m:r>
                      <m:t>m</m:t>
                    </m:r>
                    <m:r>
                      <m:t>o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⁻</m:t>
                    </m:r>
                    <m:r>
                      <m:rPr>
                        <m:sty m:val="p"/>
                      </m:rPr>
                      <m:t>¹</m:t>
                    </m:r>
                    <m:r>
                      <m:rPr>
                        <m:sty m:val="p"/>
                      </m:rPr>
                      <m:t>?</m:t>
                    </m:r>
                    <m:r>
                      <m:rPr>
                        <m:sty m:val="p"/>
                      </m:rPr>
                      <m:t>(</m:t>
                    </m:r>
                    <m:r>
                      <m:t>G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n</m:t>
                    </m:r>
                    <m:r>
                      <m:t>R</m:t>
                    </m:r>
                    <m:r>
                      <m:rPr>
                        <m:sty m:val="p"/>
                      </m:rPr>
                      <m:t>=</m:t>
                    </m:r>
                    <m:r>
                      <m:t>8.314</m:t>
                    </m:r>
                    <m:r>
                      <m:t>J</m:t>
                    </m:r>
                    <m:r>
                      <m:t>K</m:t>
                    </m:r>
                    <m:r>
                      <m:rPr>
                        <m:sty m:val="p"/>
                      </m:rPr>
                      <m:t>⁻</m:t>
                    </m:r>
                    <m:r>
                      <m:rPr>
                        <m:sty m:val="p"/>
                      </m:rPr>
                      <m:t>¹</m:t>
                    </m:r>
                    <m:r>
                      <m:t>m</m:t>
                    </m:r>
                    <m:r>
                      <m:t>o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⁻</m:t>
                    </m:r>
                    <m:r>
                      <m:rPr>
                        <m:sty m:val="p"/>
                      </m:rPr>
                      <m:t>¹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38,314.5 J mol⁻¹ (or 38.3 kJ mol⁻¹)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19,157.2 J mol⁻¹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76,629.0 J mol⁻¹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8,314.0 J mol⁻¹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73. 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2k / [R]0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[R]0 / 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[R]0 /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[R]0 k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74. The unit of the rate constant of a reaction is the same as that of its rate. The order of the
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75. What is the value of ‘x' if the total order of the reaction, which has the rate expression:
Rate = k [A]ˣ [B]²ˣ 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76. When the initial concentration of the reactant is doubled, then the half-life of a zero-order
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77. 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78. 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]⁰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]²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]⁻¹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]¹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79. 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80. Among ScCl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, TiCl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, and ZnCl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, 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ScCl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ZnCl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81. 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FeO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82. 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Ti³⁺ &gt; Cr³⁺ &gt; Fe³⁺ &gt; Ni²⁺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Fe³⁺ &gt; Ni²⁺ &gt; Ti²⁺ &gt; Cr³⁺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Fe³⁺ &gt; Cr³⁺ &gt; Ni²⁺ &gt; Ti³⁺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Fe³⁺ &gt; Cr³⁺ &gt; Ti³⁺ &gt; Ni²⁺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83. In a neutral or faintly alkaline medium, KMnO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oxidizes iodide ions into iodate. The
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84. In aqueous solution, copper (I) 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85. Potassium permanganate oxidizes sulphurous acid (H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7</a:t>
            </a:r>
            <a:r>
              <a:rPr sz="1600" b="0">
                <a:solidFill>
                  <a:srgbClr val="F0F0F0"/>
                </a:solidFill>
                <a:latin typeface="Arial"/>
              </a:rPr>
              <a:t>²⁻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²⁻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²⁻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86. The aqueous solution of a transition metal ion M⁺ is colorless. The ion M⁺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Mn²⁺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V⁴⁺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Ti⁴⁺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87. 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88. 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Sc³⁺ &lt; Ti³⁺ &lt; Ti²⁺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Ti³⁺ &lt; Ti²⁺ &lt; Sc³⁺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Ti²⁺ &lt; Sc³⁺ &lt; Ti³⁺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Sc³⁺ &lt; Ti²⁺ &lt; Ti³⁺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89. The correct order of melting point is
(A) Cr &gt; Mn &gt; Fe (C) Cr &gt; Fe &gt; Mn (B) Fe &gt; Mn &gt; Cr (D) Mn &gt; Fe &gt; Cr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90. The electronic configuration of Cu (II) is 3d⁹, whereas Cu(I) is 3d¹⁰. Which of the following
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(II) 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(II) 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91. The magnetic moment of an element is 1.73 BM. 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92. 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MnF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93. The number of moles of K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Cr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7</a:t>
            </a:r>
            <a:r>
              <a:rPr sz="1800" b="1">
                <a:solidFill>
                  <a:srgbClr val="FAD02C"/>
                </a:solidFill>
                <a:latin typeface="Arial"/>
              </a:rPr>
              <a:t> reduced by one mole of Sn²⁺ 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94. 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95. 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96. 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97. 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98. 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Cu²⁺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Ni²⁺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Fe²⁺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99. 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V³⁺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Ti³⁺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Zn²⁺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100. Which of the following pairs have the same paramagnetic moment?
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Ti³⁺, Ni²⁺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Cu²⁺, Ti³⁺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Ti²⁺, Cu²⁺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Mn²⁺, Cu²⁺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101. 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102. 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V²⁺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Zn²⁺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Ti³⁺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103. A mixture of chloromethane and chlorobenzene are treated with sodium in dry ether,
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104. Among the following alkyl halides, which is more reactive towards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105. Assertion: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reactions do not proceed with retention.
Reason: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proceeds in single steps.
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106. 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MgCl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MgCl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MgCl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107. 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CO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to form extremely poisonous gas carbonyl chloride.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108. Four haloalkane compounds represented by the letters M, N, O, and P having boiling
points of 24.2°C, 38°C, 3.56°C, and 101.6°C respectively. Among the four compounds, N
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7</a:t>
            </a:r>
            <a:r>
              <a:rPr sz="1600" b="0">
                <a:solidFill>
                  <a:srgbClr val="F0F0F0"/>
                </a:solidFill>
                <a:latin typeface="Arial"/>
              </a:rPr>
              <a:t>I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109. 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110. 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sp³ 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sp² 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dsp² hybridization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111. Match the organic compounds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(1)  Carbon tetrachloride (CCl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4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Fire extinguisher (2) Iodoform (CHI₃)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Antiseptic (3) Chloroform (CHCl₃)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Solvent for fats (4) Methylene chloride (CH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Cl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473659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Paint remover (A) (1)-(A), (2)-(B), (3)-(C), (4)-(D) (B) (1)-(D), (2)-(C), (3)-(B), (4)-(A) (C) (1)-(B), (2)-(A), (3)-(D), (4)-(C) (D) (1)-(C), (2)-(D), (3)-(A), (4)-(B)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112. R - X + NaI (dry acetone) → RI + NaX, 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113. 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 - CoF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 - 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Sandmeyer's reaction - CuCl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114. Tertiary alkyl halides are least reactive towards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115. 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Concentrated HCl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Concentrated HBr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NaBr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116. 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117. 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118. The chiral molecule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119. The compound 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C=CH-Cl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120. 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RF &gt; RCl &gt; RBr &gt; 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RF &gt; RI &gt; RCl &gt; RBr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RI &gt; RBr &gt; RCl &gt; 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RCl &gt; RBr &gt; RF &gt; RI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121. The IUPAC 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122. The reaction CH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Br + AgF → CH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F + AgBr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123. When 2-Bromo pentane is treated with alcoholic potash, the major product produced
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124. Which of the following alkyl halides will undergo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1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C-F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C-Cl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C-Br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C-I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125. A compound P with formula C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1800" b="1">
                <a:solidFill>
                  <a:srgbClr val="FAD02C"/>
                </a:solidFill>
                <a:latin typeface="Arial"/>
              </a:rPr>
              <a:t> on reaction with 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O in presence of 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gives
the compound Q. Compound Q on heating with Cu at 573K produces the compound R.
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126. An organic compound ‘A' containing C, H, and O has a pleasant odor with a boiling
point of 78°C. On boiling ‘A' with conc. 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, a colorless gas is produced which
decolorizes bromine water and alkaline KMnO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. 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OH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COOCH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127. 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128. Byproduct obtained during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129. 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130. 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131. Find out the product of the following reaction:
(Reaction involving NaOH, 623K, 300 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132. Halogenation of benzene occurs in the presence of Lewis acid, but halogenation of
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133. How many alcohols with molecular formula C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10</a:t>
            </a:r>
            <a:r>
              <a:rPr sz="1800" b="1">
                <a:solidFill>
                  <a:srgbClr val="FAD02C"/>
                </a:solidFill>
                <a:latin typeface="Arial"/>
              </a:rPr>
              <a:t>O 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134. 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OC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OC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OC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OCH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135. 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136. 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137. 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138. 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139. Phenol is more acidic than
A. Ethanol C. m-Nitrophenol B. o-Nitrophenol D. p-Nitrophenol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140. 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141. 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142. 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143. The C-O bond angles of P, Q, and R are found to be 111.7°, 109°, and 108.9°,
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144. 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 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CuSO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 and Pyridine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145. 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146. The correct order of acid strength of the following compounds is:
(i) o-bromophenol
(ii) p-bromophenol
(iii) picric acid (2,4,6-trinitrophenol)
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147. 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148. The high boiling point of ethanol [C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1800" b="1">
                <a:solidFill>
                  <a:srgbClr val="FAD02C"/>
                </a:solidFill>
                <a:latin typeface="Arial"/>
              </a:rPr>
              <a:t>OH] compared to methoxy methane
[CH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OCH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] 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149. 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150. 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151. The role of CO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in Kolbe's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152. What is the correct order of boiling points of alcohols having the same number of
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153. When an alcohol is treated with Luca’s reagent, if immediate turbidity appears, then it
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154. When phenol is heated with chloroform in sodium hydroxide followed by
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155. When phenol is heated with Zn dust, it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156. When phenol is treated with bromine water, a white precipitate of the product
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157. 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158. 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159. 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160.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Cl⁻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CN⁻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OH⁻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⁺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161. 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CN⁻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²⁻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162. Cobalt (III) chloride forms several octahedral complexes with ammonia. Which of the
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.4NH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.5NH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.6NH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.3NH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163. If Δ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o</a:t>
            </a:r>
            <a:r>
              <a:rPr sz="1800" b="1">
                <a:solidFill>
                  <a:srgbClr val="FAD02C"/>
                </a:solidFill>
                <a:latin typeface="Arial"/>
              </a:rPr>
              <a:t>&lt;P (Pairing energy), for the d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ion, an entry of the 4th electron gives the
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²e2g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⁴e0g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164. In coordination compound [CoCl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(en)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]Br, the primary and secondary valencies of Co
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165. In Fe(CO)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1800" b="1">
                <a:solidFill>
                  <a:srgbClr val="FAD02C"/>
                </a:solidFill>
                <a:latin typeface="Arial"/>
              </a:rPr>
              <a:t>, 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π-character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σ- and π-characters.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σ-character.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166. In metal carbonyls, the M-C sigma bond is formed by the donation of a lone pair of
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Filled d-orbital of metal to vacant antibonding π orbital of 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167. IUPAC name of [CoCl(en)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ONO] 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ChloridoethylenediaminenitroCobalt (III) 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ChloridoethylenediaminenitroCobaltate (III) 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168. Square planar complex of the type [MABXL] (where A, B, X, L are unidentate)
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169. Square planar complex of the type MABXL (where A, B, X, L are unidentates) shows
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170. The bond between CO 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σ 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171. 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172. The complex [Pt (NH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] exhibits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173. The complex [PtCl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.4NH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Br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] is treated with excess of AgNO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 solution, and two
moles of AgBr is precipitated. The primary and secondary 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174. The complex PtCl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.4NH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Br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is treated with excess of AgNO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 solution, two mole of
AgBr is precipitated. The primary and secondary 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175. The complexes [Co (NH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1800" b="1">
                <a:solidFill>
                  <a:srgbClr val="FAD02C"/>
                </a:solidFill>
                <a:latin typeface="Arial"/>
              </a:rPr>
              <a:t>] [Cr (CN)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1800" b="1">
                <a:solidFill>
                  <a:srgbClr val="FAD02C"/>
                </a:solidFill>
                <a:latin typeface="Arial"/>
              </a:rPr>
              <a:t>] and [Cr (NH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1800" b="1">
                <a:solidFill>
                  <a:srgbClr val="FAD02C"/>
                </a:solidFill>
                <a:latin typeface="Arial"/>
              </a:rPr>
              <a:t>] [Co (CN)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1800" b="1">
                <a:solidFill>
                  <a:srgbClr val="FAD02C"/>
                </a:solidFill>
                <a:latin typeface="Arial"/>
              </a:rPr>
              <a:t>] are examples of
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 The electron configuration of an octahedral d⁴ coordination entity with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&gt; P is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²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³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⁴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² e²g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177. The geometry of the complex Fe (CO)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1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178. The isomerism exhibited by complexes [Co (NH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1800" b="1">
                <a:solidFill>
                  <a:srgbClr val="FAD02C"/>
                </a:solidFill>
                <a:latin typeface="Arial"/>
              </a:rPr>
              <a:t>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] Br and [Co (NH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1800" b="1">
                <a:solidFill>
                  <a:srgbClr val="FAD02C"/>
                </a:solidFill>
                <a:latin typeface="Arial"/>
              </a:rPr>
              <a:t>Br]SO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Solvate isomerism The IUPAC name of the complex ion [CoCl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(en)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]⁺ is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179.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Di-chloridodiethylene diamine cobalt (III)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Dichlorido bis(ethane-1,2-diamine) cobalt (III)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Dichlorido bis(ethane-1,2-diamine) cobalt (IV)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180. The IUPAC name of the ionization isomer of [Co (NH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1800" b="1">
                <a:solidFill>
                  <a:srgbClr val="FAD02C"/>
                </a:solidFill>
                <a:latin typeface="Arial"/>
              </a:rPr>
              <a:t> 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] 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sulphato cobalt (III) 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bromido cobalt (III) 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sulphato cobalt (II) 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181. The magnitude of CFSE (Crystal Field Splitting Energy) (Δ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1800" b="1">
                <a:solidFill>
                  <a:srgbClr val="FAD02C"/>
                </a:solidFill>
                <a:latin typeface="Arial"/>
              </a:rPr>
              <a:t>) can be related to the
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&lt;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³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&gt;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⁶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811987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&gt;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⁵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811987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&lt;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⁴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1</a:t>
            </a:r>
            <a:r>
              <a:rPr sz="1600" b="0">
                <a:solidFill>
                  <a:srgbClr val="F0F0F0"/>
                </a:solidFill>
                <a:latin typeface="Arial"/>
              </a:rPr>
              <a:t> The magnitude of CFSE (Crystal Field Splitting Energy,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) can be related to the d⁴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182.
configuration of the central metal in an octahedral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&lt;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³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&gt;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⁵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&gt;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>
                <a:solidFill>
                  <a:srgbClr val="F0F0F0"/>
                </a:solidFill>
                <a:latin typeface="Arial"/>
              </a:rPr>
              <a:t>⁴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&lt;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The oxidation number of Cu in [Cu (CN)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]³⁻ is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184. 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The primary and secondary valencies of [Fe(C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]³⁻ complexes are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185.
224[M(en)(CO)] 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and 3 The primary and secondary valencies of iron in the complex [Fe(C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]³⁻ are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187. 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188. The terminal and bridged CO ligands in the compound [Co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(CO)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8</a:t>
            </a:r>
            <a:r>
              <a:rPr sz="1800" b="1">
                <a:solidFill>
                  <a:srgbClr val="FAD02C"/>
                </a:solidFill>
                <a:latin typeface="Arial"/>
              </a:rPr>
              <a:t>] 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189. 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SCN⁻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Cl⁻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190. Which of the following is the correct increasing order of strength in the
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EDTA⁴⁻ &lt; 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²⁻ &lt; Cl⁻ &lt; OH⁻ &lt; CN⁻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EDTA⁴⁻ &lt; 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²⁻ &lt; CN⁻ &lt; OH⁻ &lt; Cl⁻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Cl⁻ &lt; 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²⁻ &lt; Cl⁻ &lt; OH⁻ &lt; EDTA⁴⁻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Cl⁻ &lt; OH⁻ &lt; 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²⁻ &lt; EDTA⁴⁻ &lt; CN⁻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191. 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192. 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193. 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N-CH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-CH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-NH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194. Which of the following statements regarding primary and secondary valencies is
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 Secondary Valencies are non-ionisable. Application Based Questions: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195. 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[MX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 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[MABXL] 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[MX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 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[MX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 Octahedral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ELECTROCHEMISTRY: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APPLICATION BASED QUESTIONS: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CHEMICAL KINETICS: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APPLICATION BASED QUESTIONS: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D AND F BLOCK ELEMENTS: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HALOALKANES AND HALOARENES: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ALCOHOLS, PHENOLS AND ETHERS: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COORDINATION COMPOUNDS: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