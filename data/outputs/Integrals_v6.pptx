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19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56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0.png"/><Relationship Id="rId5" Type="http://schemas.openxmlformats.org/officeDocument/2006/relationships/image" Target="../media/image38.png"/><Relationship Id="rId6" Type="http://schemas.openxmlformats.org/officeDocument/2006/relationships/image" Target="../media/image40.png"/><Relationship Id="rId7" Type="http://schemas.openxmlformats.org/officeDocument/2006/relationships/image" Target="../media/image23.png"/><Relationship Id="rId8" Type="http://schemas.openxmlformats.org/officeDocument/2006/relationships/image" Target="../media/image5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9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9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9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9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9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9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10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10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10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10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10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10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10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0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6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5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6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7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8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9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4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4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44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4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4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4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4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49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0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3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4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5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6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8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9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60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6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62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63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64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5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67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68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69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0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2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3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4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5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6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7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8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9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80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8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82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83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84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85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86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7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Relationship Id="rId4" Type="http://schemas.openxmlformats.org/officeDocument/2006/relationships/image" Target="../media/image189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Relationship Id="rId4" Type="http://schemas.openxmlformats.org/officeDocument/2006/relationships/image" Target="../media/image190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Relationship Id="rId4" Type="http://schemas.openxmlformats.org/officeDocument/2006/relationships/image" Target="../media/image19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Relationship Id="rId4" Type="http://schemas.openxmlformats.org/officeDocument/2006/relationships/image" Target="../media/image19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Relationship Id="rId4" Type="http://schemas.openxmlformats.org/officeDocument/2006/relationships/image" Target="../media/image193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Relationship Id="rId4" Type="http://schemas.openxmlformats.org/officeDocument/2006/relationships/image" Target="../media/image19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5d44b1595f4b63b727d4eae691687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pic>
        <p:nvPicPr>
          <p:cNvPr id="5" name="Picture 4" descr="0d0a62989479b58aea055067bb4025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63240"/>
            <a:ext cx="11454384" cy="743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b64b61e52944f0cf78f1ce9356b91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f01a1c458ca5ca6b4e5e608a7bb38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0ba3da5fe22faf6f3adfda7b1a65d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f4d95a90bf8a1bb9b2df6e31c6267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c21ab9c7dcd1fee05356a48d11369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a28be7739ac9d3331650b13d450fa9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65c1eef8a5bf81140b65115dd6a37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8d2fecb84783b553d200c336a93ea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089ebd30d0409396c7ddbaaa6c9cbc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a913e42d03122a367bbdc8140375ab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16f29fc0c7ee705786da56f3beea0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98c3499612ab85092cb114ab8fde8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554e9bdeb510e41ce8f516d024b4ad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e50bcd042c73a05ca81465e72ea41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b3240cb227dd1d7740653348dda7f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2ac84f2f8fbb8577e27ea5d93f1536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86cf95840767fdd5f0571656dc969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6acb04415eb732b5fa90f88aa979a2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4dde28b68c3bb4c3746d75f298a3f3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00791a0c1479f19f47cca4155630f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3097d9089573ba01399bd32e47eb3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cosec⁡^{-1}x+C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bec4c0d8827010ac359ed999bcd829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3866543b1011b81d7b0aac3975dea1f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6334d7379c385c86a563a8bc33e7b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f5d4a7d759c0079e2d8f7464665d41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612cca5f603eeb3d258a8c5af5ef1dc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13350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cf1cea2f17bb91ae4c6bfeacc06d7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07c46eec034c2196d1e4db383c2fc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40a964089291599973b25243b6bfe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ecc5ceefe1b338becd4aabcb012747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-cosec⁡^{-1}x+C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6ea0636e28e2a79a115080204f3ebd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783869b05a59ca5a38fdea6910509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2tan⁡x-3sec⁡x+c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2tan⁡x+3sec⁡x+c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2tan⁡x-2sec⁡x+c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2sec⁡x-3tan⁡x+c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4413e4a2d361b53c20219491272b1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c4e2b351f03495c076bb8f0c10970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8192307656f8f1f771e044a8d80e4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148c573f50acf69ab2e592265bb84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fc7cb83617415805a6d1ed898b26ec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3f80ba161586284e187b0ffd5bbed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37d099292d93d50f75d43b8600d03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192f51b1e7d327a8a5384a21acee5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5dc831e9b2a737d606a6e9aed0bdc4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d89138c30e406eccb51d0e8288e681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∫_{0}^{π} (sin^{2}(x)/(2)-cos^{2}(x)/(2))dx= (2026M)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ef4975d46628b8373c4214de1b897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cbc6ca12eef238d9bbbd838f62bf8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2d76815bd1abe4bf7c55fa56b196c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26043d6ce64e6251905fd97087594f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bd40779973d492749898563e30c84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ff45bfca1f37e205fe05578f7e38d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5b5438ba1e1c0ae442cd52bb8554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b3240cb227dd1d7740653348dda7f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056cc87bc8b4b34bf62a39eb750d1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d4aa88549e451a243ed2874b726b0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value of ∫_{0}^{π/3} (sqrt(3))/(1+x^{2}) dx is (2026M)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dde28b68c3bb4c3746d75f298a3f3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07dec9d0ef0fae4d395e63208c969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148c573f50acf69ab2e592265bb84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fc7cb83617415805a6d1ed898b26ec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e00699f9425b1648c737101099539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9f81ad86b2e840cd76a5f805d4cc7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4ffb89f52d885409b74ded02e25cf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317f346c052b86946700c21d2e95f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d29ad1b6db2e46d985d48469cbfcf5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ad5df35e891e67082532733222844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96ffd75f71789cdc863ff26161344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6ed09033abb22e909f3ae05f1aa20a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2b3fb7fd7b4f67e9663fd50c6732ca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55fd114c98fafa893de9b10f184ee7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0da57e42348208951e4b25c43f973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82d4e14e395a143b8f1014c76cbf5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1cca71cb6fbe5b53619dc922eb43b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cb5513bfc73395f5cb0e867b04012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e2c5fe08ec6a0f1ca63ffff204736f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c732d5de3fcd2560aa52786eba0de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ddc180117452a623998560fd81d3e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sec x + tan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 x - tan x +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d36299a4aaed9ab983fba7e6d5f647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188241bcdc499d6fe9a3da82fef37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36ace4290e21b60ccbdde98c474de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dd63fb74d7b2cf28700dd0e6df809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28bfe7cca89b7c89e7c72bc8c43f4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ede22df50ba2a568aff6547abcc411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1ce2215881632a8d42348d2e117b8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c4e2b351f03495c076bb8f0c10970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148c573f50acf69ab2e592265bb84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dde28b68c3bb4c3746d75f298a3f3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07dec9d0ef0fae4d395e63208c969a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42a450a18fcdcf2f89b404685c3d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x-tan x 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tan x - x 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92e13a9186ada04fc47258775e93a0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9a831cb3e19219187987a92e79ec2a7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∫e^{x}(sin⁡x-cos⁡x) dx is (2025-1)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1ee8736f56a670df8ab6501881cac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cb15b5154d8a6d03bfc854c3b7f87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9f872b99265d0a6984bf372a0c53bd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64ed50142d314cc25efcbb550a81b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7050218b94b07c61f39b9192ddb8a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23712bee364e7e5f39672dc19e02e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56a8aefc0da6ea0a273a74a9658cf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c58589b4e8af174381b2427474930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3097d9089573ba01399bd32e47eb38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value of ∫_{-(π)/(2)}^{(π)/(2)} sin^{7} x dx is: (2024-3,2026-1)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5456accad387229cb3e8b10eeede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5fed72a12ce2c13eca37424072c78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8bb01638d4dffd0be438c2b7cd23a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bdf02a078ed682b9a3e34f2cce85cd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e21969a40d64d8941ae1a557fb26d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907b53dc412ca9c88136beabf57f4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98717bcd57156d9ea1aa5bb60bd3e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6f1ea295ad94dd0b2d6681017d7ab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ed24be1261266486eaafec8ffb798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f346e3c9d16e23f9dfdff144e230e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069e06f022cada9b2c7bd97f84afa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67f619ad29e3b1275bc7025c3cb57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822b736a2cd05d4e2497294e292ea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809bda6ed92624c24841d2dfabb4e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aad140e72345b35485e305eaa1ec5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4b549c12ea17b40c2324d2caafba7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fa0936728aef43fd63c44820e5dca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ee110a9141d34378a32839a6f431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2092ab09c4eb6722a4e4fb76962f3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813504c51cc6557c855dcfd7dc885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5280f080417e35ef2c443ab6d0076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5934fb3393ca1b5bd7ae9350771ec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cfaf179de0917cfa0d825888b9de3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∫ (1)/(sinxcos^{3}x)dx. (2016)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Evaluate: ∫_{0}^{π} sin^{2}(x)/(2)-cos^{2}(x)/(2) dx (2016,2021m)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fa39b8f291eb616f12e44c18312a0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829829fd1fd80f40ee34b7aea8539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d128d4a2a204864f486d890173ff9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5a9b8f055f1dc241aa0df098596e9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43383223847e8ad8a9e943f151908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aa77c82aee46da9d4d2b4aa73af3d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c4288da1a92c0f5fe62fbcf125ca7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2ec0806868aaf954acf8124d551c1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c00509dce5c706a47d2fa0eb2bb11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1ff9815cf4371b5e896a8f84652f3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∫ (dx)/(cos^{2}x(1-tanx)^{2}) (2019)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87dccde06192b84be22c8da9960f6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d148132d8ff4be7f76d092063c002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2aff583a15de0323d930f803851bc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53a237e60b9333fc95d885bdd7ae6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623f351c0c97e957ae30fc9f7d97e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69b28bd2ab3d68f4cef7f2ce6b412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d524811f05affe1e3f94b50cc36be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7051ef0051c0cccfc4adaf296421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∫ log⁡(x) (2021m) ∫_{0}^{π/2} sin^{2}(x)/(2)-cos^{2}(x)/(2) dx (2024m)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c038fdd7cad806d31aed057338e1f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∫_{0}^{π/2} cos^{2}x dx. (2024-2)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d90f5f9699917c44a34ff15152296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5acdd8ab6f2b7f68795b5dd066288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2e7d5c2a7d66046dccfb9287ce019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a84266874e54229533aae987979e8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42a2a8018fad8e9d19f7097808a40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0e0942478fdef16455d2907c0de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2d344d06d4864fc8b07b0f73b1f90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27f6635d36172cd9128961b4d8898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48d0d0a1eb629d25dd54ddc83ddf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1885fd5b0d7c4cd4f178be1ae422e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ca41b9ea16ed07109e6ac64294183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c4f9d02988f10c830f5ccf34d2406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ac90b90d46b273ae516b8e0d1fc30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4f4ad2e372e99c93cc6ba1f7c8465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8e3b9946c2c3d63995b834e6a0744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a00a79b0c469cce2e67deb0d69d91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762d0d2aa7550ec68423e4fe6d5a8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4b7492084a7487ab09e82fd664c39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d83eb288467fcd03b68500def31ed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6eb0617de47c48768646e81dfc02f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4bc993b05d3a2d6a1ba0b751fbde9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∫_{0}^{(π)/(2)} (sinsin x)/(1+cos^{2}x) dx (2019) ∫ ((x-3)e^{x})/((x-1)^{3}) dx (2020,2021m,2023)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∫_{0}^{(π)/(2)} cos^{2}x dx (2020)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61c27407ab6a7401fcd516499c8ad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∫_{0}^{(π)/(4)} sin2x dx (2021m,2022)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efe125bb180f2a838538ace06d89c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0fcf8d82dd96b3a31a0bce7ea096d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08c273f8495e36aa2f45ecd9e67bb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cd67450eb95ef165d75ef45b8525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0f0634766a3a9260df95321cc0500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31b1bb39778a3b3dad07029965416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66c0de031259024c00ad40a3fff57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759a19634d232a4ba21bf2341442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227cf2cafe9c997f192b3c36cb907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6013227e4c3c2e3b4908e1a996689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1856063b7d098c6a22db832c6fd1e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ecd04290459e0f6283d42ad016c8f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5d1db9ac3ce73edd9fce4b8703c9c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333adb564e0e1e17cc1bbf820f4e8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48458a2f1007724a38fbb22ecdf5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db8f8d3fa95c5fd48e665e380bd70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ce6ecedd018567afa5c3fe765e331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7733187a1fae06759b4cc5cef4ebe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a4f95de9f7df0b99872c58b875683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991f260eb2aae21830bf7331ac37c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8ccd20a7608c306c1d82644501e65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4af51e4dbbeb00956171e5dca0e60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fdb960fb1972b52cce104d248695b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97cc402df7727203fcfb44a2909a2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959297c0f3e75fbfe769fbfda6b0c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bf46cacd8e92b9c36bfe788fed7f8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e141711a650ffc3541a9796e0bb4f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a268751bc3d7d9f843d4ebc7cf2f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 ∫_{0}^{(π)/(4)} loglog (1+tanx)dx (2014)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∫_{a}^{b} f(x).dx=∫_{a}^{b} f(a+b-x)dxand hence evaluate ∫_{(π)/(6)}^{(π)/(3)} (1)/(1+sqrt(tanx)) dx (2014s,2019s)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b00f16c66e70f27297811a5fe01b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∫_{a}^{b} f(x).dx=∫_{a}^{b} f(a+b-x)dx and hence evaluate ∫_{(π)/(6)}^{(π)/(3)} (1)/(1+sqrt(tanx)) dx (2014,2015s,2019,2021m)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that∫_{0}^{a} f(x).dx={2∫_{0}^{a} f(x)dx, if f(2a-x)=f(x) 0, if f(2a-x)= -f(x) and hence evaluate ∫_{0}^{2π} cos^{5}x dx (2016)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evaluate∫_{0}^{(π)/(2)} (sqrt(sinx))/(sqrt(sinx)sqrt(cosx)) (2016s,2022,2026-1)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 ∫_{0}^{(π)/(2)} (2loglog sinx-loglog sin2x) dx (2017)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e58ba618c33b4fe26d5700deaf1a4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∫_{-a}^{a} f(x)dx={2∫_{0}^{a} f(x)dx if f(x) is even function 0,if f (x)is odd function And hence evaluate ∫_{-(π)/(2)}^{(π)/(2)} sin7x dx (2018s,2024m)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evaluate∫_{0}^{(π)/(2)} (cos^{5}x)/(cos^{5}x+sin^{5}x) dx (2019,2023,2024-2)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641a980fbd9acb6b89a905ca9ae62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9d54549ad04f8b9fec1602cbe07407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 ∫_{0}^{(π)/(2)} (sin x- cosx)/(1+sinx cosx) dx.(2024-1)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 ∫_{0}^{(π)/(2)} (sin^{(3)/(2)}x)/(2) dx. (2024-3)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 ∫_{0}^{(π)/(4)} log(1+tan x)dx. (2025-1)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e99a7fcfb85b2439a6cb97dbe1e93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187360788e9eb9aa41aaa65c0c71e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