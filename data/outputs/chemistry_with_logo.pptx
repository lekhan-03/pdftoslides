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 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Assuming complete dissociation, the value of van't Hoff factor for Na2SO4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Consider a blood cell placed in a NaCl solution of concentration more than 0.9% (w/V). Which one of the following statements is true in this case?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Osmosis takes place from the cell to the NaCl solution, and the cell shrinks.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Osmosis takes place from the NaCl solution to the cell, and the cell swells.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Osmosis takes place from the cell to the NaCl solution, and the cell swells.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Osmosis takes place from the NaCl solution to the cell, and the cell shrinks.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a 0.1M solution, the colligative property will follow the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NaCl &gt; Na2SO4 &gt; Na3PO4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NaCl &lt; Na2SO4 &lt; Na3PO4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NaCl &lt; Na2SO4 ≈ Na3PO4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NaCl &lt; Na2SO4 = Na3PO4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KH values for Ar(g), CO2 (aq), HCHO (aq), and CH4(aq) are 40.39, 1.67, 1.83 × 10-3, and 0.413 respectively. Arrange them in the order of their increasing solubility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HCHO &lt; CH4 &lt; CO2 &lt; 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HCHO &lt; CO2 &lt; CH4 &lt; 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Ar &lt; CO2 &lt; CH4 &lt; HCHO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Ar &lt; CH4 &lt; CO2 &lt; HCHO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most diluted solution is (molar mass of NaCl = 58.5 g mol-1)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2% (w/w) NaCl in 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1M NaCl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2 ppm of NaCl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2 m NaCl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tanks used by most scuba divers are filled with air diluted with helium of around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value of Henry's constant KH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Value of Henry's constant (KH)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1.0 M NaOH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1.0 M Na2SO4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1.0 M NH4NO3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1.0 M KNO3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Both assertion and reason are true, and the reason is the correct explanation of the assertion.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Both assertion and reason are true, but the reason is not the correct explanation of the assertion.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Ecell = E°cell - 0.0295 log (Cu2+/Zn2+)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Ecell = E°cell - 0.0295 log (Cu/Zn2+)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Ecell = E°cell - 0.0295 log (Zn2+/Cu2+)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Ecell = E°cell - 0.0295 log (Cu2+/Zn)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SEP value is zero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If the E0cell for a given reaction has a negative value, then which of the following is the correct relationship for the value of ΔG0 and Keq?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ΔG0&gt;0 and Keq&gt;1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ΔG0&lt;0 and Keq&lt;1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ΔG0&gt;0 and Keq&lt;1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ΔG0&lt;0 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Match the batteries in Column I with their anode material in Column II. Column I Column II (i) Leclanché cell (a) Lead (Pb) (ii) Mercury cell (b) Hydrogen(H2) gas (iii) Lead storage battery (c) Zinc (Zn) (iv) H2-O2 fuel cell. (d) Zinc – Mercury amalgam(Zn(Hg))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Saturated solution of KNO3 is used to make a salt bridge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Velocity of K+ is greater than that of NO3-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Velocity of NO3- is greater than that of 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Velocity of both K+ and NO3- are nearly the same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KNO3 is highly soluble in water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Conductivity (κ) of a solution decreases with dilution. Statement II: Molar conductivity (λm) of solution increases with dilution. Identify the correct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Both statements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Both statements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Cu displaces H2 gas from dilute acids. Statement II: ions Cu2+ get reduced more easily than H+ 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Statement I is correct and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Statement I is incorrect and Statement II is correct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E° values of Fe2+ / Fe, Zn2+ / Zn, and Sn2+ / Sn are -0.44V, -0.76V, and -0.14V respectively. Which of these metals can displace iron from an Fe2+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product formed at the anode during the electrolysis of aqueous NaCl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H2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Cl2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quantity of electricity required for the reduction of one mole of Al3+ ions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NaCl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ZnSO4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AlCl3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BaCl2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2NO(g) + O2(g) → 2NO2(g), the following initial-rate data were obtained. Choose the rate equation.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Rate = k[NO]2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Rate = k[NO]2 [O2]2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Rate = k[NO] [O2]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Rate = k[NO]2 [O2]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Consider the Arrhenius equation k=e−Ea/RT and mark the correct 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Rate constant increases exponentially with increasing activation energy and decreasing temperature.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Rate constant decreases exponentially with increasing activation energy and decreasing temperature.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Rate constant increases exponentially with increasing activation energy and increasing temperature.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Rate constant increases exponentially with decreasing activation energy and decreasing temperature.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[R0]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log [R0]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reaction A + B → products, rate is doubled when the concentration of B is doubled, and rate increases by a factor of 8 when the concentrations of both the reactants (A and B. are doubled. The rate law for the reaction can be written as: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Rate = K [A][B]2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Rate = K [A]2[B]2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Rate = K [A]2[B]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Rate = 𝐾 [A] [B]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reaction Hg + Cl2 → HgCl2, the rate of disappearance of Hg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Rate of disappearance of Cl2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Rate of appearance of HgCl2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Rate of appearance of Cl2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A catalyst does not alter Gibb’s energy (ΔG) of a reaction. Statement II: A catalyst alters the activation energy (Ea) of a reaction by providing an alternate pathway.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Statement I is correct, but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Statement I is incorrect, but Statement II is correct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If in a zero-order reaction, the concentration of the reactant is doubled, the half-life period is also doubled. Statement II: For a first-order reaction, the half-life period is independent of the initial concentration of the reactant.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 one hour will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number of collisions per second per unit volume of the reaction is known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order of a chemical reaction having the rate expression, Rate = k[A] [B]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overall order of a reaction which has the rate expression Rate = K[A]1/2[B]3/2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order for a reaction with the rate law Rate=𝑘[𝐴]1[𝐵]1 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rate constant of a reaction is k = 2.3 × 10-5 L mol-1 s-1.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mol dm-3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mol dm-3 s-1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mol-1 dm3 s-1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slope of the Arrhenius plot (log k versus 1/T) for a given reaction is found to be −2000 K. What is the activation energy (Ea) of the reaction in J mol−1? (Given R = 8.314 J K−1mol−1)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38,314.5 J mol−1 (or 38.3 kJ mol−1)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19,157.2 J mol−1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76,629.0 J mol−1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8,314.0 J mol−1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2k / [R]0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[R]0 / 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[R]0 /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[R]0 k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What is the value of ‘x' if the total order of the reaction, which has the rate expression: Rate = k [A]ˣ [B]2ˣ is 3/2?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t½ ∝ [R0]0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t½ ∝ [R0]2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t½ ∝ [R0]-1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t½ ∝ [R0]1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Among ScCl3, TiCl3, and ZnCl2, the colored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ScCl3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TiCl3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ZnCl2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Cu2O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MnO2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V2O3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FeO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Ti3+ &gt; Cr3+ &gt; Fe3+ &gt; Ni2+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Fe3+ &gt; Ni2+ &gt; Ti2+ &gt; Cr3+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Fe3+ &gt; Cr3+ &gt; Ni2+ &gt; Ti3+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Fe3+ &gt; Cr3+ &gt; Ti3+ &gt; Ni2+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neutral or faintly alkaline medium, KMnO4 oxidizes iodide ions into iodate. The change in oxidation state of manganese in this reaction is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aqueous solution, copper (I) ions undergo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Potassium permanganate oxidizes sulphurous acid (H2SO3)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S2O72-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SO42-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SO32-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aqueous solution of a transition metal ion M+ is colorless. The ion M+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Mn2+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Cr3+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V4+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Ti4+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Sc3+ &lt; Ti3+ &lt; Ti2+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Ti3+ &lt; Ti2+ &lt; Sc3+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Ti2+ &lt; Sc3+ &lt; Ti3+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Sc3+ &lt; Ti2+ &lt; Ti3+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electronic configuration of Cu (II) is 3d9, whereas Cu(I) is 3d10. Which of the following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Cu (II) is less stable.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Cu (II) is more stable.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Cu(I) and Cu (II) are equally stable.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magnetic moment of an element is 1.73 BM. The number of unpaired electrons in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Mn2O7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MnF4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MnO2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Mn2SO4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number of moles of K2Cr2O7 reduced by one mole of Sn2+ 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Cu2+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Co3+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Ni2+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Fe2+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V3+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Fe3+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Ti3+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Zn2+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pairs have the same paramagnetic moment? (Atomic numbers: Ti = 22, Mn = 25, Ni = 28, Cu = 29)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Ti3+, Ni2+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Cu2+, Ti3+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Ti2+, Cu2+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Mn2+, Cu2+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V2+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Cr3+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Zn2+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Ti3+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Among the following alkyl halides, which is more reactive towards SN2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Assertion: SN2 reactions do not proceed with retention. Reason: SN2 reaction proceeds in single steps. Identify the correct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If both assertion and reason are correct and reason is correct explanation for assertion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If both assertion and reason are correct but reason is not correct explanation for assertion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C6H5OH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C6H5MgCl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C2H5CH2MgCl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MgCl2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Prevent the reaction of chloroform with CO2 to form extremely poisonous gas carbonyl chloride.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 points of 24.2°C, 38°C, 3.56°C, and 101.6°C respectively. Among the four compounds, N is most likely to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CH3Cl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CH3Br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C2H5Br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C3H7I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organic compounds in Column I with their correct applications in Column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5458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COMPOUND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5916" y="1920240"/>
            <a:ext cx="55458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APPLICATION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(1)  Carbon tetrachloride (CCl4)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(2)  Iodoform (CHI3)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(3)  Chloroform (CHCl3)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(4)  Methylene chloride (CH2Cl2)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(A)  Fire extinguisher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5916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(B)  Antiseptic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5916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(C)  Solvent for fats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5916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(D)  Paint remover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(1)-(A), (2)-(B), (3)-(C), (4)-(D)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(1)-(D), (2)-(C), (3)-(B), (4)-(A)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(1)-(B), (2)-(A), (3)-(D), (4)-(C)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(1)-(C), (2)-(D), (3)-(A), (4)-(B)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R - X + NaI (dry acetone) → RI + NaX, name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Swartz reaction - CoF2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Finkelstein reaction - 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Sandmeyer's reaction - CuCl2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Tertiary alkyl halides are least reactive towards SN2 reaction because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Concentrated HCl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Concentrated HBr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SOCl2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NaBr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SOCl2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CH2Cl2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COCl2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CCl4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compound H2C=CH-Cl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RF &gt; RCl &gt; RBr &gt; 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RF &gt; RI &gt; RCl &gt; RBr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RI &gt; RBr &gt; RCl &gt; 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RCl &gt; RBr &gt; RF &gt; RI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IUPAC name of ethylidene chloride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reaction CH3Br + AgF → CH3F + AgBr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alkyl halides will undergo SN1 reaction most readily?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(CH3)3C-F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(CH3)3C-Cl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(CH3)3C-Br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(CH3)3C-I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 compound P with formula C3H6 on reaction with H2O in presence of H2SO4 gives the compound Q. Compound Q on heating with Cu at 573K produces the compound R. Compounds P, Q, and R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organic compound ‘A' containing C, H, and O has a pleasant odor with a boiling point of 78°C. On boiling ‘A' with conc. H2SO4, a colorless gas is produced which decolorizes bromine water and alkaline KMnO4. The organic compound A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C2H5Cl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C2H5OH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C2H5COOCH3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C6H6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Find out the product of the following reaction: (Reaction involving NaOH, 623K, 300 atm)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How many alcohols with molecular formula C4H10O are chiral in nature?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CH3OC2H5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C2H5OC6H5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C6H5OC6H5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C6H5OCH3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Three -NO2 groups are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One -NO2 group is present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 respectively. Compound P, Q, and R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CuSO4 and Pyrolidine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Cu2S and Pyrolidine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CuSO4 and Pyridine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Cu2S and Pyridine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correct order of acid strength of the following compounds is: (i) o-bromophenol (ii) p-bromophenol (iii) picric acid (2,4,6-trinitrophenol) (iv) 2,4,6-tribromophenol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high boiling point of ethanol [C2H5OH] compared to methoxy methane [CH3OCH3] and propane is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role of CO2 in Kolbe's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F-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NH3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H2O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Cl-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CN-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OH-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NO2+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CN-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NO3-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SO42-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Cobalt (III) chloride forms several octahedral complexes with ammonia. Which of the following will not give a test for chloride ion with silver nitrate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CoCl3.4NH3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CoCl3.5NH3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CoCl3.6NH3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CoCl3.3NH3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If Δo&lt;P (Pairing energy), for the d4 ion, an entry of the 4th electron gives the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t2g2e2g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t2g4e0g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t42g e0g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t32g e1g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coordination compound [CoCl2(en)2]Br, the primary and secondary valencies of Co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Fe(CO)5, Fe-C bond processes involve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π-character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Both σ- and π-characters.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σ-character.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Filled d-orbital of metal to vacant antibonding π orbital of 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Filled d-orbital of metal to vacant bonding π orbital of CO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IUPAC name of [CoCl(en)2ONO] Br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ChloridoethylenediaminenitroCobalt (III) Bromide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ChloridoethylenediaminenitroCobaltate (III) Bromide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Chloridobis(ethylenediamine)nitritoCobaltate(III) Bromide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Chloridobis(ethylenediamine)nitritoCobalt (III) Bromide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Square planar complex of the type [MABXL] (where A, B, X, L are unidentate)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Square planar complex of the type MABXL (where A, B, X, L are unidentates) shows three isomers. Among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bond between CO and metal in metal carbonyl is stronger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Only σ bond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Ambidentate nature of CO ligand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 [Pt (NH3)2Cl2] exhibits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 [PtCl2.4NH3Br2] is treated with excess of AgNO3 solution, and two moles of AgBr is precipitated. The primary and secondary valency of this complex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 PtCl2.4NH3Br2 is treated with excess of AgNO3 solution, two mole of AgBr is precipitated. The primary and secondary valence of this complex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complexes [Co (NH3)6] [Cr (CN)6] and [Cr (NH3)6] [Co (CN)6] are examples of which type of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electron configuration of an octahedral d4 coordination entity with Δ0 &gt; P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t2g2 e1g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t2g3 e1g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t2g4 e0g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t2g2 e2g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geometry of the complex Fe (CO)5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isomerism exhibited by complexes [Co (NH3)5SO4] Br and [Co (NH3)5Br]SO4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IUPAC name of the complex ion [CoCl2(en)2] +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Di-chloridodiethylene diamine cobalt (III)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Dichlorido bis(ethane-1,2-diamine) cobalt (III)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Dichlorido bis(ethane-1,2-diamine) cobalt (IV)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Bis (ethane-1,2-diamine) dichlorido cobalt (III)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IUPAC name of the ionization isomer of [Co (NH3)5 SO4] Br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Penta-ammine sulphato cobalt (III) bromide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Penta-ammine bromido cobalt (III) sulphate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Penta-ammine sulphato cobalt (II) 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Penta-ammine bromido sulphato cobaltate (III)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magnitude of CFSE (Crystal Field Splitting Energy) (Δ0) can be related to the configuration of d-orbitals in a coordination entity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If Δ0 &lt; P, the configuration is t2g3 e1g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If Δ0 &gt; P, the configuration is t2g6 e0g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If Δ0 &gt; P, the configuration is t2g5 e0g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If Δ0 &lt; P, the configuration is t2g4 e1g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magnitude of CFSE (Crystal Field Splitting Energy, Δ0) can be related to the d4 configuration of the central metal in an octahedral coordination entity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If Δ0 &lt; P, the configuration is t2g3 e1g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If Δ0 &gt; P, the configuration is t2g5 e0g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If Δ0 &gt; P, the configuration is t2g4 e2g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If Δ0 &lt; P, the configuration is t42g e0g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oxidation number of Cu in [Cu (CN)4]3-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primary and secondary valencies of [Fe(C2O4)3]3- complexes are 224[M(en)(CO)] Cl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primary and secondary valencies of iron in the complex [Fe(C2O4)3]3-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terminal and bridged CO ligands in the compound [Co2(CO)8] are respectively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NH3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SCN-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Cl-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EDTA4- &lt; C2O42- &lt; Cl- &lt; OH- &lt; CN-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EDTA4- &lt; C2O42- &lt; CN- &lt; OH- &lt; Cl-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Cl- &lt; C2O42- &lt; Cl- &lt; OH- &lt; EDTA4-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Cl- &lt; OH- &lt; C2O42- &lt; EDTA4- &lt; CN-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NO2-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NH3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H2O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NH4+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H2N-CH2-CH2-NH2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statements regarding primary and secondary valencies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>
                <a:solidFill>
                  <a:srgbClr val="F0F0F0"/>
                </a:solidFill>
                <a:latin typeface="Arial"/>
              </a:rPr>
              <a:t>[MX2L2] Tetrahedral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>
                <a:solidFill>
                  <a:srgbClr val="F0F0F0"/>
                </a:solidFill>
                <a:latin typeface="Arial"/>
              </a:rPr>
              <a:t>[MABXL] Square planar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>
                <a:solidFill>
                  <a:srgbClr val="F0F0F0"/>
                </a:solidFill>
                <a:latin typeface="Arial"/>
              </a:rPr>
              <a:t>[MX2L2] Square planar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>
                <a:solidFill>
                  <a:srgbClr val="F0F0F0"/>
                </a:solidFill>
                <a:latin typeface="Arial"/>
              </a:rPr>
              <a:t>[MX4L2] 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