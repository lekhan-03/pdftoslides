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Na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≈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=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PO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KH values for Ar(g),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(aq), HCHO (aq), and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(aq) are 40.39, 1.67, 1.83 × 10-3, and 0.413 respectively. Arrange them in the order of their increasing solubility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HCHO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Na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(Cu/Zn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(Zn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 ΔG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2800" b="1">
                <a:solidFill>
                  <a:srgbClr val="FAD02C"/>
                </a:solidFill>
                <a:latin typeface="Arial"/>
              </a:rPr>
              <a:t>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ΔG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(iv)  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fuel cell.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Lead (Pb)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Hydrogen(H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Zinc (Zn)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Zinc – Mercury amalgam(Zn(Hg))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KNO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both K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2000" b="0">
                <a:solidFill>
                  <a:srgbClr val="F0F0F0"/>
                </a:solidFill>
                <a:latin typeface="Arial"/>
              </a:rPr>
              <a:t> and 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2000" b="0">
                <a:solidFill>
                  <a:srgbClr val="F0F0F0"/>
                </a:solidFill>
                <a:latin typeface="Arial"/>
              </a:rPr>
              <a:t> are nearly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gas from dilute acids. Statement II: ions Cu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get reduced more easily than H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Fe, Zn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Zn, and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/ Sn are -0.44V, -0.76V, and -0.14V respectively. Which of these metals can displace iron from an Fe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Al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3+</a:t>
            </a:r>
            <a:r>
              <a:rPr sz="2800" b="1">
                <a:solidFill>
                  <a:srgbClr val="FAD02C"/>
                </a:solidFill>
                <a:latin typeface="Arial"/>
              </a:rPr>
              <a:t> ions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BaCl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 → 2NO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(g), the following initial-rate data were obtained. Choose the rate equation.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log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→ HgCl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disappearance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HgCl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2000" b="0">
                <a:solidFill>
                  <a:srgbClr val="F0F0F0"/>
                </a:solidFill>
                <a:latin typeface="Arial"/>
              </a:rPr>
              <a:t>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ScCl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TiCl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, and ZnCl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&gt;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oxidizes iodide ions into iodate. The change in oxidation state of manganese in this reaction is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 colorless. The ion M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Sc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 &lt;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(II)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9</a:t>
            </a:r>
            <a:r>
              <a:rPr sz="2800" b="1">
                <a:solidFill>
                  <a:srgbClr val="FAD02C"/>
                </a:solidFill>
                <a:latin typeface="Arial"/>
              </a:rPr>
              <a:t>, whereas Cu(I) is 3d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MnF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K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7</a:t>
            </a:r>
            <a:r>
              <a:rPr sz="2800" b="1">
                <a:solidFill>
                  <a:srgbClr val="FAD02C"/>
                </a:solidFill>
                <a:latin typeface="Arial"/>
              </a:rPr>
              <a:t> reduced by one mole of Sn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2800" b="1">
                <a:solidFill>
                  <a:srgbClr val="FAD02C"/>
                </a:solidFill>
                <a:latin typeface="Arial"/>
              </a:rPr>
              <a:t> 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2000" b="0">
                <a:solidFill>
                  <a:srgbClr val="F0F0F0"/>
                </a:solidFill>
                <a:latin typeface="Arial"/>
              </a:rPr>
              <a:t>, Ni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2000" b="0">
                <a:solidFill>
                  <a:srgbClr val="F0F0F0"/>
                </a:solidFill>
                <a:latin typeface="Arial"/>
              </a:rPr>
              <a:t>, Cu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Ti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reactions do not proceed with retention. Reason: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proceeds in single steps. Identify the correct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MgCl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CO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2000" b="0">
                <a:solidFill>
                  <a:srgbClr val="F0F0F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(CHI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(CHCl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 - CoF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Sandmeyer's reaction - CuCl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C=CH-Cl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 + AgF → 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F + AgBr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SN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 on reaction with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 in presence of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gives the compound Q. Compound Q on heating with Cu at 573K produces the compound R. Compounds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, a colorless gas is produced which decolorizes bromine water and alkaline KMnO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COOCH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10</a:t>
            </a:r>
            <a:r>
              <a:rPr sz="2800" b="1">
                <a:solidFill>
                  <a:srgbClr val="FAD02C"/>
                </a:solidFill>
                <a:latin typeface="Arial"/>
              </a:rPr>
              <a:t>O are chiral in nature?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2000" b="0">
                <a:solidFill>
                  <a:srgbClr val="F0F0F0"/>
                </a:solidFill>
                <a:latin typeface="Arial"/>
              </a:rPr>
              <a:t>OCH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-NO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Pyrolidine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CuSO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S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OH] compared to methoxy methane [CH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OCH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.4NH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.5NH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.6NH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CoCl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2000" b="0">
                <a:solidFill>
                  <a:srgbClr val="F0F0F0"/>
                </a:solidFill>
                <a:latin typeface="Arial"/>
              </a:rPr>
              <a:t>.3NH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Δo&lt;P (Pairing energy), for the d4 ion, an entry of the 4th electron gives the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t2g2e2g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t2g4e0g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t42g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t32g e1g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]Br, the primary and secondary valencies of Co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, Fe-C bond processes involve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IUPAC name of [CoCl(en)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ONO]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exhibits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and two moles of AgBr is precipitated. The primary and secondary valency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PtCl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.4NH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Br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 is treated with excess of AgNO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two mole of AgBr is precipitated. The primary and secondary valence of this complex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[Cr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and [Cr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[Co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2800" b="1">
                <a:solidFill>
                  <a:srgbClr val="FAD02C"/>
                </a:solidFill>
                <a:latin typeface="Arial"/>
              </a:rPr>
              <a:t>] are examples of which type of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d4 coordination entity with Δ0 &gt; 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t2g2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t2g3 e1g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t2g4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t2g2 e2g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and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Br]SO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complex ion [CoCl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(en)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] +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IUPAC name of the ionization isomer of [Co (NH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2800" b="1">
                <a:solidFill>
                  <a:srgbClr val="FAD02C"/>
                </a:solidFill>
                <a:latin typeface="Arial"/>
              </a:rPr>
              <a:t> SO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Energy) (Δ0) can be related to the configuration of d-orbitals in a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t2g6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t2g4 e1g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CFSE (Crystal Field Splitting Energy, Δ0) can be related to the d4 configuration of the central metal in an octahedral coordination entity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t2g3 e1g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t2g5 e0g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&gt; P, the configuration is t2g4 e2g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Δ0 &lt; P, the configuration is t42g e0g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(CN)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complexes are 224[M(en)(CO)] Cl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[Fe(C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2800" b="1">
                <a:solidFill>
                  <a:srgbClr val="FAD02C"/>
                </a:solidFill>
                <a:latin typeface="Arial"/>
              </a:rPr>
              <a:t>]3</a:t>
            </a:r>
            <a:r>
              <a:rPr sz="2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2800" b="1">
                <a:solidFill>
                  <a:srgbClr val="FAD02C"/>
                </a:solidFill>
                <a:latin typeface="Arial"/>
              </a:rPr>
              <a:t>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CO ligands in the compound [Co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2800" b="1">
                <a:solidFill>
                  <a:srgbClr val="FAD02C"/>
                </a:solidFill>
                <a:latin typeface="Arial"/>
              </a:rPr>
              <a:t>(CO)</a:t>
            </a:r>
            <a:r>
              <a:rPr sz="2800" b="1" baseline="-25000">
                <a:solidFill>
                  <a:srgbClr val="FAD02C"/>
                </a:solidFill>
                <a:latin typeface="Arial"/>
              </a:rPr>
              <a:t>8</a:t>
            </a:r>
            <a:r>
              <a:rPr sz="2800" b="1">
                <a:solidFill>
                  <a:srgbClr val="FAD02C"/>
                </a:solidFill>
                <a:latin typeface="Arial"/>
              </a:rPr>
              <a:t>] are respectively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OH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2000" b="0">
                <a:solidFill>
                  <a:srgbClr val="F0F0F0"/>
                </a:solidFill>
                <a:latin typeface="Arial"/>
              </a:rPr>
              <a:t> &lt; CN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NH</a:t>
            </a:r>
            <a:r>
              <a:rPr sz="20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N-CH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-CH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-NH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[MX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2000" b="0">
                <a:solidFill>
                  <a:srgbClr val="F0F0F0"/>
                </a:solidFill>
                <a:latin typeface="Arial"/>
              </a:rPr>
              <a:t>L</a:t>
            </a:r>
            <a:r>
              <a:rPr sz="20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20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