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16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3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7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9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0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5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6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7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8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9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0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2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4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5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7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8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9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0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2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3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4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6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7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8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9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0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2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3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5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6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7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0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2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5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6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7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8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9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0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c7494aebbcc47b68183d3624ffbc9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eb0c4145c7aa86a0a3b891258c978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1469a8001c73f98f7d3e4c1344cd5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0b047e3af9243e19c002493189ac95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b65b92762367adccd749de511b88a3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9e0fb81f04bcf01f71dd31738ed71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d2fe156fc7a1bd1fda9daa79d2943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df4041098cf3139b1329732a3bd3b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8a15531c0e2a63683209664b95bba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924811"/>
            <a:ext cx="524865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2c10fc68c77cb9e4c2b5a03569d9c7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1924811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bb58ddedbc43c6c996e7b1959c541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ebee1c42514fcf5477a6d885c9fe3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1e1aec3ce0a4ce697a93db3d4280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f5b4974b29c474f365687087a1387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7ddf98d2250f69c90f7446dbcc2432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f174dffcc3329f4b0b73f10c3cfcf8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73935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9fb13a8b840b8619835c86e37832b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773935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67d844fd2a1614e8173e90a6dc6a8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da81eda8978e1b1f30a1d807fc9a0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0f131d6e286221fac2c6ba6ef0a9a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3d034dabfde891569085295fcf535c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9137bd2435e22f0f2229eacee5c11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1cd71c51cd5def99685c4071e23df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162556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62556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7e962fd7212f9e3e372132d465650f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2153412"/>
            <a:ext cx="5248656" cy="121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18668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4a1115d8ad7e8b4d529c33b5392652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177540"/>
            <a:ext cx="5248656" cy="1219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54496" y="318668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287e49591c9205283354aa2407b0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cd9e1f2c6583406ac98e75cf79417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016490b4b52654b65b94b7c78b96b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83e0d71c015506992a0ac74fe3870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24ca75b01d9c8606378ebcbc2cad4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28470d55e9a5fa84959d06271d104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907fe5ebad5bd3aa5aca949c87b2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eb09ff1b531974a252059e91f80c4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ab23c4226a4195b062bb9484c9d50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24ad0d2982c19c95146251310c189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757b617f3a2a1159917c6aa48816b3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096d6f29463ff7054d7d22a70fcc2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d3705700a1dc29d2466bd3239bfe9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dac3e0bbfe447cb23a9cf69afbf69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98557c27a17eb77a159a4d96ca259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697ce4c5488c2aa5ae0bd8d2a2b94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64f074d7b0916e4a5854de18a9295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5e38cebaa11fd70e18ed18bab54ca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89552232908c760875a64619ec76a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d3a16951d4354683eec171e46dc3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6b0a1ba9f0dc0a94e9d16d8a4aa28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bc6256489749fabbf866d98712b640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d08d80296b9cf2c44f22c83040f3a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99e1607480d857f3fe04ef93cb43c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7b5b43c30b6bc6d37ed2be9bbb644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f5b4974b29c474f365687087a1387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4fcf9fba1f87804a0a5e08662c1ba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f0e38d9159f6a305fdba8f33e31f69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4f41f7c0477143861856591d15a9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ade72305f00bc0e336514deab9407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c82302749a48745954ca56996a223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757b617f3a2a1159917c6aa48816b3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096d6f29463ff7054d7d22a70fcc2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1a6ee97362761236ee144c81b4a4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6d008d5597732912cbea215dba5a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2e0a453d8e0c0df1efacafbf267b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49e5c190e1e030f64760f9c5617059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0985b339514cea6915b69c07ff74c6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9172deef0ec6febeb991ea270cdc2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7ac267d4d7ae8622556bb1bcd9d38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9106bd7e840db29832eafec7a907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8f69043fbce5cd5aedb1f5fc56bb95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6f0a1b23ff2423c946d6d06ff912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1e4c693f25ac65ff51ccabb4eeb5b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3817777cdef99c4e1851e3788f2dc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c17a87377f721a003ad8d16b13a16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9a5e94f2542cdfe690cb17878a2d3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bd711edb69cddbaf57b3da7dd0036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692cfbaa0f79c0535fb5e3b8a5aa6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168c1648b527170cb466d5055ac4b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50bf631207d1d3ce0d6d9ab4e163d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dbe42af7c4ab333e50681c8a7f0077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a14ba2028b7fe3d7c715ceff15cd31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194c051ffbb32ed1a6d1a84947441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583e3b906c54ee776a34eb02c553b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f7d3a8e69006ce4d7d41066d7d742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59849e2cd7939522654aa695ef56c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924811"/>
            <a:ext cx="524865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35469c39ba3ce2d4de7c52c3490df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1924811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f1d64ce45facf3143ccc29037d569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ab23c4226a4195b062bb9484c9d50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757b617f3a2a1159917c6aa48816b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ade72305f00bc0e336514deab9407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c82302749a48745954ca56996a2238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645e4bcb3428d2c46a1d9d72b116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fe9eb8995033f989587d50c9c0292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d61f73bafb476e4a0ce894e4a1fdd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737068d1bc19202af9b08183990a4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d7a6b09d0a39f1ee600bcef91f350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dee74028eb7af5f201f3b31d2da50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7325c51e27e5405ece5cc8c35d195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09795ca7c47f3577c26b98708a201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1ceff3324aaf0cdf4288eb2389bf2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12816286a181e6c1bcf2ed9f7ad53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25a6fb7da7a3695970650fda87a1d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fe655f6f27a2f5d9ebd7d9ea809c2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089e9f60013ba4bb4576ead942a62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ef91392dc877ebfd9c33cbb9f66e15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da81eda8978e1b1f30a1d807fc9a0b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c324ebbeae053703aba112b355ffe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19a01f42c1b2b9a54aa5fa6159972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b89596a5f11c3d4c4ced0d46efad8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0030970e6846ec14c6118049e0328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7dc3486b25e086931fa68e47581b9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9f4bee2be67a63fbf91c41b28ba6f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ab6a5e5f8c732f9750c97df4d582c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2bde5af41637a25cafc908a3a64f0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6bf4ab5158ba3b1e52e834010273b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5ac20ea3ab0cfe33f1fd49e9b49d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f6ad518ee13ac5b35ca83e32b05e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e1bdcf723e8549cdcf52de692c7eb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9d46d9bac60714cad1628d0638af6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e6b95ca31880488d8b160a2126d24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e527db8b1b087dcde9b185c88c7e6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5efbb736b93e8f15c85a2853d87a3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c354e2fa729cef4a36b6b74df358f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d5723df18891e0daf2487c84cbb6c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9e85334c1f8dd8e05ade38f09c751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93f0e8b5583fb2099a0a96e35727e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83e77c3b700420a8c63f94ca9678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efc17219668cac0f51e30ae10e267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7085cdb35d119272e49b1f43bbb7a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0e9840ab2ca7d0d255bc2e0907f44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35e47ddcbaab1a89f0fdf02caeed5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f3fbce67f61cf49ecfe09e54d22c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e670e49815994b235bbd18d953f78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68e02d993ba57dc973d41a5ce779f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82abd016538c8abfec745905e98a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86f449b1f85820be74b9a554ea294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1975288dc35ef40bd6a5d96bb432b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9e697337a52811e6fa63f73343044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d0a4372701b82295a7a2942b6df2b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0cdb4ce8e1ec57384d9611dbf51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23f6a7ca0f0d8ecccca561de4b295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f916a3341207cff970b39a9b5f49d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02589088ea544cb627dfcb3bfda9e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8a8b420ebad120eb52333f883eadd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b631397139e1cd14102d7df553ef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fe94dff49b94691d8aebda1143d7d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e9dc9c1c1808ca88959160326a7e7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e0cc8e587e3abfa040d3ceeb93462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00d91f60a99ebd5033d477d47d5c2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f80b4f904a05c5a9b571301de77b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3f9b010a1c14597e2049b0e80301d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e6c10db372d1acc1f276ead03931b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7bb6ed56a61af33d452945a4bfd6d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b066c777783169c0bcaea0759bcb6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9b4b3cd567462f324fa749940ecd2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8faac59fb375f1f5c9cbb5d386c08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2465d3d6c5cb943d3eab747da801d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d460de2b8a8f63e1b763f7a9c39aa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8cfa550d26d42f34e77133b6c2fff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71f341eafcdb577b1395849f51ec0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4399b8b9fd0a4aacbd4dc970bff71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b59646db71abc3a0e1450298435ca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417da78411e2dd68686ab67196570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16c34c89bfb311544e98a4c01024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1e55be59b07c77e33ed6c1571f657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fe94dff49b94691d8aebda1143d7d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b0ee84165b7aa575bc9c3d95620c9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6135edd90633a8e027f369cc81589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920f3c5e22e6fc0402609e2aaa78f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2ca02c736e082283bd21873d33e23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52e29051a714d0e3d9b8bb11afa31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2d2ba2877e23ca4a9e0552663724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5689329c34ca1738c3edb3f58871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82b694a64fbbcd32ad0cdede04f9a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35049fd389e235469afffe3ce64e3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d7a3f87851cbb6753150c018b6091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f5e3ddaaa79a29a78e0a949872cef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17fa9952c545e03d9fee259c465c4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dc523833afa30227e6e804c4899bd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9654c277290f03f647d486b4d320c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4399b8b9fd0a4aacbd4dc970bff71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2f6848e0138a8b5573cae43f24c89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662b445b9ef11383f288df886ae74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eb6b9e5abf104567882d4c69816c1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ff1c5f095c8aa77cdb6dc270aec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8180256a0d840421991129ca0ad0c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a524ebe1ac22b92cec47601dfcbba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8c98f2357254973edb727bf79f86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8c98f2357254973edb727bf79f86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83c0749cd54fe09f9e9bfeea3688d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26d110f58b01b076c6db715557c45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28c6fa74765bd075b53cbf07043e0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54b2d7af678889a120a8c0d3b072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ece562d1646f42d45af6b32700f57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77624b95a90124e04b71b0beca2eb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80c920e7d43794c5433d4938dc9bc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8341db9a9de1f02bb5d84bec2e87e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325db280cc1ea6b7b91dfb622d038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48045ee6b7cbaee994f57992e8eb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e0d2359dcd0995261346ca5e8ab84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4e534b9b07ef07b5297b3678e3a4d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a92de916989e6ef4256fdae2989b5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79852fc610036e0c48ef82f65010d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4ea8e374256856e3fc530dca2404b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6a4d62d0925f020d3b7e0e5ea9a9e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04924a8f7fc10440ee84cd0dad5e8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75b8198907dca4106f133db83e364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71eecb79c47dc25d099d56c1246ca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8ca04a1762bb1ae41357abb0173f7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90e2fbe82e8f8af84d99db18943c2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4c4ca69af1a3c0f3948700628da8d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067931f3999cde21fc7b53bd51e69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edf51bb343c25e485cc69ff815b81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32b6c66031312168cea0d0d4e046c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0e841760d2eaf30483e31281062b3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930b75737fda45321a96a982ca4a2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751e93fe4f7b088ce7a9bcf12c74e0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9fb627ed873f972c76be33c5ce779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644ef2620c374bc71c0b612137128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88a68ebcdb08308e5b02514a85380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37fd47675de0fda6f61719c7d6829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53452bdfa6dac18e9354a40e49ad2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2473f872712affa3f1deee76578f3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