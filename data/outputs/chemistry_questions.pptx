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94.png"/><Relationship Id="rId5" Type="http://schemas.openxmlformats.org/officeDocument/2006/relationships/image" Target="../media/image58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126.png"/><Relationship Id="rId7" Type="http://schemas.openxmlformats.org/officeDocument/2006/relationships/image" Target="../media/image15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Relationship Id="rId5" Type="http://schemas.openxmlformats.org/officeDocument/2006/relationships/image" Target="../media/image141.png"/><Relationship Id="rId6" Type="http://schemas.openxmlformats.org/officeDocument/2006/relationships/image" Target="../media/image164.png"/><Relationship Id="rId7" Type="http://schemas.openxmlformats.org/officeDocument/2006/relationships/image" Target="../media/image16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94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9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0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07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Relationship Id="rId7" Type="http://schemas.openxmlformats.org/officeDocument/2006/relationships/image" Target="../media/image21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1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1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Relationship Id="rId7" Type="http://schemas.openxmlformats.org/officeDocument/2006/relationships/image" Target="../media/image216.png"/><Relationship Id="rId8" Type="http://schemas.openxmlformats.org/officeDocument/2006/relationships/image" Target="../media/image2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1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2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26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Relationship Id="rId4" Type="http://schemas.openxmlformats.org/officeDocument/2006/relationships/image" Target="../media/image237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Relationship Id="rId5" Type="http://schemas.openxmlformats.org/officeDocument/2006/relationships/image" Target="../media/image244.png"/><Relationship Id="rId6" Type="http://schemas.openxmlformats.org/officeDocument/2006/relationships/image" Target="../media/image245.png"/><Relationship Id="rId7" Type="http://schemas.openxmlformats.org/officeDocument/2006/relationships/image" Target="../media/image246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42.png"/><Relationship Id="rId5" Type="http://schemas.openxmlformats.org/officeDocument/2006/relationships/image" Target="../media/image244.png"/><Relationship Id="rId6" Type="http://schemas.openxmlformats.org/officeDocument/2006/relationships/image" Target="../media/image247.png"/><Relationship Id="rId7" Type="http://schemas.openxmlformats.org/officeDocument/2006/relationships/image" Target="../media/image137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Relationship Id="rId8" Type="http://schemas.openxmlformats.org/officeDocument/2006/relationships/image" Target="../media/image25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Relationship Id="rId7" Type="http://schemas.openxmlformats.org/officeDocument/2006/relationships/image" Target="../media/image256.png"/><Relationship Id="rId8" Type="http://schemas.openxmlformats.org/officeDocument/2006/relationships/image" Target="../media/image257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58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65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png"/><Relationship Id="rId8" Type="http://schemas.openxmlformats.org/officeDocument/2006/relationships/image" Target="../media/image269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2.png"/><Relationship Id="rId5" Type="http://schemas.openxmlformats.org/officeDocument/2006/relationships/image" Target="../media/image273.png"/><Relationship Id="rId6" Type="http://schemas.openxmlformats.org/officeDocument/2006/relationships/image" Target="../media/image27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5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6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7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8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57.png"/><Relationship Id="rId7" Type="http://schemas.openxmlformats.org/officeDocument/2006/relationships/image" Target="../media/image256.png"/><Relationship Id="rId8" Type="http://schemas.openxmlformats.org/officeDocument/2006/relationships/image" Target="../media/image28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82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83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8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Relationship Id="rId6" Type="http://schemas.openxmlformats.org/officeDocument/2006/relationships/image" Target="../media/image291.png"/><Relationship Id="rId7" Type="http://schemas.openxmlformats.org/officeDocument/2006/relationships/image" Target="../media/image292.png"/><Relationship Id="rId8" Type="http://schemas.openxmlformats.org/officeDocument/2006/relationships/image" Target="../media/image293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94.png"/><Relationship Id="rId5" Type="http://schemas.openxmlformats.org/officeDocument/2006/relationships/image" Target="../media/image295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99.png"/><Relationship Id="rId5" Type="http://schemas.openxmlformats.org/officeDocument/2006/relationships/image" Target="../media/image295.png"/><Relationship Id="rId6" Type="http://schemas.openxmlformats.org/officeDocument/2006/relationships/image" Target="../media/image297.png"/><Relationship Id="rId7" Type="http://schemas.openxmlformats.org/officeDocument/2006/relationships/image" Target="../media/image300.png"/><Relationship Id="rId8" Type="http://schemas.openxmlformats.org/officeDocument/2006/relationships/image" Target="../media/image30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0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03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04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05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242.png"/><Relationship Id="rId5" Type="http://schemas.openxmlformats.org/officeDocument/2006/relationships/image" Target="../media/image240.png"/><Relationship Id="rId6" Type="http://schemas.openxmlformats.org/officeDocument/2006/relationships/image" Target="../media/image306.png"/><Relationship Id="rId7" Type="http://schemas.openxmlformats.org/officeDocument/2006/relationships/image" Target="../media/image2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07.png"/><Relationship Id="rId5" Type="http://schemas.openxmlformats.org/officeDocument/2006/relationships/image" Target="../media/image308.png"/><Relationship Id="rId6" Type="http://schemas.openxmlformats.org/officeDocument/2006/relationships/image" Target="../media/image309.png"/><Relationship Id="rId7" Type="http://schemas.openxmlformats.org/officeDocument/2006/relationships/image" Target="../media/image310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11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242.png"/><Relationship Id="rId7" Type="http://schemas.openxmlformats.org/officeDocument/2006/relationships/image" Target="../media/image31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1.png"/><Relationship Id="rId4" Type="http://schemas.openxmlformats.org/officeDocument/2006/relationships/image" Target="../media/image315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.pn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Relationship Id="rId7" Type="http://schemas.openxmlformats.org/officeDocument/2006/relationships/image" Target="../media/image3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f149b37dca9bce43b7662d1c7175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03395ce52d25b272be7fae80db95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4e7df8bcea205f7e2b07a63ebd8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7a99b5f15fa78ac8e16020aa5333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23a340a18dbbd98e07f60504ed3fc7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6591dd54dba823bec86ae600dd738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8a2ab519ba26b827e905b1dbad960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e37148927f37322e1bd2c5d939930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02c52240527be954cffa1f86f962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6e788249109d6fb49bec1328880062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3169a0d14148cd56e9609b9cda83a7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bab53e8096e22a33ea448a43e5267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8c4c980d53725e923e9e0dd1dc1cb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18a6577fbcca6327aca26577063d3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db21ce613af5affe84a401c1cd4a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4fd589b7793933413d0c7427c6dfb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991efbc54bab5469767ff7cf8249c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82343c15362f0f7af4158c818575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43249202e7407885be51a9e46d9ff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c31a2174cfdcf9863533ba999f078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f8ffc15ef1333d7e9bb967b7108af4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cc9cd9f6bb421351cc62ec14ae6d3f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9d412de7768d5765b56fc3c2b08725c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fcdb5c3492fc2536e98decb20f0e9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03982cb5c4ea99176d31b9e41499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ff95bb22a27cad4020795fa032b1b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63259b30bd4be7fdcbaf4b99d958c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c912f58e798a7d5292a421c51be66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b5904196c77724fe4f06853e44f11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3e48d9da94ad0dcd83f374269ab5a6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db01a6a19387178d03366baa5b5855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5430146de0606e497a034214009f86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c53f7810bac8f556456c6c96597e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4b99358d2b6e96f53723b2dd85c2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c625455af63aa988c8fc97cd0992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d8eacce0511b2cf90aefc55df8de4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c75eebf46498a04be7c390d2b9311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0be06bddfd4adabdc13bb9e65f3fc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06dbc67252db9cf89a630cbff3bda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ec807a5c486b8e9c063c27b98d25c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9e0a6510d9cb631a81a099a05837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b38dbae987530282e6df06e13d15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e0baac31b477fab5d793206ba1f2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b74d8d9b78056411de864ac92600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f24311c480c557131add3182ec2b0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4b1ee01b8f263e02a3e008ab308ff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73fabd196eed6d6b73fc93789a6e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51df1350988f41ba8ce3311c11716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c7561e7a9a2ef481207458069ee2d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d0755e007f516d5316b63fa44d505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07b9566bf2972dab232856f5227c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61dd6886075ea409f924d846e25b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72e39deb1f59fcded8e959f71be0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2070093cc0f27e885bfc72ef84190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f9c37c7e9a373da6fde3705a0a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3ea1208da53b52871e7f90a07dd5b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ae7be431c573444315ee42adacb7b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2ad9f5845a90c5c16b8c62b6485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ddddea13b4521c7d5121a58dc436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3f3b0b8aece05079a3ccf808c4a7f0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f3bde2e7c4fe198c46e228e14d34a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49b91b570b9ee14d1bc618583ad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763aa53e0988a13b2589739f1389b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de987d27986785c9fba50eed35f68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2fafb8444e3907b8ec5425a29e99b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39696068102f8be66a33970c6dcd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d028ded53b5c9d4baf0591c3e40d8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531a03914088514e16386b6517114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c225c9ba75b5d5f99daaf42d0e7f5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42da4860b6c6afafdcdb87e90486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ad7a0a278dc18fefb1d86031924bf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bc422a84538a58219a7dfd578c05a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5bf8de7ed9509e2fc6b1a8d6334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f0be98a32d52fb4f50a722aca133a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00d1046e54d2cd0caafca4a9c1b6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43249202e7407885be51a9e46d9ff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6ea1adba8de6075f153272ea4d2f09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d599fd60a918cbb6e65eea00bbdb62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2630664c917df291890cded0c298ac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d2aed3c3e91f188dc829c1083921ab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9a5666c125fac3d7b7e7665636be3f1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226ed139fac4e13ee92305b968d4caa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b83fe5b3434886594f9208ece9e071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a098b3e9fb55e9df9d42dffb3307c34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293247aa4cd556c1f315d0155868211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, (3)-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, (4)-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3" name="Picture 22" descr="76157fb98d46f74405f46d4387d9457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6080760"/>
            <a:ext cx="121127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8e8ee63312ce7d34a6d7c06e98be3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0d447be34dd93f941bf013340a2d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5f3db2d996e1f4395de5a2e429715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ddfd6fb7c60fe79e916b747b788f6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f4dfb7110afea0ff6dff3790d0afa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06f1cb3986d8c8e2d3d516de4cb8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3def988284fd91a9dbb55c84edb3e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7bd34500b7518751c62682e54f56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9e22177222f448f902f2cdc3b300e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c5631148a82efdf2241bb4c0accbb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764a3cf8a977b9020c281b6c70ea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1fd63ec687e52b704a90cac290a80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f499c2e3ab5288cdd3db0c859c63a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b8071251c1185848c86751a90a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54ec1b466b605330cb23086f8be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f6bffcce6ba831f2180c5e581535d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44d4f40bd41606a08b8e02f7c2fe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8330b944b663044d70963584d38f9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0ae0001d73b16a3f95e207be067424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a630114c580e77b65fe8279569ef5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b7cd213addb7bc6b3daf13ea5cb15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a9b497210bbe30fa71de335c9c75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29ffb92ff20266a8bef5a44236518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cc17e3b7f3813361ad97f499bbad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773eb727b5c0291aaacf056c96c37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be98932e67bb155d0cb5210ef03f7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7ad5390eabdb7a3652f8dbbb91485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4315c67d3f351e21943510a107e34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4d5f3014c3133f4e6fa83406debc9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b7cd213addb7bc6b3daf13ea5cb15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a630114c580e77b65fe8279569ef5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3b836abbc1ca1366f32b45c4028f83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274a77d28df989e3086c0094904a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90856e17944b96bcf3292a706098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bfecbca5293e484267580c8410337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f44e97007c375243347babf8a2fd0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afd5da083cccde5d4892d68ae1a9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d2219d867b11aebb6cf20242fa9b8f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07870108022e5078dea6867cb942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bfecbca5293e484267580c8410337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afd5da083cccde5d4892d68ae1a9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a2822061a392f5a6dd446ceb9c080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47c77d440c0430d74f5d6ec52d0b1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804b09fdee5bb2e0d532281eab6e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7decf6c51db49f45a5e23eb62f2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435e180d5e9cc0f5119e46db44757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c584fcddb42a994091518c1e05e41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88e675e770b7b493de1fcc8665511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12749ac4ffd6de19ef6f4b2badb2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753069fbf2522d911340ca25b5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