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4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6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7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101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10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10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10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107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108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11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118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3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38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41.png"/><Relationship Id="rId7" Type="http://schemas.openxmlformats.org/officeDocument/2006/relationships/image" Target="../media/image14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146.png"/><Relationship Id="rId8" Type="http://schemas.openxmlformats.org/officeDocument/2006/relationships/image" Target="../media/image147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Relationship Id="rId7" Type="http://schemas.openxmlformats.org/officeDocument/2006/relationships/image" Target="../media/image15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52.png"/><Relationship Id="rId5" Type="http://schemas.openxmlformats.org/officeDocument/2006/relationships/image" Target="../media/image153.png"/><Relationship Id="rId6" Type="http://schemas.openxmlformats.org/officeDocument/2006/relationships/image" Target="../media/image154.png"/><Relationship Id="rId7" Type="http://schemas.openxmlformats.org/officeDocument/2006/relationships/image" Target="../media/image155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56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Relationship Id="rId6" Type="http://schemas.openxmlformats.org/officeDocument/2006/relationships/image" Target="../media/image130.png"/><Relationship Id="rId7" Type="http://schemas.openxmlformats.org/officeDocument/2006/relationships/image" Target="../media/image159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60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Relationship Id="rId6" Type="http://schemas.openxmlformats.org/officeDocument/2006/relationships/image" Target="../media/image163.png"/><Relationship Id="rId7" Type="http://schemas.openxmlformats.org/officeDocument/2006/relationships/image" Target="../media/image16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65.png"/><Relationship Id="rId5" Type="http://schemas.openxmlformats.org/officeDocument/2006/relationships/image" Target="../media/image166.png"/><Relationship Id="rId6" Type="http://schemas.openxmlformats.org/officeDocument/2006/relationships/image" Target="../media/image167.png"/><Relationship Id="rId7" Type="http://schemas.openxmlformats.org/officeDocument/2006/relationships/image" Target="../media/image168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172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.png"/><Relationship Id="rId4" Type="http://schemas.openxmlformats.org/officeDocument/2006/relationships/image" Target="../media/image173.png"/><Relationship Id="rId5" Type="http://schemas.openxmlformats.org/officeDocument/2006/relationships/image" Target="../media/image145.png"/><Relationship Id="rId6" Type="http://schemas.openxmlformats.org/officeDocument/2006/relationships/image" Target="../media/image168.png"/><Relationship Id="rId7" Type="http://schemas.openxmlformats.org/officeDocument/2006/relationships/image" Target="../media/image167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4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17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177.png"/><Relationship Id="rId5" Type="http://schemas.openxmlformats.org/officeDocument/2006/relationships/image" Target="../media/image178.png"/><Relationship Id="rId6" Type="http://schemas.openxmlformats.org/officeDocument/2006/relationships/image" Target="../media/image179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180.png"/><Relationship Id="rId5" Type="http://schemas.openxmlformats.org/officeDocument/2006/relationships/image" Target="../media/image181.png"/><Relationship Id="rId6" Type="http://schemas.openxmlformats.org/officeDocument/2006/relationships/image" Target="../media/image182.png"/><Relationship Id="rId7" Type="http://schemas.openxmlformats.org/officeDocument/2006/relationships/image" Target="../media/image183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184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185.png"/><Relationship Id="rId5" Type="http://schemas.openxmlformats.org/officeDocument/2006/relationships/image" Target="../media/image186.png"/><Relationship Id="rId6" Type="http://schemas.openxmlformats.org/officeDocument/2006/relationships/image" Target="../media/image187.png"/><Relationship Id="rId7" Type="http://schemas.openxmlformats.org/officeDocument/2006/relationships/image" Target="../media/image188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189.png"/><Relationship Id="rId7" Type="http://schemas.openxmlformats.org/officeDocument/2006/relationships/image" Target="../media/image190.png"/><Relationship Id="rId8" Type="http://schemas.openxmlformats.org/officeDocument/2006/relationships/image" Target="../media/image191.png"/><Relationship Id="rId9" Type="http://schemas.openxmlformats.org/officeDocument/2006/relationships/image" Target="../media/image192.png"/><Relationship Id="rId10" Type="http://schemas.openxmlformats.org/officeDocument/2006/relationships/image" Target="../media/image193.png"/><Relationship Id="rId11" Type="http://schemas.openxmlformats.org/officeDocument/2006/relationships/image" Target="../media/image194.png"/><Relationship Id="rId12" Type="http://schemas.openxmlformats.org/officeDocument/2006/relationships/image" Target="../media/image195.png"/><Relationship Id="rId13" Type="http://schemas.openxmlformats.org/officeDocument/2006/relationships/image" Target="../media/image196.png"/><Relationship Id="rId14" Type="http://schemas.openxmlformats.org/officeDocument/2006/relationships/image" Target="../media/image197.png"/><Relationship Id="rId15" Type="http://schemas.openxmlformats.org/officeDocument/2006/relationships/image" Target="../media/image198.png"/><Relationship Id="rId16" Type="http://schemas.openxmlformats.org/officeDocument/2006/relationships/image" Target="../media/image199.png"/><Relationship Id="rId17" Type="http://schemas.openxmlformats.org/officeDocument/2006/relationships/image" Target="../media/image200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20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202.png"/><Relationship Id="rId5" Type="http://schemas.openxmlformats.org/officeDocument/2006/relationships/image" Target="../media/image203.png"/><Relationship Id="rId6" Type="http://schemas.openxmlformats.org/officeDocument/2006/relationships/image" Target="../media/image204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205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206.png"/><Relationship Id="rId5" Type="http://schemas.openxmlformats.org/officeDocument/2006/relationships/image" Target="../media/image207.png"/><Relationship Id="rId6" Type="http://schemas.openxmlformats.org/officeDocument/2006/relationships/image" Target="../media/image208.png"/><Relationship Id="rId7" Type="http://schemas.openxmlformats.org/officeDocument/2006/relationships/image" Target="../media/image209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208.png"/><Relationship Id="rId5" Type="http://schemas.openxmlformats.org/officeDocument/2006/relationships/image" Target="../media/image210.png"/><Relationship Id="rId6" Type="http://schemas.openxmlformats.org/officeDocument/2006/relationships/image" Target="../media/image211.png"/><Relationship Id="rId7" Type="http://schemas.openxmlformats.org/officeDocument/2006/relationships/image" Target="../media/image21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213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214.png"/><Relationship Id="rId5" Type="http://schemas.openxmlformats.org/officeDocument/2006/relationships/image" Target="../media/image215.png"/><Relationship Id="rId6" Type="http://schemas.openxmlformats.org/officeDocument/2006/relationships/image" Target="../media/image216.png"/><Relationship Id="rId7" Type="http://schemas.openxmlformats.org/officeDocument/2006/relationships/image" Target="../media/image217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218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219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.png"/><Relationship Id="rId4" Type="http://schemas.openxmlformats.org/officeDocument/2006/relationships/image" Target="../media/image220.png"/><Relationship Id="rId5" Type="http://schemas.openxmlformats.org/officeDocument/2006/relationships/image" Target="../media/image221.png"/><Relationship Id="rId6" Type="http://schemas.openxmlformats.org/officeDocument/2006/relationships/image" Target="../media/image222.png"/><Relationship Id="rId7" Type="http://schemas.openxmlformats.org/officeDocument/2006/relationships/image" Target="../media/image223.png"/><Relationship Id="rId8" Type="http://schemas.openxmlformats.org/officeDocument/2006/relationships/image" Target="../media/image224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5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27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28.png"/><Relationship Id="rId5" Type="http://schemas.openxmlformats.org/officeDocument/2006/relationships/image" Target="../media/image229.png"/><Relationship Id="rId6" Type="http://schemas.openxmlformats.org/officeDocument/2006/relationships/image" Target="../media/image230.png"/><Relationship Id="rId7" Type="http://schemas.openxmlformats.org/officeDocument/2006/relationships/image" Target="../media/image231.png"/><Relationship Id="rId8" Type="http://schemas.openxmlformats.org/officeDocument/2006/relationships/image" Target="../media/image232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33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34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35.png"/><Relationship Id="rId5" Type="http://schemas.openxmlformats.org/officeDocument/2006/relationships/image" Target="../media/image236.png"/><Relationship Id="rId6" Type="http://schemas.openxmlformats.org/officeDocument/2006/relationships/image" Target="../media/image237.png"/><Relationship Id="rId7" Type="http://schemas.openxmlformats.org/officeDocument/2006/relationships/image" Target="../media/image238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39.png"/><Relationship Id="rId5" Type="http://schemas.openxmlformats.org/officeDocument/2006/relationships/image" Target="../media/image240.png"/><Relationship Id="rId6" Type="http://schemas.openxmlformats.org/officeDocument/2006/relationships/image" Target="../media/image241.png"/><Relationship Id="rId7" Type="http://schemas.openxmlformats.org/officeDocument/2006/relationships/image" Target="../media/image242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43.png"/><Relationship Id="rId5" Type="http://schemas.openxmlformats.org/officeDocument/2006/relationships/image" Target="../media/image244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45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6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48.png"/><Relationship Id="rId5" Type="http://schemas.openxmlformats.org/officeDocument/2006/relationships/image" Target="../media/image249.png"/><Relationship Id="rId6" Type="http://schemas.openxmlformats.org/officeDocument/2006/relationships/image" Target="../media/image250.png"/><Relationship Id="rId7" Type="http://schemas.openxmlformats.org/officeDocument/2006/relationships/image" Target="../media/image25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52.png"/><Relationship Id="rId5" Type="http://schemas.openxmlformats.org/officeDocument/2006/relationships/image" Target="../media/image253.png"/><Relationship Id="rId6" Type="http://schemas.openxmlformats.org/officeDocument/2006/relationships/image" Target="../media/image254.png"/><Relationship Id="rId7" Type="http://schemas.openxmlformats.org/officeDocument/2006/relationships/image" Target="../media/image255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51.png"/><Relationship Id="rId5" Type="http://schemas.openxmlformats.org/officeDocument/2006/relationships/image" Target="../media/image253.png"/><Relationship Id="rId6" Type="http://schemas.openxmlformats.org/officeDocument/2006/relationships/image" Target="../media/image256.png"/><Relationship Id="rId7" Type="http://schemas.openxmlformats.org/officeDocument/2006/relationships/image" Target="../media/image14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57.png"/><Relationship Id="rId5" Type="http://schemas.openxmlformats.org/officeDocument/2006/relationships/image" Target="../media/image258.png"/><Relationship Id="rId6" Type="http://schemas.openxmlformats.org/officeDocument/2006/relationships/image" Target="../media/image259.png"/><Relationship Id="rId7" Type="http://schemas.openxmlformats.org/officeDocument/2006/relationships/image" Target="../media/image260.png"/><Relationship Id="rId8" Type="http://schemas.openxmlformats.org/officeDocument/2006/relationships/image" Target="../media/image26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62.png"/><Relationship Id="rId5" Type="http://schemas.openxmlformats.org/officeDocument/2006/relationships/image" Target="../media/image263.png"/><Relationship Id="rId6" Type="http://schemas.openxmlformats.org/officeDocument/2006/relationships/image" Target="../media/image264.png"/><Relationship Id="rId7" Type="http://schemas.openxmlformats.org/officeDocument/2006/relationships/image" Target="../media/image265.png"/><Relationship Id="rId8" Type="http://schemas.openxmlformats.org/officeDocument/2006/relationships/image" Target="../media/image26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67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68.png"/><Relationship Id="rId5" Type="http://schemas.openxmlformats.org/officeDocument/2006/relationships/image" Target="../media/image269.png"/><Relationship Id="rId6" Type="http://schemas.openxmlformats.org/officeDocument/2006/relationships/image" Target="../media/image270.png"/><Relationship Id="rId7" Type="http://schemas.openxmlformats.org/officeDocument/2006/relationships/image" Target="../media/image27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72.png"/><Relationship Id="rId5" Type="http://schemas.openxmlformats.org/officeDocument/2006/relationships/image" Target="../media/image273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74.png"/><Relationship Id="rId5" Type="http://schemas.openxmlformats.org/officeDocument/2006/relationships/image" Target="../media/image275.png"/><Relationship Id="rId6" Type="http://schemas.openxmlformats.org/officeDocument/2006/relationships/image" Target="../media/image276.png"/><Relationship Id="rId7" Type="http://schemas.openxmlformats.org/officeDocument/2006/relationships/image" Target="../media/image277.png"/><Relationship Id="rId8" Type="http://schemas.openxmlformats.org/officeDocument/2006/relationships/image" Target="../media/image278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79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0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1.png"/><Relationship Id="rId5" Type="http://schemas.openxmlformats.org/officeDocument/2006/relationships/image" Target="../media/image282.png"/><Relationship Id="rId6" Type="http://schemas.openxmlformats.org/officeDocument/2006/relationships/image" Target="../media/image283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4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5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6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7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8.png"/><Relationship Id="rId5" Type="http://schemas.openxmlformats.org/officeDocument/2006/relationships/image" Target="../media/image289.png"/><Relationship Id="rId6" Type="http://schemas.openxmlformats.org/officeDocument/2006/relationships/image" Target="../media/image266.png"/><Relationship Id="rId7" Type="http://schemas.openxmlformats.org/officeDocument/2006/relationships/image" Target="../media/image265.png"/><Relationship Id="rId8" Type="http://schemas.openxmlformats.org/officeDocument/2006/relationships/image" Target="../media/image290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9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92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93.png"/><Relationship Id="rId5" Type="http://schemas.openxmlformats.org/officeDocument/2006/relationships/image" Target="../media/image294.png"/><Relationship Id="rId6" Type="http://schemas.openxmlformats.org/officeDocument/2006/relationships/image" Target="../media/image295.png"/><Relationship Id="rId7" Type="http://schemas.openxmlformats.org/officeDocument/2006/relationships/image" Target="../media/image296.png"/><Relationship Id="rId8" Type="http://schemas.openxmlformats.org/officeDocument/2006/relationships/image" Target="../media/image297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98.png"/><Relationship Id="rId5" Type="http://schemas.openxmlformats.org/officeDocument/2006/relationships/image" Target="../media/image299.png"/><Relationship Id="rId6" Type="http://schemas.openxmlformats.org/officeDocument/2006/relationships/image" Target="../media/image300.png"/><Relationship Id="rId7" Type="http://schemas.openxmlformats.org/officeDocument/2006/relationships/image" Target="../media/image301.png"/><Relationship Id="rId8" Type="http://schemas.openxmlformats.org/officeDocument/2006/relationships/image" Target="../media/image302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03.png"/><Relationship Id="rId5" Type="http://schemas.openxmlformats.org/officeDocument/2006/relationships/image" Target="../media/image304.png"/><Relationship Id="rId6" Type="http://schemas.openxmlformats.org/officeDocument/2006/relationships/image" Target="../media/image305.png"/><Relationship Id="rId7" Type="http://schemas.openxmlformats.org/officeDocument/2006/relationships/image" Target="../media/image306.png"/><Relationship Id="rId8" Type="http://schemas.openxmlformats.org/officeDocument/2006/relationships/image" Target="../media/image307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08.png"/><Relationship Id="rId5" Type="http://schemas.openxmlformats.org/officeDocument/2006/relationships/image" Target="../media/image304.png"/><Relationship Id="rId6" Type="http://schemas.openxmlformats.org/officeDocument/2006/relationships/image" Target="../media/image306.png"/><Relationship Id="rId7" Type="http://schemas.openxmlformats.org/officeDocument/2006/relationships/image" Target="../media/image309.png"/><Relationship Id="rId8" Type="http://schemas.openxmlformats.org/officeDocument/2006/relationships/image" Target="../media/image310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1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12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13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14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51.png"/><Relationship Id="rId5" Type="http://schemas.openxmlformats.org/officeDocument/2006/relationships/image" Target="../media/image249.png"/><Relationship Id="rId6" Type="http://schemas.openxmlformats.org/officeDocument/2006/relationships/image" Target="../media/image315.png"/><Relationship Id="rId7" Type="http://schemas.openxmlformats.org/officeDocument/2006/relationships/image" Target="../media/image252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16.png"/><Relationship Id="rId5" Type="http://schemas.openxmlformats.org/officeDocument/2006/relationships/image" Target="../media/image317.png"/><Relationship Id="rId6" Type="http://schemas.openxmlformats.org/officeDocument/2006/relationships/image" Target="../media/image318.png"/><Relationship Id="rId7" Type="http://schemas.openxmlformats.org/officeDocument/2006/relationships/image" Target="../media/image319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20.png"/><Relationship Id="rId5" Type="http://schemas.openxmlformats.org/officeDocument/2006/relationships/image" Target="../media/image249.png"/><Relationship Id="rId6" Type="http://schemas.openxmlformats.org/officeDocument/2006/relationships/image" Target="../media/image250.png"/><Relationship Id="rId7" Type="http://schemas.openxmlformats.org/officeDocument/2006/relationships/image" Target="../media/image25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21.png"/><Relationship Id="rId5" Type="http://schemas.openxmlformats.org/officeDocument/2006/relationships/image" Target="../media/image322.png"/><Relationship Id="rId6" Type="http://schemas.openxmlformats.org/officeDocument/2006/relationships/image" Target="../media/image251.png"/><Relationship Id="rId7" Type="http://schemas.openxmlformats.org/officeDocument/2006/relationships/image" Target="../media/image323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24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325.png"/><Relationship Id="rId5" Type="http://schemas.openxmlformats.org/officeDocument/2006/relationships/image" Target="../media/image326.png"/><Relationship Id="rId6" Type="http://schemas.openxmlformats.org/officeDocument/2006/relationships/image" Target="../media/image327.png"/><Relationship Id="rId7" Type="http://schemas.openxmlformats.org/officeDocument/2006/relationships/image" Target="../media/image3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c76a2e2cb7cec71c832b2e0c44b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1ce686e98969e2773a36877ddc0d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fab2587738c87046b2e18f531f14a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27536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8824adc6d255c9b54fb977b0aec0d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e6d8c1a192792e134f9835c97f629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96682db825ef68ff6d0bd318a5f2d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ae8f782fc4d633d80f4e968a9e9b1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18f09912d5dae54d5a850bdcae3bc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85e11ff420e0691760b4406b44d7b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80eb2d98f4a58a89eddfb42eb0ef4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79ddfbf8d152dc168beb27fcaf3ea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90e8619df31942ad64a15bad31ff9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80078d04d32cd0e65f0ba3bd9b813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1648a162724d21d55e1dfc06b539c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d656764642dff2b6d19b20cd048d5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c4900fa6557a5d7708b42683af287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38100c757c06d326bceb7a5f9f4b09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c7bffbcbb13a26c1a03a80fa75dc4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93a009755e3d2fecf76868d6f0a70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1d0f068f5d934ec7cbf8aa8bbee05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647f43738a42016cf4776aa2bf0ba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33a2e51d0c041807ba4ed099483ef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49f5df85cc266cc5ed5d619b36b79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758a0f11f1905994537646c8f1aa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1425326ff301bd1c7cfaeb2b1f370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66d79b2be51287a3d89b0ed259d6f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97c8afa522972d1a62913a742a32f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b7b9df19e34270e447a518246d630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8009969dde283c39f3f8424d1cac6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f8aa062ec37e673f4da54a9858fb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a8d4062543b826b22ff77bcb35084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f1e939c6584f4da371d0dfffdc1d3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6a208cdca91f635d5e475ebe1b27c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1beb6e259661d86cc3136d69b829d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5dff775c44be5f4c84219d2d0d995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f6c8fd322c8d6107ff5caf0395261b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1e3b99d6a27ee61198eb305bce5d08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33aaefe93a192324de4dfbbb52e08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If the E0cell for a given reaction has a negative value, then which of the following is the correct relationship for the value of ΔG0 and Keq?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ΔG0&gt;0 and Keq&gt;1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ΔG0&lt;0 and Keq&lt;1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ΔG0&gt;0 and Keq&lt;1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ΔG0&lt;0 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f0c8e2dbe15be99ca9455c95ec742b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pic>
        <p:nvPicPr>
          <p:cNvPr id="13" name="Picture 12" descr="347e32d489f6f5d170546021de5d6d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66160"/>
            <a:ext cx="5724144" cy="585216"/>
          </a:xfrm>
          <a:prstGeom prst="rect">
            <a:avLst/>
          </a:prstGeom>
        </p:spPr>
      </p:pic>
      <p:pic>
        <p:nvPicPr>
          <p:cNvPr id="14" name="Picture 13" descr="f8ffc15ef1333d7e9bb967b7108af46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5916" y="2194560"/>
            <a:ext cx="5724144" cy="585216"/>
          </a:xfrm>
          <a:prstGeom prst="rect">
            <a:avLst/>
          </a:prstGeom>
        </p:spPr>
      </p:pic>
      <p:pic>
        <p:nvPicPr>
          <p:cNvPr id="15" name="Picture 14" descr="cc9cd9f6bb421351cc62ec14ae6d3f4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5916" y="2651760"/>
            <a:ext cx="5724144" cy="585216"/>
          </a:xfrm>
          <a:prstGeom prst="rect">
            <a:avLst/>
          </a:prstGeom>
        </p:spPr>
      </p:pic>
      <p:pic>
        <p:nvPicPr>
          <p:cNvPr id="16" name="Picture 15" descr="9d412de7768d5765b56fc3c2b08725c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5916" y="3108960"/>
            <a:ext cx="5724144" cy="585216"/>
          </a:xfrm>
          <a:prstGeom prst="rect">
            <a:avLst/>
          </a:prstGeom>
        </p:spPr>
      </p:pic>
      <p:pic>
        <p:nvPicPr>
          <p:cNvPr id="17" name="Picture 16" descr="fcdb5c3492fc2536e98decb20f0e9d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3566160"/>
            <a:ext cx="5724144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1af4f91a5c63471142c9dd28989d1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e04014618bb9264ed66e238662e3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62bc3484b862d405607a22da315b0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c72f56f3de773253ab1c42855710e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68d873186bbe5088c6f2a6ebc5cd7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e1fd220089101812b6437d533bdeb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01370d677fd1ecbfecdf2a0d40e1c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41155e19d392d9a72191ea0759541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e29e8ee3360afd0a54dd762291878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fdde25464ee6ba2a1c22aa81f86145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a73a5488a7c954f3b57363cc91496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fe14ae0d906d0f9dd2ab60223acce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c56f63473ea9aaef2b48aa83dcf85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9b4d4a64c7e4b896682e2db0992ca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fb7a83c5c2ec5bb133058d782dc99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17680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2d9bf47b1cccf844602202c377afe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e4c1cdff8a8bd0e1caf7aea0c2fb8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f29d85327f8b5f9c361a6db20e7ce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6ac94eb768f0fa2fd40688c21ee2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0e40ab5368ea68246a493a01d7a1a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3801f2ffe8545642e9b8780f43aaf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316c26c662ef4078ce0405193390a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45ca0d772d1df0084423472f113d38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b5dca1c114200308f893d84d33961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2f073fb1f1a4702e1486053930784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57a6633738f2a1452cb99f391f639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1daeadf0e2f61062319a183fd1616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3d6bad9f5ab39d1ffebb0a2d0c71b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d4f7a221432f1932e698c3a7d6cf0c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b2f8d3c0f9408b9f6398f370f776e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726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17d07df8ebdcee0d14811793fb912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688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855e102e941860c22e5f738315c61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688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94537151d97d51098397c95684ab7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1688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5430146de0606e497a034214009f86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168859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ddafbfe39f8071a261062618768f22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1abcba88548cb74563a9eee021ba61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0c53f7810bac8f556456c6c96597e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ec6f00169494283bb6adb4533ca30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09672d2253c8f2aa49fad1c7092f0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2a23d5f5a2d464e390663fba13fe4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d8787dd9bd20eff1777f0efc8c12d7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bcf3fa359193807095d22482d2803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3680eb3ea4084604ce42e7cc3b656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2aac8ab63eceaddf2918ea3720b3e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93450b628f4354b47b91a7502e8a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(Ea) of a reaction by providing an alternate pathway.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972603c01bc1e763fa89ebdb1668e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51068d5643bbb7a17d7ae1372f3db8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6914ad5e876a523cbf991a8d28e13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16512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bfe461779a7e860417b6fdb22197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0553218e70f436f6fc1919cbe3645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602ac868b25a161706349e33f6637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755f899b9b8acdb506a1276cd779a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e303445e2e609e00f80e546a3c3fe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d09fe48eda0cf43e0e573dfcaebad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3ba8797dba4309cb799c64329621c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8356637bddf5fc12c83f3797f329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238e131ca1ecd89a7bcb8d37a4a42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91dfbe48a8f1da87ba160afc04196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151c63cb3571b290763026c8d279a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695ac5267edb30cb0278cdca1fcf0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4ba6494a38ecaef7fb1df821bd669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953533c96d060080f8c5e8dd6441c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eaf506053a4bffc9bf9256c8ad70dd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52e60b6c925143a03bba7ca46e8a9f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5841b787cac21bed11d0c5961679c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f723560fd37fcc3ab4af865c4f475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07d3b9b94ff81fcd9d6ff4060e9e07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3f765605da68e084fd373239b974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26a3c6c719af37689617b153e3177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b7a1ff51b07d4795baf55c34f953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29055dfc3d38630c4743d9424dcb9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4720a9b5f41c8064cfbcf9b40eb29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190045fbabb92fe16bf2a2aaae0f9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4b758b1e9f33b0d88348702e6f18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5d2fbb3f40de389effd92c5efbb67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ef4d878e44e16db01f3259e987364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36aa2ad4bc9e5d3d1892dd5d7664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6ef294536c7a40c5d0ec6ea536b0c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e1c66e93da63f4f1ef55200002fd2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14cf857264404b68b8e2ace470fa4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fc344b4ead3ffde4294baab484567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1666c4b103f44a8b1d982a792750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b6e2f46c5adc91153b21eeb326fd8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3596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168d111fb9b9b3f1dbd06160c213b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3404359446f6fa70531948398e925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6d8502b345c3f2d97e011e3e1d89a2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60d0377befffe4da7f25314a2ea4068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4f1e868039a01b4c634f44d5f1201f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e121c59e3dbd3ba67fc4867f731c9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7f8ea50192d5a5627ac2879d9d70f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2f85f05e401775bd66970c4071fd4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1f30df63d087a49085e6a6d8e64c3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8f3ea51320f6c85d5b587bc8c9168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11f25d22f42e04af4265686b69114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76c00ee22d017a384c33ec45e8aea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c673d4acd2a8dc4d560d9c4cb9005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dc4d1da9a6d2ff20b992e30724546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60907fde85e325c6633c8f0a7fc72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2a87c0ed70a2df3348325123374b2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fb53832cb2b0683f890e942a5792af7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ef70a05da797fcb91684331f3ada1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4d3c493d4b4b9eebff03c1aec366c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328032a450d73c0c63d02e073826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ef4d878e44e16db01f3259e987364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fc7585f4f7284e7ea992cf331a173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48947a2b4bcccaa9c8536eff3e6ff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3aaf0922e5f94072b64fed1567e0c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6c6cf2d033a3e8f8579fd88ceb080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340705ca4f1ccfc35e064b262ea7b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7a5211bc750846b8b17cc06c48de0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5c31d602a9807197eb522a9e31bff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ae892f79353332e6c815c313c8ec2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5915d590d1e2f98a911bbfa0efee9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99d9dde7ddea25730edc88470cd61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22760d8d63279f6f34505a41c38dc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1c05846f6ed6442b396631a0b28a4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a52caf942abc958014b1fdc195d2d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4e48fdcc0c00719d4bc92114a38b1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48f910cdcf791b355234a31e85b19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99d9dde7ddea25730edc88470cd61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5915d590d1e2f98a911bbfa0efee9b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4df93942aa801372e8bfd7e58778a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fe8efef444e70704436ddfd69aa3e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250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a323e5d3987d5234e7291652fcaba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c5af7f72f81a14f117fe5417b1939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52b15fb1d70f34c59320bfb560a7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28c5e844398ed360124b12ba0266e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df48958fe187c961c3b3b49f286cb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2f241cf54d769d816d96a0a159e37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cb596771ff8b7175041068a1eaf1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400d1046e54d2cd0caafca4a9c1b60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807f16ae2979b3a0cf87a85c9cf8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d2bd471e8812cc28bfc35745e1b92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d0a8c9704f0c114ee7660031fc2d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74c597b7b46b7435a728c6d43fddf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f0c8e2dbe15be99ca9455c95ec742b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6ea1adba8de6075f153272ea4d2f09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194560"/>
            <a:ext cx="5724144" cy="585216"/>
          </a:xfrm>
          <a:prstGeom prst="rect">
            <a:avLst/>
          </a:prstGeom>
        </p:spPr>
      </p:pic>
      <p:pic>
        <p:nvPicPr>
          <p:cNvPr id="11" name="Picture 10" descr="d599fd60a918cbb6e65eea00bbdb628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51760"/>
            <a:ext cx="5724144" cy="585216"/>
          </a:xfrm>
          <a:prstGeom prst="rect">
            <a:avLst/>
          </a:prstGeom>
        </p:spPr>
      </p:pic>
      <p:pic>
        <p:nvPicPr>
          <p:cNvPr id="12" name="Picture 11" descr="2630664c917df291890cded0c298ac6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108960"/>
            <a:ext cx="5724144" cy="585216"/>
          </a:xfrm>
          <a:prstGeom prst="rect">
            <a:avLst/>
          </a:prstGeom>
        </p:spPr>
      </p:pic>
      <p:pic>
        <p:nvPicPr>
          <p:cNvPr id="13" name="Picture 12" descr="d2aed3c3e91f188dc829c1083921ab8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566160"/>
            <a:ext cx="5724144" cy="585216"/>
          </a:xfrm>
          <a:prstGeom prst="rect">
            <a:avLst/>
          </a:prstGeom>
        </p:spPr>
      </p:pic>
      <p:pic>
        <p:nvPicPr>
          <p:cNvPr id="14" name="Picture 13" descr="303146f291d3bb113dd85c139e6b34f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2194560"/>
            <a:ext cx="5724144" cy="585216"/>
          </a:xfrm>
          <a:prstGeom prst="rect">
            <a:avLst/>
          </a:prstGeom>
        </p:spPr>
      </p:pic>
      <p:pic>
        <p:nvPicPr>
          <p:cNvPr id="15" name="Picture 14" descr="698cbba4d39c0ba267387780e8d6d0a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916" y="2651760"/>
            <a:ext cx="5724144" cy="585216"/>
          </a:xfrm>
          <a:prstGeom prst="rect">
            <a:avLst/>
          </a:prstGeom>
        </p:spPr>
      </p:pic>
      <p:pic>
        <p:nvPicPr>
          <p:cNvPr id="16" name="Picture 15" descr="642860fbfb1865b4c18e7dda726fa25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5916" y="3108960"/>
            <a:ext cx="5724144" cy="585216"/>
          </a:xfrm>
          <a:prstGeom prst="rect">
            <a:avLst/>
          </a:prstGeom>
        </p:spPr>
      </p:pic>
      <p:pic>
        <p:nvPicPr>
          <p:cNvPr id="17" name="Picture 16" descr="b92fa5b0a8343d83471b2328f3b8db0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5916" y="3566160"/>
            <a:ext cx="5724144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19" name="Picture 18" descr="618cfb4e965b18fd8054d9f397cfa7c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4572000"/>
            <a:ext cx="11045952" cy="5852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21" name="Picture 20" descr="85084108c7a05ed3c1c2b8a955ce462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" y="5074920"/>
            <a:ext cx="11045952" cy="5852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23" name="Picture 22" descr="faa9973541b7338fc2aa6da4928d6b9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" y="5577840"/>
            <a:ext cx="11045952" cy="5852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25" name="Picture 24" descr="ab47f14a28425623de05b0d25342c28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7240" y="6080760"/>
            <a:ext cx="1104595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cd57849986ed0842bc714ca1af813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950fddf6950fbc07485acc5da3a0e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36b17426c2130c8df132a3dfa2feb6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5f0470a377fe896a9c649c6eb028a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6f1e2fc72913ad3e64547a451173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f3c9161746dfc2afa526008178229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835ae0cccae84dc2c26fce69ddb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3af0e0f11053039aa502664ea42fb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911367087df608d98fb0c4e748c626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3af0e0f11053039aa502664ea42fb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c3777c191010e7d49c6f07cfb15e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897dfd90433dbba03de0356c14e65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1057b3e35e09d4476501b1e380475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d09212a5a26fe60fe21dcc6f0cff3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4ad117f4b49bcc0f02d7fc5e8d709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83da9c2c7094022e5d276da837e376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81d04f4c6954904ea918f576328e0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8c76c0e74611d5d4c838e14403f71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eab389ac4586dc86eec7642b0baca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fa739b6a355df130d604866a09d2f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62233a72850253ff1f6e397d29510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f071f6d3579dd2e39d20c5cdc89e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0d783b71e5b9bc1ddd0f3eade228f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daf80ddce0fdcfa1d25203444957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a34dd01b6b710e521f6a64dd799f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da9047048daa285f701f67d414b03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9572c92fd13f17e243048732704d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5425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1666a567f9f14394b6e7f11d7a6e4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2377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adda973625692e7f1d667812b3249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ddd68126e7d0865f840a4ae30611c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235ed843f3b9ec9f047c57852d99a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8933c9bb279e30b1833a945d505c93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ff2c7c7fb02e1b99c77f823260bd5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1168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d8c536d4cbe6a0cf09468d996c22f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17784206e291b0549e0af15a97dde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eeccdd720d8700c9f425fc092fc1b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b50f6484ce615122104a46a1be744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55f6ffa3b071be0c8e9b62f8bce5f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Three -NO2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-NO2 group is present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b8357a9771107df97f50f0e30818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18ac5a17fb5602de5d617fbc6f0ab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fe7a9da2551543a247df190267e1d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6364bc41dd72c21d73384936d24a5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f1c92bcf033712b2700098c192c33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079791db041bc5d77afdf38220380f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05dfe5d1ad5385d1d395ac93c7e5d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33b17071094c6bc87c39350eeee18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f9a5528a5bd669eadf67e523315ea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5c88d05e39ed77eab35c04dbb07f9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17c54cabd942300e53086055b2663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2102fd2ecdb72025c4af788bca081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cbfdf584f205715030f31bcc7ee27f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0d0377befffe4da7f25314a2ea4068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d1b05257e393343e840ae7dbd7339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b7763e7c1eb478beb3b498669d43c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c4c8a50c20f6e059c75f7a6f915e8d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a0d85ac477b1424e21b6bf54373d1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b69071dd698d40ef29bda3d0f2b9a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da977c393ee416033bd6cb935c9fe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835b1491c8747b70a30fc60fbc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2a92919519ddcbe0019da8deb7434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e5f7ec067f488d9141a6f5479d57a2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b6b7a71d37212385c1395dff5d02f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6ba8eb60198180df5b5fe24ab50e9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425bdd5092806ecd016a7c80c241b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3288c52954ed80bc5402de6efad24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779fce9bfbea8799db31a0eed55fa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272373e5f3d6d23b18f729e0febf59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54869f260eea2ff238f2ca966cdef4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ef95105981ad273f138307b78f4d0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37a73c9709d9248dc630117470764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f80b9fd33b6286e536b4d65eb3cf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e8cdb9b2da6ffbbd2454e8520be8a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736336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01f753337d607aa4fd69796e55d85d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92f14af532ab23344d4207164419c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af98c6324f63ff882ee6bcf5ecd29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aedf2898a76b4f9fb4dbefe8349b9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057888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9f95fc72ada04ff3351f7045d332f4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dbfee10a7c22fd6ec7f52befea305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69315f46b78ce849aee933753f864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111dfee94e22e18df0c0694887785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370ad5aefca54b24e3033d2c04404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5c64db840b770d66c336e45c4e53f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ce0365ce4c953eae2b66df7ae92a3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726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a2f02ceefdcc5ff10941afee21af8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e5f7ec067f488d9141a6f5479d57a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62ce9a5e159384f7b0a796a0e3ff15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9cb03a607bdd3877bf2597950c297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fe2c07cea8c8f699b4c8f88389182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c4a3041eb7f871f9f38f2a40d891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aacdbe94d48e3d0f5e7b2e115fbfe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dbc2f0104de427ea236255a569ec1b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68f80ed39b8e2f473fe4a2a977e907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a4991c6053f8919285839b09a62b9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37976fbb0e6b0cf5522334643d0d1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95e6ee56d743803e4b3d16e041d8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28c37b5d9bce8e22134df3f056cb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c0fd03648c0ffa6d537bc9ea4970f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b97352a33ccffcb17f72bd45485ac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dc116029e01f4c1666f5e2425a58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1abc045db7a6541bc6e4aed08911e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8384edba8213d194218c18330e0d1a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7876468ce0f55c0708059b7bc689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0db366ab5413a292262ed7794a9f5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8384edba8213d194218c18330e0d1a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a6b26e4c1a19b9a53e232638c96e1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a0132f955031776fa06db56f56fc66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9693a3d3418246f200f2378d4759b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f8c0cdc1fbe05ab97c9e59aed4bf4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9b7c83edf2d62cfa7ba9b9794e0de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4331a9f5fbcfd1351651369eb6a1e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2d01eff3bc0f126b2fb097854309c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5c88d05e39ed77eab35c04dbb07f9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c1f1e0ddd69df626660165b461278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a0a4ed170920909aa453474a8bd69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f5d954c22040609c8b329777e4c90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e9c05f52207a73a09f59cd37771d7a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bc21e518677884e1e42c091786b97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2346f8e2451aae285c9e64df76c2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95bed337a6101ba2f5d33fa5b3ab5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0759a13943b411c3c41380b48e5ad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3cd05c411c31cba8bdc6e22dd35e3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70fe3fe68440e019ee6c077e2c26a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3c6f66775812c2724b02dd8539c29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917917abc1cf522357e36e4f7f723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13288ff24995c7f77b8fd950d8359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7b43bbacb0bad87c556257cbb901d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