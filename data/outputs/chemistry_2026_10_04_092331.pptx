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880360"/>
            <a:ext cx="11274552" cy="3657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4552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400" b="1">
                <a:solidFill>
                  <a:srgbClr val="FAD02C"/>
                </a:solidFill>
                <a:latin typeface="Arial"/>
              </a:rPr>
              <a:t>Chemistry Midterm — MCQ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63240"/>
            <a:ext cx="1127455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0">
                <a:solidFill>
                  <a:srgbClr val="AAAAAA"/>
                </a:solidFill>
                <a:latin typeface="Arial"/>
              </a:rPr>
              <a:t>192 Questions  ·  For: Boards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1. 68% of nitric acid in water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Has zero enthalpy of mixing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Cannot be separated by distillation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Follows Raoult's Law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Has zero volume change of mixing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2. Assuming complete dissociation, the value of van't Hoff factor for Na 2 SO 4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3. Consider a blood cell placed in a NaCl solution of concentration more than 0.9% (w/V). Which
one of the following statements is true in this case?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Osmosis takes place from the cell to the NaCl solution, and the cell shrinks.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505102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Osmosis takes place from the NaCl solution to the cell, and the cell swells.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56155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Osmosis takes place from the cell to the NaCl solution, and the cell swells.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156155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Osmosis takes place from the NaCl solution to the cell, and the cell shrinks.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4. De-salination of sea water can be done by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Dialysis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Hypertonic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Evaporation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Reverse osmosis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5. During osmosis, the solvent molecules are moving from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Hypertonic solution to isotonic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Hypertonic solution to hypotonic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Higher concentrated solution to lower concentrated 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Hypotonic solution to hypertonic solution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6. For a 0.1M solution, the colligative property will follow the order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NaCl &gt; Na 2 SO 4 &gt; Na 3 PO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NaCl &lt; Na 2 SO 4 &lt; Na 3 PO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NaCl &lt; Na 2 SO 4 ≈ Na 3 PO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NaCl &lt; Na 2 SO 4 = Na 3 PO 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7. If abnormal molar mass is more than normal molar mass, the Van't Hoff factor (i)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i &gt;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i =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i &lt;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i ≥ 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8. In a solution containing a non-volatile solute, the mole fraction of solvent is 0.9. The relative
lowering of vapor pressure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0.1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0.9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1.1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9. Isotonic solutions have the same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Surface tension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Vapour pressure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Osmotic pressure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Viscosity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10. Pick out the ideal solution among the following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Phenol and Aniline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Ethanol and Acetone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Chloroform and Acetone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n-Hexane and n-Heptane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11. The concentration term depends on temperature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ppm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mole fraction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molality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molarity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12. The condition caused when scuba divers go into deep sea water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Anoxia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Hemophilia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Bends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None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13</m:t>
                    </m:r>
                    <m:r>
                      <m:rPr>
                        <m:sty m:val="p"/>
                      </m:rPr>
                      <m:t>.</m:t>
                    </m:r>
                    <m:r>
                      <m:t>T</m:t>
                    </m:r>
                    <m:r>
                      <m:t>h</m:t>
                    </m:r>
                    <m:r>
                      <m:t>e</m:t>
                    </m:r>
                    <m:r>
                      <m:t>K</m:t>
                    </m:r>
                    <m:r>
                      <m:t>H</m:t>
                    </m:r>
                    <m:r>
                      <m:t>v</m:t>
                    </m:r>
                    <m:r>
                      <m:t>a</m:t>
                    </m:r>
                    <m:r>
                      <m:t>l</m:t>
                    </m:r>
                    <m:r>
                      <m:t>u</m:t>
                    </m:r>
                    <m:r>
                      <m:t>e</m:t>
                    </m:r>
                    <m:r>
                      <m:t>s</m:t>
                    </m:r>
                    <m:r>
                      <m:t>f</m:t>
                    </m:r>
                    <m:r>
                      <m:t>o</m:t>
                    </m:r>
                    <m:r>
                      <m:t>r</m:t>
                    </m:r>
                    <m:r>
                      <m:t>A</m:t>
                    </m:r>
                    <m:r>
                      <m:t>r</m:t>
                    </m:r>
                    <m:r>
                      <m:rPr>
                        <m:sty m:val="p"/>
                      </m:rPr>
                      <m:t>(</m:t>
                    </m:r>
                    <m:r>
                      <m:t>g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,</m:t>
                    </m:r>
                    <m:r>
                      <m:t>C</m:t>
                    </m:r>
                    <m:r>
                      <m:t>O</m:t>
                    </m:r>
                    <m:r>
                      <m:t>2</m:t>
                    </m:r>
                    <m:r>
                      <m:rPr>
                        <m:sty m:val="p"/>
                      </m:rPr>
                      <m:t>(</m:t>
                    </m:r>
                    <m:r>
                      <m:t>a</m:t>
                    </m:r>
                    <m:r>
                      <m:t>q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,</m:t>
                    </m:r>
                    <m:r>
                      <m:t>H</m:t>
                    </m:r>
                    <m:r>
                      <m:t>C</m:t>
                    </m:r>
                    <m:r>
                      <m:t>H</m:t>
                    </m:r>
                    <m:r>
                      <m:t>O</m:t>
                    </m:r>
                    <m:r>
                      <m:rPr>
                        <m:sty m:val="p"/>
                      </m:rPr>
                      <m:t>(</m:t>
                    </m:r>
                    <m:r>
                      <m:t>a</m:t>
                    </m:r>
                    <m:r>
                      <m:t>q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,</m:t>
                    </m:r>
                    <m:r>
                      <m:t>a</m:t>
                    </m:r>
                    <m:r>
                      <m:t>n</m:t>
                    </m:r>
                    <m:r>
                      <m:t>d</m:t>
                    </m:r>
                    <m:r>
                      <m:t>C</m:t>
                    </m:r>
                    <m:r>
                      <m:t>H</m:t>
                    </m:r>
                    <m:r>
                      <m:t>4</m:t>
                    </m:r>
                    <m:r>
                      <m:rPr>
                        <m:sty m:val="p"/>
                      </m:rPr>
                      <m:t>(</m:t>
                    </m:r>
                    <m:r>
                      <m:t>a</m:t>
                    </m:r>
                    <m:r>
                      <m:t>q</m:t>
                    </m:r>
                    <m:r>
                      <m:rPr>
                        <m:sty m:val="p"/>
                      </m:rPr>
                      <m:t>)</m:t>
                    </m:r>
                    <m:r>
                      <m:t>a</m:t>
                    </m:r>
                    <m:r>
                      <m:t>r</m:t>
                    </m:r>
                    <m:r>
                      <m:t>e</m:t>
                    </m:r>
                    <m:r>
                      <m:t>40.39</m:t>
                    </m:r>
                    <m:r>
                      <m:rPr>
                        <m:sty m:val="p"/>
                      </m:rPr>
                      <m:t>,</m:t>
                    </m:r>
                    <m:r>
                      <m:t>1.67</m:t>
                    </m:r>
                    <m:r>
                      <m:rPr>
                        <m:sty m:val="p"/>
                      </m:rPr>
                      <m:t>,</m:t>
                    </m:r>
                    <m:r>
                      <m:t>1.83</m:t>
                    </m:r>
                    <m:r>
                      <m:rPr>
                        <m:sty m:val="p"/>
                      </m:rPr>
                      <m:t>×</m:t>
                    </m:r>
                    <m:sSup>
                      <m:e>
                        <m:r>
                          <m:t>10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m:t>,</m:t>
                    </m:r>
                    <m:r>
                      <m:t>a</m:t>
                    </m:r>
                    <m:r>
                      <m:t>n</m:t>
                    </m:r>
                    <m:r>
                      <m:t>d</m:t>
                    </m:r>
                    <m:r>
                      <m:t>0.413</m:t>
                    </m:r>
                    <m:r>
                      <m:t>r</m:t>
                    </m:r>
                    <m:r>
                      <m:t>e</m:t>
                    </m:r>
                    <m:r>
                      <m:t>s</m:t>
                    </m:r>
                    <m:r>
                      <m:t>p</m:t>
                    </m:r>
                    <m:r>
                      <m:t>e</m:t>
                    </m:r>
                    <m:r>
                      <m:t>c</m:t>
                    </m:r>
                    <m:r>
                      <m:t>t</m:t>
                    </m:r>
                    <m:r>
                      <m:t>i</m:t>
                    </m:r>
                    <m:r>
                      <m:t>v</m:t>
                    </m:r>
                    <m:r>
                      <m:t>e</m:t>
                    </m:r>
                    <m:r>
                      <m:t>l</m:t>
                    </m:r>
                    <m:r>
                      <m:t>y</m:t>
                    </m:r>
                    <m:r>
                      <m:rPr>
                        <m:sty m:val="p"/>
                      </m:rPr>
                      <m:t>.</m:t>
                    </m:r>
                    <m:r>
                      <m:t>A</m:t>
                    </m:r>
                    <m:r>
                      <m:t>r</m:t>
                    </m:r>
                    <m:r>
                      <m:t>r</m:t>
                    </m:r>
                    <m:r>
                      <m:t>a</m:t>
                    </m:r>
                    <m:r>
                      <m:t>n</m:t>
                    </m:r>
                    <m:r>
                      <m:t>g</m:t>
                    </m:r>
                    <m:r>
                      <m:t>e</m:t>
                    </m:r>
                    <m:r>
                      <m:t>t</m:t>
                    </m:r>
                    <m:r>
                      <m:t>h</m:t>
                    </m:r>
                    <m:r>
                      <m:t>e</m:t>
                    </m:r>
                    <m:r>
                      <m:t>m</m:t>
                    </m:r>
                    <m:r>
                      <m:t>i</m:t>
                    </m:r>
                    <m:r>
                      <m:t>n</m:t>
                    </m:r>
                    <m:r>
                      <m:t>t</m:t>
                    </m:r>
                    <m:r>
                      <m:t>h</m:t>
                    </m:r>
                    <m:r>
                      <m:t>e</m:t>
                    </m:r>
                    <m:r>
                      <m:t>o</m:t>
                    </m:r>
                    <m:r>
                      <m:t>r</m:t>
                    </m:r>
                    <m:r>
                      <m:t>d</m:t>
                    </m:r>
                    <m:r>
                      <m:t>e</m:t>
                    </m:r>
                    <m:r>
                      <m:t>r</m:t>
                    </m:r>
                    <m:r>
                      <m:t>o</m:t>
                    </m:r>
                    <m:r>
                      <m:t>f</m:t>
                    </m:r>
                    <m:r>
                      <m:t>t</m:t>
                    </m:r>
                    <m:r>
                      <m:t>h</m:t>
                    </m:r>
                    <m:r>
                      <m:t>e</m:t>
                    </m:r>
                    <m:r>
                      <m:t>i</m:t>
                    </m:r>
                    <m:r>
                      <m:t>r</m:t>
                    </m:r>
                    <m:r>
                      <m:t>i</m:t>
                    </m:r>
                    <m:r>
                      <m:t>n</m:t>
                    </m:r>
                    <m:r>
                      <m:t>c</m:t>
                    </m:r>
                    <m:r>
                      <m:t>r</m:t>
                    </m:r>
                    <m:r>
                      <m:t>e</m:t>
                    </m:r>
                    <m:r>
                      <m:t>a</m:t>
                    </m:r>
                    <m:r>
                      <m:t>s</m:t>
                    </m:r>
                    <m:r>
                      <m:t>i</m:t>
                    </m:r>
                    <m:r>
                      <m:t>n</m:t>
                    </m:r>
                    <m:r>
                      <m:t>g</m:t>
                    </m:r>
                    <m:r>
                      <m:t>s</m:t>
                    </m:r>
                    <m:r>
                      <m:t>o</m:t>
                    </m:r>
                    <m:r>
                      <m:t>l</m:t>
                    </m:r>
                    <m:r>
                      <m:t>u</m:t>
                    </m:r>
                    <m:r>
                      <m:t>b</m:t>
                    </m:r>
                    <m:r>
                      <m:t>i</m:t>
                    </m:r>
                    <m:r>
                      <m:t>l</m:t>
                    </m:r>
                    <m:r>
                      <m:t>i</m:t>
                    </m:r>
                    <m:r>
                      <m:t>t</m:t>
                    </m:r>
                    <m:r>
                      <m:t>y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HCHO &lt; CH 4 &lt; CO 2 &lt; 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HCHO &lt; CO 2 &lt; CH 4 &lt; 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Ar &lt; CO 2 &lt; CH 4 &lt; HCHO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Ar &lt; CH 4 &lt; CO 2 &lt; HCHO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14. The dissolution of a gas in a liquid is governed by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Roult's law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Henry's law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Dalton's law of Pressure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Boyle's law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15. The maximum amount of a solid solute that can be dissolved in a specific amount of a given
liquid solvent does not depend upon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Nature of solvent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Pressure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Nature of solute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Temperature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16. The mixture which shows positive deviation from Raoult's law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Ethanol + Acetone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Benzene + Toluene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Acetone + Chloroform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Chlorobenzene + Bromoethane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17</m:t>
                    </m:r>
                    <m:r>
                      <m:rPr>
                        <m:sty m:val="p"/>
                      </m:rPr>
                      <m:t>.</m:t>
                    </m:r>
                    <m:r>
                      <m:t>T</m:t>
                    </m:r>
                    <m:r>
                      <m:t>h</m:t>
                    </m:r>
                    <m:r>
                      <m:t>e</m:t>
                    </m:r>
                    <m:r>
                      <m:t>m</m:t>
                    </m:r>
                    <m:r>
                      <m:t>o</m:t>
                    </m:r>
                    <m:r>
                      <m:t>s</m:t>
                    </m:r>
                    <m:r>
                      <m:t>t</m:t>
                    </m:r>
                    <m:r>
                      <m:t>d</m:t>
                    </m:r>
                    <m:r>
                      <m:t>i</m:t>
                    </m:r>
                    <m:r>
                      <m:t>l</m:t>
                    </m:r>
                    <m:r>
                      <m:t>u</m:t>
                    </m:r>
                    <m:r>
                      <m:t>t</m:t>
                    </m:r>
                    <m:r>
                      <m:t>e</m:t>
                    </m:r>
                    <m:r>
                      <m:t>d</m:t>
                    </m:r>
                    <m:r>
                      <m:t>s</m:t>
                    </m:r>
                    <m:r>
                      <m:t>o</m:t>
                    </m:r>
                    <m:r>
                      <m:t>l</m:t>
                    </m:r>
                    <m:r>
                      <m:t>u</m:t>
                    </m:r>
                    <m:r>
                      <m:t>t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  <m:r>
                      <m:t>i</m:t>
                    </m:r>
                    <m:r>
                      <m:t>s</m:t>
                    </m:r>
                    <m:r>
                      <m:rPr>
                        <m:sty m:val="p"/>
                      </m:rPr>
                      <m:t>(</m:t>
                    </m:r>
                    <m:r>
                      <m:t>m</m:t>
                    </m:r>
                    <m:r>
                      <m:t>o</m:t>
                    </m:r>
                    <m:r>
                      <m:t>l</m:t>
                    </m:r>
                    <m:r>
                      <m:t>a</m:t>
                    </m:r>
                    <m:r>
                      <m:t>r</m:t>
                    </m:r>
                    <m:r>
                      <m:t>m</m:t>
                    </m:r>
                    <m:r>
                      <m:t>a</m:t>
                    </m:r>
                    <m:r>
                      <m:t>s</m:t>
                    </m:r>
                    <m:r>
                      <m:t>s</m:t>
                    </m:r>
                    <m:r>
                      <m:t>o</m:t>
                    </m:r>
                    <m:r>
                      <m:t>f</m:t>
                    </m:r>
                    <m:r>
                      <m:t>N</m:t>
                    </m:r>
                    <m:r>
                      <m:t>a</m:t>
                    </m:r>
                    <m:r>
                      <m:t>C</m:t>
                    </m:r>
                    <m:r>
                      <m:t>l</m:t>
                    </m:r>
                    <m:r>
                      <m:rPr>
                        <m:sty m:val="p"/>
                      </m:rPr>
                      <m:t>=</m:t>
                    </m:r>
                    <m:r>
                      <m:t>58.5</m:t>
                    </m:r>
                    <m:r>
                      <m:t>g</m:t>
                    </m:r>
                    <m:r>
                      <m:t>m</m:t>
                    </m:r>
                    <m:r>
                      <m:t>o</m:t>
                    </m:r>
                    <m:sSup>
                      <m:e>
                        <m:r>
                          <m:t>l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2% (w/w) NaCl in water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1M NaCl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2 ppm of NaCl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2 m NaCl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18. The pressure cooker reduces the cooking timing because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Heat is more evenly distributed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The boiling point of water inside the cooker is elevated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The boiling point of water inside the cooker is depressed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Higher pressure inside the cooker tenderizes food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19. The solubility of a gas in water depends 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Nature of the gas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Temperature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Pressure of the gas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All of the above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20. The solubility of a solid gas does not depend 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Nature of the solute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Nature of the solvent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Pressure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None of these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21. The solution which has lower osmotic pressure with respect to another is called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Isotonic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Hypertonic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Hypotonic 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None of these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22. The solutions which show a large positive deviation from Raoult's law 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Minimum boiling point azeotrope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Maximum boiling point azeotrope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Minimum or maximum boiling point azeotrope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No azeotrope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23. The tanks used by most scuba divers are filled with air diluted with helium of around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88.3%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56.2%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32.1%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11.7%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24. The value of Henry's constant K H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Greater for gases with higher solubility.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Greater for gases with lower solubility.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Constant for all gases.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Not related to the solubility of gases.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25. Value of Henry's constant (K H 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Increases with increase in temperature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Decreases with increase in temperature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Remains constant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First increases, then decreases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26. When a substance is dissolved in a solvent, the vapor pressure for the solvent is decreased. This
results 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The solution having a lower osmotic pressure than the solvent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505102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A decrease in the boiling point of the solvent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56155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The solution having a higher freezing point than the solvent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156155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An increase in the boiling point of the solution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27. Which of the following aqueous solutions should have the highest boiling point?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1.0 M NaOH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1.0 M Na 2 SO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1.0 M NH 4 NO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1.0 M KNO 3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28. Which of the following liquid-liquid solutions show negative deviation from Raoult's law?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Benzene and Toluene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Water and Ethanol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Acetone and Chloroform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Chlorobenzene and Bromobenzene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29. Which of the following solutions is used as an antifreezing agent in car radiators to cool the
engine?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35% (v/v) solution of ethylene glycol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35% (m/m) solution of ethylene glycol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7203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35% (m/v) solution of ethylene glycol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07203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35% (v/m) solution of ethylene glycol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Electrochemistry:
30. Which one of the following is not a solid solution?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Hydrogen in palladium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Camphor in nitrogen gas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Amalgam of mercury &amp; sodium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Copper in gold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31. A galvanic cell has an electrical potential of 1.1 V. If an opposing potential of 1.1 V is applied
to this cell, what will happen to the cell reaction and current flowing through the cell?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The reaction stops and no current flows through the cell.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505102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The reaction continues but current flows in the opposite direction.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56155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The concentration of reactants becomes unity and current flows from cathode to anode.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156155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The cell does not function as a galvanic cell and zinc is deposited on the zinc plate.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32. An electrochemical cell can behave like an electrolytic cell when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E cell =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E cell &gt; E 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E cell &lt; E 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E cell = E ext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9134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33. Assertion: The specific conductivity decreases with dilution.
Reason: The number of ions per unit volume that carry the current in a solution decreases on
dilution.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09597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Both assertion and reason are true, and the reason is the correct explanation of the assertion.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809597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Both assertion and reason are true, but the reason is not the correct explanation of the assertion.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46065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Assertion is true, but the reason is false.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46065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Both assertion and reason are false.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34. E cell of Daniel cell is calculated by using the following formula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E</m:t>
                    </m:r>
                    <m:r>
                      <m:t>c</m:t>
                    </m:r>
                    <m:r>
                      <m:t>e</m:t>
                    </m:r>
                    <m:r>
                      <m:t>l</m:t>
                    </m:r>
                    <m:r>
                      <m:t>l</m:t>
                    </m:r>
                    <m:r>
                      <m:rPr>
                        <m:sty m:val="p"/>
                      </m:rPr>
                      <m:t>=</m:t>
                    </m:r>
                    <m:r>
                      <m:t>E</m:t>
                    </m:r>
                    <m:r>
                      <m:rPr>
                        <m:sty m:val="p"/>
                      </m:rPr>
                      <m:t>°</m:t>
                    </m:r>
                    <m:r>
                      <m:t>c</m:t>
                    </m:r>
                    <m:r>
                      <m:t>e</m:t>
                    </m:r>
                    <m:r>
                      <m:t>l</m:t>
                    </m:r>
                    <m:r>
                      <m:t>l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0.0295</m:t>
                    </m:r>
                    <m:r>
                      <m:rPr>
                        <m:sty m:val="p"/>
                      </m:rPr>
                      <m:t>log</m:t>
                    </m:r>
                    <m:r>
                      <m:rPr>
                        <m:sty m:val="p"/>
                      </m:rPr>
                      <m:t>(</m:t>
                    </m:r>
                    <m:r>
                      <m:t>C</m:t>
                    </m:r>
                    <m:sSup>
                      <m:e>
                        <m:r>
                          <m:t>u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m:t>/</m:t>
                    </m:r>
                    <m:r>
                      <m:t>Z</m:t>
                    </m:r>
                    <m:sSup>
                      <m:e>
                        <m:r>
                          <m:t>n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E</m:t>
                    </m:r>
                    <m:r>
                      <m:t>c</m:t>
                    </m:r>
                    <m:r>
                      <m:t>e</m:t>
                    </m:r>
                    <m:r>
                      <m:t>l</m:t>
                    </m:r>
                    <m:r>
                      <m:t>l</m:t>
                    </m:r>
                    <m:r>
                      <m:rPr>
                        <m:sty m:val="p"/>
                      </m:rPr>
                      <m:t>=</m:t>
                    </m:r>
                    <m:r>
                      <m:t>E</m:t>
                    </m:r>
                    <m:r>
                      <m:rPr>
                        <m:sty m:val="p"/>
                      </m:rPr>
                      <m:t>°</m:t>
                    </m:r>
                    <m:r>
                      <m:t>c</m:t>
                    </m:r>
                    <m:r>
                      <m:t>e</m:t>
                    </m:r>
                    <m:r>
                      <m:t>l</m:t>
                    </m:r>
                    <m:r>
                      <m:t>l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0.0295</m:t>
                    </m:r>
                    <m:r>
                      <m:rPr>
                        <m:sty m:val="p"/>
                      </m:rPr>
                      <m:t>log</m:t>
                    </m:r>
                    <m:r>
                      <m:rPr>
                        <m:sty m:val="p"/>
                      </m:rPr>
                      <m:t>(</m:t>
                    </m:r>
                    <m:r>
                      <m:t>C</m:t>
                    </m:r>
                    <m:r>
                      <m:t>u</m:t>
                    </m:r>
                    <m:r>
                      <m:rPr>
                        <m:sty m:val="p"/>
                      </m:rPr>
                      <m:t>/</m:t>
                    </m:r>
                    <m:r>
                      <m:t>Z</m:t>
                    </m:r>
                    <m:sSup>
                      <m:e>
                        <m:r>
                          <m:t>n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E</m:t>
                    </m:r>
                    <m:r>
                      <m:t>c</m:t>
                    </m:r>
                    <m:r>
                      <m:t>e</m:t>
                    </m:r>
                    <m:r>
                      <m:t>l</m:t>
                    </m:r>
                    <m:r>
                      <m:t>l</m:t>
                    </m:r>
                    <m:r>
                      <m:rPr>
                        <m:sty m:val="p"/>
                      </m:rPr>
                      <m:t>=</m:t>
                    </m:r>
                    <m:r>
                      <m:t>E</m:t>
                    </m:r>
                    <m:r>
                      <m:rPr>
                        <m:sty m:val="p"/>
                      </m:rPr>
                      <m:t>°</m:t>
                    </m:r>
                    <m:r>
                      <m:t>c</m:t>
                    </m:r>
                    <m:r>
                      <m:t>e</m:t>
                    </m:r>
                    <m:r>
                      <m:t>l</m:t>
                    </m:r>
                    <m:r>
                      <m:t>l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0.0295</m:t>
                    </m:r>
                    <m:r>
                      <m:rPr>
                        <m:sty m:val="p"/>
                      </m:rPr>
                      <m:t>log</m:t>
                    </m:r>
                    <m:r>
                      <m:rPr>
                        <m:sty m:val="p"/>
                      </m:rPr>
                      <m:t>(</m:t>
                    </m:r>
                    <m:r>
                      <m:t>Z</m:t>
                    </m:r>
                    <m:sSup>
                      <m:e>
                        <m:r>
                          <m:t>n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m:t>/</m:t>
                    </m:r>
                    <m:r>
                      <m:t>C</m:t>
                    </m:r>
                    <m:sSup>
                      <m:e>
                        <m:r>
                          <m:t>u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E</m:t>
                    </m:r>
                    <m:r>
                      <m:t>c</m:t>
                    </m:r>
                    <m:r>
                      <m:t>e</m:t>
                    </m:r>
                    <m:r>
                      <m:t>l</m:t>
                    </m:r>
                    <m:r>
                      <m:t>l</m:t>
                    </m:r>
                    <m:r>
                      <m:rPr>
                        <m:sty m:val="p"/>
                      </m:rPr>
                      <m:t>=</m:t>
                    </m:r>
                    <m:r>
                      <m:t>E</m:t>
                    </m:r>
                    <m:r>
                      <m:rPr>
                        <m:sty m:val="p"/>
                      </m:rPr>
                      <m:t>°</m:t>
                    </m:r>
                    <m:r>
                      <m:t>c</m:t>
                    </m:r>
                    <m:r>
                      <m:t>e</m:t>
                    </m:r>
                    <m:r>
                      <m:t>l</m:t>
                    </m:r>
                    <m:r>
                      <m:t>l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0.0295</m:t>
                    </m:r>
                    <m:r>
                      <m:rPr>
                        <m:sty m:val="p"/>
                      </m:rPr>
                      <m:t>log</m:t>
                    </m:r>
                    <m:r>
                      <m:rPr>
                        <m:sty m:val="p"/>
                      </m:rPr>
                      <m:t>(</m:t>
                    </m:r>
                    <m:r>
                      <m:t>C</m:t>
                    </m:r>
                    <m:sSup>
                      <m:e>
                        <m:r>
                          <m:t>u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m:t>/</m:t>
                    </m:r>
                    <m:r>
                      <m:t>Z</m:t>
                    </m:r>
                    <m:r>
                      <m:t>n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35. Fluorine has the highest standard electrode potential, indicating that fluorine gas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Strongest reducing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Strongest oxidizing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Weak oxidizing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SEP value is zero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36</m:t>
                    </m:r>
                    <m:r>
                      <m:rPr>
                        <m:sty m:val="p"/>
                      </m:rPr>
                      <m:t>.</m:t>
                    </m:r>
                    <m:r>
                      <m:t>I</m:t>
                    </m:r>
                    <m:r>
                      <m:t>f</m:t>
                    </m:r>
                    <m:r>
                      <m:t>t</m:t>
                    </m:r>
                    <m:r>
                      <m:t>h</m:t>
                    </m:r>
                    <m:r>
                      <m:t>e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0</m:t>
                        </m:r>
                      </m:sup>
                    </m:sSup>
                    <m:r>
                      <m:t>c</m:t>
                    </m:r>
                    <m:r>
                      <m:t>e</m:t>
                    </m:r>
                    <m:r>
                      <m:t>l</m:t>
                    </m:r>
                    <m:r>
                      <m:t>l</m:t>
                    </m:r>
                    <m:r>
                      <m:t>f</m:t>
                    </m:r>
                    <m:r>
                      <m:t>o</m:t>
                    </m:r>
                    <m:r>
                      <m:t>r</m:t>
                    </m:r>
                    <m:r>
                      <m:t>a</m:t>
                    </m:r>
                    <m:r>
                      <m:t>g</m:t>
                    </m:r>
                    <m:r>
                      <m:t>i</m:t>
                    </m:r>
                    <m:r>
                      <m:t>v</m:t>
                    </m:r>
                    <m:r>
                      <m:t>e</m:t>
                    </m:r>
                    <m:r>
                      <m:t>n</m:t>
                    </m:r>
                    <m:r>
                      <m:t>r</m:t>
                    </m:r>
                    <m:r>
                      <m:t>e</m:t>
                    </m:r>
                    <m:r>
                      <m:t>a</m:t>
                    </m:r>
                    <m:r>
                      <m:t>c</m:t>
                    </m:r>
                    <m:r>
                      <m:t>t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  <m:r>
                      <m:t>h</m:t>
                    </m:r>
                    <m:r>
                      <m:t>a</m:t>
                    </m:r>
                    <m:r>
                      <m:t>s</m:t>
                    </m:r>
                    <m:r>
                      <m:t>a</m:t>
                    </m:r>
                    <m:r>
                      <m:t>n</m:t>
                    </m:r>
                    <m:r>
                      <m:t>e</m:t>
                    </m:r>
                    <m:r>
                      <m:t>g</m:t>
                    </m:r>
                    <m:r>
                      <m:t>a</m:t>
                    </m:r>
                    <m:r>
                      <m:t>t</m:t>
                    </m:r>
                    <m:r>
                      <m:t>i</m:t>
                    </m:r>
                    <m:r>
                      <m:t>v</m:t>
                    </m:r>
                    <m:r>
                      <m:t>e</m:t>
                    </m:r>
                    <m:r>
                      <m:t>v</m:t>
                    </m:r>
                    <m:r>
                      <m:t>a</m:t>
                    </m:r>
                    <m:r>
                      <m:t>l</m:t>
                    </m:r>
                    <m:r>
                      <m:t>u</m:t>
                    </m:r>
                    <m:r>
                      <m:t>e</m:t>
                    </m:r>
                    <m:r>
                      <m:rPr>
                        <m:sty m:val="p"/>
                      </m:rPr>
                      <m:t>,</m:t>
                    </m:r>
                    <m:r>
                      <m:t>t</m:t>
                    </m:r>
                    <m:r>
                      <m:t>h</m:t>
                    </m:r>
                    <m:r>
                      <m:t>e</m:t>
                    </m:r>
                    <m:r>
                      <m:t>n</m:t>
                    </m:r>
                    <m:r>
                      <m:t>w</m:t>
                    </m:r>
                    <m:r>
                      <m:t>h</m:t>
                    </m:r>
                    <m:r>
                      <m:t>i</m:t>
                    </m:r>
                    <m:r>
                      <m:t>c</m:t>
                    </m:r>
                    <m:r>
                      <m:t>h</m:t>
                    </m:r>
                    <m:r>
                      <m:t>o</m:t>
                    </m:r>
                    <m:r>
                      <m:t>f</m:t>
                    </m:r>
                    <m:r>
                      <m:t>t</m:t>
                    </m:r>
                    <m:r>
                      <m:t>h</m:t>
                    </m:r>
                    <m:r>
                      <m:t>e</m:t>
                    </m:r>
                    <m:r>
                      <m:t>f</m:t>
                    </m:r>
                    <m:r>
                      <m:t>o</m:t>
                    </m:r>
                    <m:r>
                      <m:t>l</m:t>
                    </m:r>
                    <m:r>
                      <m:t>l</m:t>
                    </m:r>
                    <m:r>
                      <m:t>o</m:t>
                    </m:r>
                    <m:r>
                      <m:t>w</m:t>
                    </m:r>
                    <m:r>
                      <m:t>i</m:t>
                    </m:r>
                    <m:r>
                      <m:t>n</m:t>
                    </m:r>
                    <m:r>
                      <m:t>g</m:t>
                    </m:r>
                    <m:r>
                      <m:t>i</m:t>
                    </m:r>
                    <m:r>
                      <m:t>s</m:t>
                    </m:r>
                    <m:r>
                      <m:t>t</m:t>
                    </m:r>
                    <m:r>
                      <m:t>h</m:t>
                    </m:r>
                    <m:r>
                      <m:t>e</m:t>
                    </m:r>
                    <m:r>
                      <m:t>c</m:t>
                    </m:r>
                    <m:r>
                      <m:t>o</m:t>
                    </m:r>
                    <m:r>
                      <m:t>r</m:t>
                    </m:r>
                    <m:r>
                      <m:t>r</m:t>
                    </m:r>
                    <m:r>
                      <m:t>e</m:t>
                    </m:r>
                    <m:r>
                      <m:t>c</m:t>
                    </m:r>
                    <m:r>
                      <m:t>t</m:t>
                    </m:r>
                    <m:r>
                      <m:t>r</m:t>
                    </m:r>
                    <m:r>
                      <m:t>e</m:t>
                    </m:r>
                    <m:r>
                      <m:t>l</m:t>
                    </m:r>
                    <m:r>
                      <m:t>a</m:t>
                    </m:r>
                    <m:r>
                      <m:t>t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  <m:r>
                      <m:t>s</m:t>
                    </m:r>
                    <m:r>
                      <m:t>h</m:t>
                    </m:r>
                    <m:r>
                      <m:t>i</m:t>
                    </m:r>
                    <m:r>
                      <m:t>p</m:t>
                    </m:r>
                    <m:r>
                      <m:t>f</m:t>
                    </m:r>
                    <m:r>
                      <m:t>o</m:t>
                    </m:r>
                    <m:r>
                      <m:t>r</m:t>
                    </m:r>
                    <m:r>
                      <m:t>t</m:t>
                    </m:r>
                    <m:r>
                      <m:t>h</m:t>
                    </m:r>
                    <m:r>
                      <m:t>e</m:t>
                    </m:r>
                    <m:r>
                      <m:t>v</m:t>
                    </m:r>
                    <m:r>
                      <m:t>a</m:t>
                    </m:r>
                    <m:r>
                      <m:t>l</m:t>
                    </m:r>
                    <m:r>
                      <m:t>u</m:t>
                    </m:r>
                    <m:r>
                      <m:t>e</m:t>
                    </m:r>
                    <m:r>
                      <m:t>o</m:t>
                    </m:r>
                    <m:r>
                      <m:t>f</m:t>
                    </m:r>
                    <m:r>
                      <m:rPr>
                        <m:sty m:val="p"/>
                      </m:rPr>
                      <m:t>Δ</m:t>
                    </m:r>
                    <m:sSup>
                      <m:e>
                        <m:r>
                          <m:t>G</m:t>
                        </m:r>
                      </m:e>
                      <m:sup>
                        <m:r>
                          <m:t>0</m:t>
                        </m:r>
                      </m:sup>
                    </m:sSup>
                    <m:r>
                      <m:t>a</m:t>
                    </m:r>
                    <m:r>
                      <m:t>n</m:t>
                    </m:r>
                    <m:r>
                      <m:t>d</m:t>
                    </m:r>
                    <m:r>
                      <m:t>K</m:t>
                    </m:r>
                    <m:r>
                      <m:t>e</m:t>
                    </m:r>
                    <m:r>
                      <m:t>q</m:t>
                    </m:r>
                    <m:r>
                      <m:rPr>
                        <m:sty m:val="p"/>
                      </m:rPr>
                      <m:t>?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Δ</m:t>
                    </m:r>
                    <m:sSup>
                      <m:e>
                        <m:r>
                          <m:t>G</m:t>
                        </m:r>
                      </m:e>
                      <m:sup>
                        <m:r>
                          <m:t>0</m:t>
                        </m:r>
                      </m:sup>
                    </m:sSup>
                    <m:r>
                      <m:rPr>
                        <m:sty m:val="p"/>
                      </m:rPr>
                      <m:t>&gt;</m:t>
                    </m:r>
                    <m:r>
                      <m:t>0</m:t>
                    </m:r>
                    <m:r>
                      <m:t>a</m:t>
                    </m:r>
                    <m:r>
                      <m:t>n</m:t>
                    </m:r>
                    <m:r>
                      <m:t>d</m:t>
                    </m:r>
                    <m:r>
                      <m:t>K</m:t>
                    </m:r>
                    <m:r>
                      <m:t>e</m:t>
                    </m:r>
                    <m:r>
                      <m:t>q</m:t>
                    </m:r>
                    <m:r>
                      <m:rPr>
                        <m:sty m:val="p"/>
                      </m:rPr>
                      <m:t>&gt;</m:t>
                    </m:r>
                    <m:r>
                      <m:t>1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Δ</m:t>
                    </m:r>
                    <m:sSup>
                      <m:e>
                        <m:r>
                          <m:t>G</m:t>
                        </m:r>
                      </m:e>
                      <m:sup>
                        <m:r>
                          <m:t>0</m:t>
                        </m:r>
                      </m:sup>
                    </m:sSup>
                    <m:r>
                      <m:rPr>
                        <m:sty m:val="p"/>
                      </m:rPr>
                      <m:t>&lt;</m:t>
                    </m:r>
                    <m:r>
                      <m:t>0</m:t>
                    </m:r>
                    <m:r>
                      <m:t>a</m:t>
                    </m:r>
                    <m:r>
                      <m:t>n</m:t>
                    </m:r>
                    <m:r>
                      <m:t>d</m:t>
                    </m:r>
                    <m:r>
                      <m:t>K</m:t>
                    </m:r>
                    <m:r>
                      <m:t>e</m:t>
                    </m:r>
                    <m:r>
                      <m:t>q</m:t>
                    </m:r>
                    <m:r>
                      <m:rPr>
                        <m:sty m:val="p"/>
                      </m:rPr>
                      <m:t>&lt;</m:t>
                    </m:r>
                    <m:r>
                      <m:t>1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Δ</m:t>
                    </m:r>
                    <m:sSup>
                      <m:e>
                        <m:r>
                          <m:t>G</m:t>
                        </m:r>
                      </m:e>
                      <m:sup>
                        <m:r>
                          <m:t>0</m:t>
                        </m:r>
                      </m:sup>
                    </m:sSup>
                    <m:r>
                      <m:rPr>
                        <m:sty m:val="p"/>
                      </m:rPr>
                      <m:t>&gt;</m:t>
                    </m:r>
                    <m:r>
                      <m:t>0</m:t>
                    </m:r>
                    <m:r>
                      <m:t>a</m:t>
                    </m:r>
                    <m:r>
                      <m:t>n</m:t>
                    </m:r>
                    <m:r>
                      <m:t>d</m:t>
                    </m:r>
                    <m:r>
                      <m:t>K</m:t>
                    </m:r>
                    <m:r>
                      <m:t>e</m:t>
                    </m:r>
                    <m:r>
                      <m:t>q</m:t>
                    </m:r>
                    <m:r>
                      <m:rPr>
                        <m:sty m:val="p"/>
                      </m:rPr>
                      <m:t>&lt;</m:t>
                    </m:r>
                    <m:r>
                      <m:t>1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Δ</m:t>
                    </m:r>
                    <m:sSup>
                      <m:e>
                        <m:r>
                          <m:t>G</m:t>
                        </m:r>
                      </m:e>
                      <m:sup>
                        <m:r>
                          <m:t>0</m:t>
                        </m:r>
                      </m:sup>
                    </m:sSup>
                    <m:r>
                      <m:rPr>
                        <m:sty m:val="p"/>
                      </m:rPr>
                      <m:t>&lt;</m:t>
                    </m:r>
                    <m:r>
                      <m:t>0</m:t>
                    </m:r>
                    <m:r>
                      <m:t>a</m:t>
                    </m:r>
                    <m:r>
                      <m:t>n</m:t>
                    </m:r>
                    <m:r>
                      <m:t>d</m:t>
                    </m:r>
                    <m:r>
                      <m:t>K</m:t>
                    </m:r>
                    <m:r>
                      <m:t>e</m:t>
                    </m:r>
                    <m:r>
                      <m:t>q</m:t>
                    </m:r>
                    <m:r>
                      <m:rPr>
                        <m:sty m:val="p"/>
                      </m:rPr>
                      <m:t>&gt;</m:t>
                    </m:r>
                    <m:r>
                      <m:t>1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37. In a galvanic cell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Chemical energy is converted into heat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Electrical energy is converted into heat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Chemical energy is converted into electrical energy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Electrical energy is converted into chemical energy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(i) Leclanché cell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Lead (Pb) (ii) Mercury cell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Hydrogen(H 2 ) gas (iii) Lead storage battery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1353312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Zinc (Zn) (iv) H 2 -O 2 fuel cell.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1353312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Zinc – Mercury amalgam(Zn(Hg)) (A) i-a, ii-b, iii-c, iv-d (B) i-b, ii-a, iii-d, iv-c (C) i-c, ii-d, iii-a, iv-b (D) i-d, ii-c, iii-a, iv-b 38. Match the batteries in Column I with their anode material in Column II. Column I Column II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39. Saturated solution of KNO 3 is used to make a salt bridge because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Velocity of K + is greater than that of NO 3 -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Velocity of NO 3 - is greater than that of K 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V</m:t>
                    </m:r>
                    <m:r>
                      <m:t>e</m:t>
                    </m:r>
                    <m:r>
                      <m:t>l</m:t>
                    </m:r>
                    <m:r>
                      <m:t>o</m:t>
                    </m:r>
                    <m:r>
                      <m:t>c</m:t>
                    </m:r>
                    <m:r>
                      <m:t>i</m:t>
                    </m:r>
                    <m:r>
                      <m:t>t</m:t>
                    </m:r>
                    <m:r>
                      <m:t>y</m:t>
                    </m:r>
                    <m:r>
                      <m:t>o</m:t>
                    </m:r>
                    <m:r>
                      <m:t>f</m:t>
                    </m:r>
                    <m:r>
                      <m:t>b</m:t>
                    </m:r>
                    <m:r>
                      <m:t>o</m:t>
                    </m:r>
                    <m:r>
                      <m:t>t</m:t>
                    </m:r>
                    <m:r>
                      <m:t>h</m:t>
                    </m:r>
                    <m:sSup>
                      <m:e>
                        <m:r>
                          <m:t>K</m:t>
                        </m:r>
                      </m:e>
                      <m:sup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  <m:r>
                      <m:t>a</m:t>
                    </m:r>
                    <m:r>
                      <m:t>n</m:t>
                    </m:r>
                    <m:r>
                      <m:t>d</m:t>
                    </m:r>
                    <m:r>
                      <m:t>N</m:t>
                    </m:r>
                    <m:r>
                      <m:t>O</m:t>
                    </m:r>
                    <m:sSup>
                      <m:e>
                        <m:r>
                          <m:t>3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</m:sup>
                    </m:sSup>
                    <m:r>
                      <m:t>a</m:t>
                    </m:r>
                    <m:r>
                      <m:t>r</m:t>
                    </m:r>
                    <m:r>
                      <m:t>e</m:t>
                    </m:r>
                    <m:r>
                      <m:t>n</m:t>
                    </m:r>
                    <m:r>
                      <m:t>e</m:t>
                    </m:r>
                    <m:r>
                      <m:t>a</m:t>
                    </m:r>
                    <m:r>
                      <m:t>r</m:t>
                    </m:r>
                    <m:r>
                      <m:t>l</m:t>
                    </m:r>
                    <m:r>
                      <m:t>y</m:t>
                    </m:r>
                    <m:r>
                      <m:t>t</m:t>
                    </m:r>
                    <m:r>
                      <m:t>h</m:t>
                    </m:r>
                    <m:r>
                      <m:t>e</m:t>
                    </m:r>
                    <m:r>
                      <m:t>s</m:t>
                    </m:r>
                    <m:r>
                      <m:t>a</m:t>
                    </m:r>
                    <m:r>
                      <m:t>m</m:t>
                    </m:r>
                    <m:r>
                      <m:t>e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KNO 3 is highly soluble in water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9134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40. Statement I: Conductivity (κ) of a solution decreases with dilution.
Statement II: Molar conductivity (λ m ) of solution increases with dilution.
Identify the correct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09597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Both statements I and II are correct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809597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Both statements I and II are incorrect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376525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Statement I is correct but statement II is incorrect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376525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Statement I is incorrect but statement II is correct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41</m:t>
                    </m:r>
                    <m:r>
                      <m:rPr>
                        <m:sty m:val="p"/>
                      </m:rPr>
                      <m:t>.</m:t>
                    </m:r>
                    <m:r>
                      <m:t>S</m:t>
                    </m:r>
                    <m:r>
                      <m:t>t</m:t>
                    </m:r>
                    <m:r>
                      <m:t>a</m:t>
                    </m:r>
                    <m:r>
                      <m:t>t</m:t>
                    </m:r>
                    <m:r>
                      <m:t>e</m:t>
                    </m:r>
                    <m:r>
                      <m:t>m</m:t>
                    </m:r>
                    <m:r>
                      <m:t>e</m:t>
                    </m:r>
                    <m:r>
                      <m:t>n</m:t>
                    </m:r>
                    <m:r>
                      <m:t>t</m:t>
                    </m:r>
                    <m:r>
                      <m:t>I</m:t>
                    </m:r>
                    <m:r>
                      <m:rPr>
                        <m:sty m:val="p"/>
                      </m:rPr>
                      <m:t>:</m:t>
                    </m:r>
                    <m:r>
                      <m:t>C</m:t>
                    </m:r>
                    <m:r>
                      <m:t>u</m:t>
                    </m:r>
                    <m:r>
                      <m:t>d</m:t>
                    </m:r>
                    <m:r>
                      <m:t>i</m:t>
                    </m:r>
                    <m:r>
                      <m:t>s</m:t>
                    </m:r>
                    <m:r>
                      <m:t>p</m:t>
                    </m:r>
                    <m:r>
                      <m:t>l</m:t>
                    </m:r>
                    <m:r>
                      <m:t>a</m:t>
                    </m:r>
                    <m:r>
                      <m:t>c</m:t>
                    </m:r>
                    <m:r>
                      <m:t>e</m:t>
                    </m:r>
                    <m:r>
                      <m:t>s</m:t>
                    </m:r>
                    <m:r>
                      <m:t>H</m:t>
                    </m:r>
                    <m:r>
                      <m:t>2</m:t>
                    </m:r>
                    <m:r>
                      <m:t>g</m:t>
                    </m:r>
                    <m:r>
                      <m:t>a</m:t>
                    </m:r>
                    <m:r>
                      <m:t>s</m:t>
                    </m:r>
                    <m:r>
                      <m:t>f</m:t>
                    </m:r>
                    <m:r>
                      <m:t>r</m:t>
                    </m:r>
                    <m:r>
                      <m:t>o</m:t>
                    </m:r>
                    <m:r>
                      <m:t>m</m:t>
                    </m:r>
                    <m:r>
                      <m:t>d</m:t>
                    </m:r>
                    <m:r>
                      <m:t>i</m:t>
                    </m:r>
                    <m:r>
                      <m:t>l</m:t>
                    </m:r>
                    <m:r>
                      <m:t>u</m:t>
                    </m:r>
                    <m:r>
                      <m:t>t</m:t>
                    </m:r>
                    <m:r>
                      <m:t>e</m:t>
                    </m:r>
                    <m:r>
                      <m:t>a</m:t>
                    </m:r>
                    <m:r>
                      <m:t>c</m:t>
                    </m:r>
                    <m:r>
                      <m:t>i</m:t>
                    </m:r>
                    <m:r>
                      <m:t>d</m:t>
                    </m:r>
                    <m:r>
                      <m:t>s</m:t>
                    </m:r>
                    <m:r>
                      <m:rPr>
                        <m:sty m:val="p"/>
                      </m:rPr>
                      <m:t>.</m:t>
                    </m:r>
                    <m:r>
                      <m:t>S</m:t>
                    </m:r>
                    <m:r>
                      <m:t>t</m:t>
                    </m:r>
                    <m:r>
                      <m:t>a</m:t>
                    </m:r>
                    <m:r>
                      <m:t>t</m:t>
                    </m:r>
                    <m:r>
                      <m:t>e</m:t>
                    </m:r>
                    <m:r>
                      <m:t>m</m:t>
                    </m:r>
                    <m:r>
                      <m:t>e</m:t>
                    </m:r>
                    <m:r>
                      <m:t>n</m:t>
                    </m:r>
                    <m:r>
                      <m:t>t</m:t>
                    </m:r>
                    <m:r>
                      <m:t>I</m:t>
                    </m:r>
                    <m:r>
                      <m:t>I</m:t>
                    </m:r>
                    <m:r>
                      <m:rPr>
                        <m:sty m:val="p"/>
                      </m:rPr>
                      <m:t>: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  <m:r>
                      <m:t>s</m:t>
                    </m:r>
                    <m:r>
                      <m:t>C</m:t>
                    </m:r>
                    <m:sSup>
                      <m:e>
                        <m:r>
                          <m:t>u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  <m:r>
                      <m:t>g</m:t>
                    </m:r>
                    <m:r>
                      <m:t>e</m:t>
                    </m:r>
                    <m:r>
                      <m:t>t</m:t>
                    </m:r>
                    <m:r>
                      <m:t>r</m:t>
                    </m:r>
                    <m:r>
                      <m:t>e</m:t>
                    </m:r>
                    <m:r>
                      <m:t>d</m:t>
                    </m:r>
                    <m:r>
                      <m:t>u</m:t>
                    </m:r>
                    <m:r>
                      <m:t>c</m:t>
                    </m:r>
                    <m:r>
                      <m:t>e</m:t>
                    </m:r>
                    <m:r>
                      <m:t>d</m:t>
                    </m:r>
                    <m:r>
                      <m:t>m</m:t>
                    </m:r>
                    <m:r>
                      <m:t>o</m:t>
                    </m:r>
                    <m:r>
                      <m:t>r</m:t>
                    </m:r>
                    <m:r>
                      <m:t>e</m:t>
                    </m:r>
                    <m:r>
                      <m:t>e</m:t>
                    </m:r>
                    <m:r>
                      <m:t>a</m:t>
                    </m:r>
                    <m:r>
                      <m:t>s</m:t>
                    </m:r>
                    <m:r>
                      <m:t>i</m:t>
                    </m:r>
                    <m:r>
                      <m:t>l</m:t>
                    </m:r>
                    <m:r>
                      <m:t>y</m:t>
                    </m:r>
                    <m:r>
                      <m:t>t</m:t>
                    </m:r>
                    <m:r>
                      <m:t>h</m:t>
                    </m:r>
                    <m:r>
                      <m:t>a</m:t>
                    </m:r>
                    <m:r>
                      <m:t>n</m:t>
                    </m:r>
                    <m:sSup>
                      <m:e>
                        <m:r>
                          <m:t>H</m:t>
                        </m:r>
                      </m:e>
                      <m:sup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  <m:r>
                      <m:t>s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Both Statement I and II are correct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Both Statement I and II are incorrect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7203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Statement I is correct and Statement II is incorrect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07203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Statement I is incorrect and Statement II is correct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42</m:t>
                    </m:r>
                    <m:r>
                      <m:rPr>
                        <m:sty m:val="p"/>
                      </m:rPr>
                      <m:t>.</m:t>
                    </m:r>
                    <m:r>
                      <m:t>T</m:t>
                    </m:r>
                    <m:r>
                      <m:t>h</m:t>
                    </m:r>
                    <m:r>
                      <m:t>e</m:t>
                    </m:r>
                    <m:r>
                      <m:t>E</m:t>
                    </m:r>
                    <m:r>
                      <m:rPr>
                        <m:sty m:val="p"/>
                      </m:rPr>
                      <m:t>°</m:t>
                    </m:r>
                    <m:r>
                      <m:t>v</m:t>
                    </m:r>
                    <m:r>
                      <m:t>a</m:t>
                    </m:r>
                    <m:r>
                      <m:t>l</m:t>
                    </m:r>
                    <m:r>
                      <m:t>u</m:t>
                    </m:r>
                    <m:r>
                      <m:t>e</m:t>
                    </m:r>
                    <m:r>
                      <m:t>s</m:t>
                    </m:r>
                    <m:r>
                      <m:t>o</m:t>
                    </m:r>
                    <m:r>
                      <m:t>f</m:t>
                    </m:r>
                    <m:r>
                      <m:t>F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m:t>/</m:t>
                    </m:r>
                    <m:r>
                      <m:t>F</m:t>
                    </m:r>
                    <m:r>
                      <m:t>e</m:t>
                    </m:r>
                    <m:r>
                      <m:rPr>
                        <m:sty m:val="p"/>
                      </m:rPr>
                      <m:t>,</m:t>
                    </m:r>
                    <m:r>
                      <m:t>Z</m:t>
                    </m:r>
                    <m:sSup>
                      <m:e>
                        <m:r>
                          <m:t>n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m:t>/</m:t>
                    </m:r>
                    <m:r>
                      <m:t>Z</m:t>
                    </m:r>
                    <m:r>
                      <m:t>n</m:t>
                    </m:r>
                    <m:r>
                      <m:rPr>
                        <m:sty m:val="p"/>
                      </m:rPr>
                      <m:t>,</m:t>
                    </m:r>
                    <m:r>
                      <m:t>a</m:t>
                    </m:r>
                    <m:r>
                      <m:t>n</m:t>
                    </m:r>
                    <m:r>
                      <m:t>d</m:t>
                    </m:r>
                    <m:r>
                      <m:t>S</m:t>
                    </m:r>
                    <m:sSup>
                      <m:e>
                        <m:r>
                          <m:t>n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m:t>/</m:t>
                    </m:r>
                    <m:r>
                      <m:t>S</m:t>
                    </m:r>
                    <m:r>
                      <m:t>n</m:t>
                    </m:r>
                    <m:r>
                      <m:t>a</m:t>
                    </m:r>
                    <m:r>
                      <m:t>r</m:t>
                    </m:r>
                    <m:r>
                      <m:t>e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0.44</m:t>
                    </m:r>
                    <m:r>
                      <m:t>V</m:t>
                    </m:r>
                    <m:r>
                      <m:rPr>
                        <m:sty m:val="p"/>
                      </m:rPr>
                      <m:t>,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0.76</m:t>
                    </m:r>
                    <m:r>
                      <m:t>V</m:t>
                    </m:r>
                    <m:r>
                      <m:rPr>
                        <m:sty m:val="p"/>
                      </m:rPr>
                      <m:t>,</m:t>
                    </m:r>
                    <m:r>
                      <m:t>a</m:t>
                    </m:r>
                    <m:r>
                      <m:t>n</m:t>
                    </m:r>
                    <m:r>
                      <m:t>d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0.14</m:t>
                    </m:r>
                    <m:r>
                      <m:t>V</m:t>
                    </m:r>
                    <m:r>
                      <m:t>r</m:t>
                    </m:r>
                    <m:r>
                      <m:t>e</m:t>
                    </m:r>
                    <m:r>
                      <m:t>s</m:t>
                    </m:r>
                    <m:r>
                      <m:t>p</m:t>
                    </m:r>
                    <m:r>
                      <m:t>e</m:t>
                    </m:r>
                    <m:r>
                      <m:t>c</m:t>
                    </m:r>
                    <m:r>
                      <m:t>t</m:t>
                    </m:r>
                    <m:r>
                      <m:t>i</m:t>
                    </m:r>
                    <m:r>
                      <m:t>v</m:t>
                    </m:r>
                    <m:r>
                      <m:t>e</m:t>
                    </m:r>
                    <m:r>
                      <m:t>l</m:t>
                    </m:r>
                    <m:r>
                      <m:t>y</m:t>
                    </m:r>
                    <m:r>
                      <m:rPr>
                        <m:sty m:val="p"/>
                      </m:rPr>
                      <m:t>.</m:t>
                    </m:r>
                    <m:r>
                      <m:t>W</m:t>
                    </m:r>
                    <m:r>
                      <m:t>h</m:t>
                    </m:r>
                    <m:r>
                      <m:t>i</m:t>
                    </m:r>
                    <m:r>
                      <m:t>c</m:t>
                    </m:r>
                    <m:r>
                      <m:t>h</m:t>
                    </m:r>
                    <m:r>
                      <m:t>o</m:t>
                    </m:r>
                    <m:r>
                      <m:t>f</m:t>
                    </m:r>
                    <m:r>
                      <m:t>t</m:t>
                    </m:r>
                    <m:r>
                      <m:t>h</m:t>
                    </m:r>
                    <m:r>
                      <m:t>e</m:t>
                    </m:r>
                    <m:r>
                      <m:t>s</m:t>
                    </m:r>
                    <m:r>
                      <m:t>e</m:t>
                    </m:r>
                    <m:r>
                      <m:t>m</m:t>
                    </m:r>
                    <m:r>
                      <m:t>e</m:t>
                    </m:r>
                    <m:r>
                      <m:t>t</m:t>
                    </m:r>
                    <m:r>
                      <m:t>a</m:t>
                    </m:r>
                    <m:r>
                      <m:t>l</m:t>
                    </m:r>
                    <m:r>
                      <m:t>s</m:t>
                    </m:r>
                    <m:r>
                      <m:t>c</m:t>
                    </m:r>
                    <m:r>
                      <m:t>a</m:t>
                    </m:r>
                    <m:r>
                      <m:t>n</m:t>
                    </m:r>
                    <m:r>
                      <m:t>d</m:t>
                    </m:r>
                    <m:r>
                      <m:t>i</m:t>
                    </m:r>
                    <m:r>
                      <m:t>s</m:t>
                    </m:r>
                    <m:r>
                      <m:t>p</m:t>
                    </m:r>
                    <m:r>
                      <m:t>l</m:t>
                    </m:r>
                    <m:r>
                      <m:t>a</m:t>
                    </m:r>
                    <m:r>
                      <m:t>c</m:t>
                    </m:r>
                    <m:r>
                      <m:t>e</m:t>
                    </m:r>
                    <m:r>
                      <m:t>i</m:t>
                    </m:r>
                    <m:r>
                      <m:t>r</m:t>
                    </m:r>
                    <m:r>
                      <m:t>o</m:t>
                    </m:r>
                    <m:r>
                      <m:t>n</m:t>
                    </m:r>
                    <m:r>
                      <m:t>f</m:t>
                    </m:r>
                    <m:r>
                      <m:t>r</m:t>
                    </m:r>
                    <m:r>
                      <m:t>o</m:t>
                    </m:r>
                    <m:r>
                      <m:t>m</m:t>
                    </m:r>
                    <m:r>
                      <m:t>a</m:t>
                    </m:r>
                    <m:r>
                      <m:t>n</m:t>
                    </m:r>
                    <m:r>
                      <m:t>F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  <m:r>
                      <m:t>s</m:t>
                    </m:r>
                    <m:r>
                      <m:t>o</m:t>
                    </m:r>
                    <m:r>
                      <m:t>l</m:t>
                    </m:r>
                    <m:r>
                      <m:t>u</m:t>
                    </m:r>
                    <m:r>
                      <m:t>t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  <m:r>
                      <m:rPr>
                        <m:sty m:val="p"/>
                      </m:rPr>
                      <m:t>?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Both Zn and Sn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Zn only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Sn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Neither Zn nor Sn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43. The molar conductivity is maximum for the solution of concentration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0.005 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0.001 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0.004 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0.002 M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44. The product formed at the anode during the electrolysis of aqueous NaCl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H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O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Cl 2 Application Based Questions: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45</m:t>
                    </m:r>
                    <m:r>
                      <m:rPr>
                        <m:sty m:val="p"/>
                      </m:rPr>
                      <m:t>.</m:t>
                    </m:r>
                    <m:r>
                      <m:t>T</m:t>
                    </m:r>
                    <m:r>
                      <m:t>h</m:t>
                    </m:r>
                    <m:r>
                      <m:t>e</m:t>
                    </m:r>
                    <m:r>
                      <m:t>q</m:t>
                    </m:r>
                    <m:r>
                      <m:t>u</m:t>
                    </m:r>
                    <m:r>
                      <m:t>a</m:t>
                    </m:r>
                    <m:r>
                      <m:t>n</m:t>
                    </m:r>
                    <m:r>
                      <m:t>t</m:t>
                    </m:r>
                    <m:r>
                      <m:t>i</m:t>
                    </m:r>
                    <m:r>
                      <m:t>t</m:t>
                    </m:r>
                    <m:r>
                      <m:t>y</m:t>
                    </m:r>
                    <m:r>
                      <m:t>o</m:t>
                    </m:r>
                    <m:r>
                      <m:t>f</m:t>
                    </m:r>
                    <m:r>
                      <m:t>e</m:t>
                    </m:r>
                    <m:r>
                      <m:t>l</m:t>
                    </m:r>
                    <m:r>
                      <m:t>e</m:t>
                    </m:r>
                    <m:r>
                      <m:t>c</m:t>
                    </m:r>
                    <m:r>
                      <m:t>t</m:t>
                    </m:r>
                    <m:r>
                      <m:t>r</m:t>
                    </m:r>
                    <m:r>
                      <m:t>i</m:t>
                    </m:r>
                    <m:r>
                      <m:t>c</m:t>
                    </m:r>
                    <m:r>
                      <m:t>i</m:t>
                    </m:r>
                    <m:r>
                      <m:t>t</m:t>
                    </m:r>
                    <m:r>
                      <m:t>y</m:t>
                    </m:r>
                    <m:r>
                      <m:t>r</m:t>
                    </m:r>
                    <m:r>
                      <m:t>e</m:t>
                    </m:r>
                    <m:r>
                      <m:t>q</m:t>
                    </m:r>
                    <m:r>
                      <m:t>u</m:t>
                    </m:r>
                    <m:r>
                      <m:t>i</m:t>
                    </m:r>
                    <m:r>
                      <m:t>r</m:t>
                    </m:r>
                    <m:r>
                      <m:t>e</m:t>
                    </m:r>
                    <m:r>
                      <m:t>d</m:t>
                    </m:r>
                    <m:r>
                      <m:t>f</m:t>
                    </m:r>
                    <m:r>
                      <m:t>o</m:t>
                    </m:r>
                    <m:r>
                      <m:t>r</m:t>
                    </m:r>
                    <m:r>
                      <m:t>t</m:t>
                    </m:r>
                    <m:r>
                      <m:t>h</m:t>
                    </m:r>
                    <m:r>
                      <m:t>e</m:t>
                    </m:r>
                    <m:r>
                      <m:t>r</m:t>
                    </m:r>
                    <m:r>
                      <m:t>e</m:t>
                    </m:r>
                    <m:r>
                      <m:t>d</m:t>
                    </m:r>
                    <m:r>
                      <m:t>u</m:t>
                    </m:r>
                    <m:r>
                      <m:t>c</m:t>
                    </m:r>
                    <m:r>
                      <m:t>t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  <m:r>
                      <m:t>o</m:t>
                    </m:r>
                    <m:r>
                      <m:t>f</m:t>
                    </m:r>
                    <m:r>
                      <m:t>o</m:t>
                    </m:r>
                    <m:r>
                      <m:t>n</m:t>
                    </m:r>
                    <m:r>
                      <m:t>e</m:t>
                    </m:r>
                    <m:r>
                      <m:t>m</m:t>
                    </m:r>
                    <m:r>
                      <m:t>o</m:t>
                    </m:r>
                    <m:r>
                      <m:t>l</m:t>
                    </m:r>
                    <m:r>
                      <m:t>e</m:t>
                    </m:r>
                    <m:r>
                      <m:t>o</m:t>
                    </m:r>
                    <m:r>
                      <m:t>f</m:t>
                    </m:r>
                    <m:r>
                      <m:t>A</m:t>
                    </m:r>
                    <m:sSup>
                      <m:e>
                        <m:r>
                          <m:t>l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  <m:r>
                      <m:t>s</m:t>
                    </m:r>
                    <m:r>
                      <m:t>i</m:t>
                    </m:r>
                    <m:r>
                      <m:t>s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1 Faraday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2 Faraday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3 Faraday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4 Faraday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46. What will happen in the Daniel cell, when Eext&lt;1.1 V?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Electrons flow from Zn rod to Cu rod; hence current flows from Cu to Zn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Electrons flow from Cu rod to Zn rod; hence current flows from Cu to Zn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67204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Electrons flow from Zn rod to Cu rod; hence current flows from Zn to Cu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867204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Electrons flow from Cu rod to Zn rod; hence current flows from Zn to Cu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47. When one Faraday current is passed, which of the following would deposit one-gram atomic
mass of the metal?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NaCl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ZnSO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AlCl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BaCl 2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182697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Chemical Kinetics:
48. Which of these statements about a galvanic cell are not true?
i) The cathode carries a positive sign.
ii) Oxidation occurs at the anode.
iii) Electrons flow from cathode to anode in the external circuit.
iv) The anode carries a negative 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23083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i and iii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2723083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i and 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2723083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ii and iii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2723083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ii and iv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49. Acid hydrolysis of ethyl acetate is an example 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Zero order reaction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First order reaction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Second order reaction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Pseudo first order reaction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50. All natural and artificial radioactive decay of unstable nuclei take place by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Zero order kinetics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Half-order kinetics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First-order kinetics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Second-order kinetics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51. For 2NO(g) + O 2 (g) → 2NO 2(g) , the following initial-rate data were obtained. Choose the rate
equation.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nor/>
                        <m:sty m:val="p"/>
                      </m:rPr>
                      <m:t>Rate</m:t>
                    </m:r>
                    <m:r>
                      <m:rPr>
                        <m:sty m:val="p"/>
                      </m:rPr>
                      <m:t>=</m:t>
                    </m:r>
                    <m:r>
                      <m:t>k</m:t>
                    </m:r>
                    <m:r>
                      <m:rPr>
                        <m:sty m:val="p"/>
                      </m:rPr>
                      <m:t>[</m:t>
                    </m:r>
                    <m:r>
                      <m:t>N</m:t>
                    </m:r>
                    <m:r>
                      <m:t>O</m:t>
                    </m:r>
                    <m:sSup>
                      <m:e>
                        <m:r>
                          <m:rPr>
                            <m:sty m:val="p"/>
                          </m:rPr>
                          <m:t>]</m:t>
                        </m:r>
                      </m:e>
                      <m:sup>
                        <m:r>
                          <m:t>2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nor/>
                        <m:sty m:val="p"/>
                      </m:rPr>
                      <m:t>Rate</m:t>
                    </m:r>
                    <m:r>
                      <m:rPr>
                        <m:sty m:val="p"/>
                      </m:rPr>
                      <m:t>=</m:t>
                    </m:r>
                    <m:r>
                      <m:t>k</m:t>
                    </m:r>
                    <m:r>
                      <m:rPr>
                        <m:sty m:val="p"/>
                      </m:rPr>
                      <m:t>[</m:t>
                    </m:r>
                    <m:r>
                      <m:t>N</m:t>
                    </m:r>
                    <m:r>
                      <m:t>O</m:t>
                    </m:r>
                    <m:sSup>
                      <m:e>
                        <m:r>
                          <m:rPr>
                            <m:sty m:val="p"/>
                          </m:rPr>
                          <m:t>]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[</m:t>
                    </m:r>
                    <m:r>
                      <m:t>O</m:t>
                    </m:r>
                    <m: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m:t>]</m:t>
                        </m:r>
                      </m:e>
                      <m:sup>
                        <m:r>
                          <m:t>2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Rate = k[NO] [O 2 ]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nor/>
                        <m:sty m:val="p"/>
                      </m:rPr>
                      <m:t>Rate</m:t>
                    </m:r>
                    <m:r>
                      <m:rPr>
                        <m:sty m:val="p"/>
                      </m:rPr>
                      <m:t>=</m:t>
                    </m:r>
                    <m:r>
                      <m:t>k</m:t>
                    </m:r>
                    <m:r>
                      <m:rPr>
                        <m:sty m:val="p"/>
                      </m:rPr>
                      <m:t>[</m:t>
                    </m:r>
                    <m:r>
                      <m:t>N</m:t>
                    </m:r>
                    <m:r>
                      <m:t>O</m:t>
                    </m:r>
                    <m:sSup>
                      <m:e>
                        <m:r>
                          <m:rPr>
                            <m:sty m:val="p"/>
                          </m:rPr>
                          <m:t>]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[</m:t>
                    </m:r>
                    <m:r>
                      <m:t>O</m:t>
                    </m:r>
                    <m:r>
                      <m:t>2</m:t>
                    </m:r>
                    <m:r>
                      <m:rPr>
                        <m:sty m:val="p"/>
                      </m:rPr>
                      <m:t>]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52. Consider the Arrhenius equation k=e−Ea/RT and mark the correct option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Rate constant increases exponentially with increasing activation energy and decreasing temperature.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Rate constant decreases exponentially with increasing activation energy and decreasing temperature.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67204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Rate constant increases exponentially with increasing activation energy and increasing temperature.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867204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Rate constant increases exponentially with decreasing activation energy and decreasing temperature.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53. For a chemical reaction A → B, it is found that the rate of a reaction doubles when the
concentration of A is doubled. The order of the reaction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Two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Zero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Three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54. For a zero-order reaction, the intercept for the plot of concentration of reactants vs. time is
equal 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-k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log</m:t>
                    </m:r>
                    <m:r>
                      <m:t>k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[R 0 ]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log</m:t>
                    </m:r>
                    <m:r>
                      <m:rPr>
                        <m:sty m:val="p"/>
                      </m:rPr>
                      <m:t>[</m:t>
                    </m:r>
                    <m:r>
                      <m:t>R</m:t>
                    </m:r>
                    <m:r>
                      <m:t>0</m:t>
                    </m:r>
                    <m:r>
                      <m:rPr>
                        <m:sty m:val="p"/>
                      </m:rPr>
                      <m:t>]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nor/>
                        <m:sty m:val="p"/>
                      </m:rPr>
                      <m:t>Rate</m:t>
                    </m:r>
                    <m:r>
                      <m:rPr>
                        <m:sty m:val="p"/>
                      </m:rPr>
                      <m:t>=</m:t>
                    </m:r>
                    <m:r>
                      <m:t>𝐾</m:t>
                    </m:r>
                    <m:r>
                      <m:rPr>
                        <m:sty m:val="p"/>
                      </m:rPr>
                      <m:t>[</m:t>
                    </m:r>
                    <m:r>
                      <m:t>A</m:t>
                    </m:r>
                    <m:r>
                      <m:rPr>
                        <m:sty m:val="p"/>
                      </m:rPr>
                      <m:t>]</m:t>
                    </m:r>
                    <m:r>
                      <m:rPr>
                        <m:sty m:val="p"/>
                      </m:rPr>
                      <m:t>[</m:t>
                    </m:r>
                    <m:r>
                      <m:t>B</m:t>
                    </m:r>
                    <m:sSup>
                      <m:e>
                        <m:r>
                          <m:rPr>
                            <m:sty m:val="p"/>
                          </m:rPr>
                          <m:t>]</m:t>
                        </m:r>
                      </m:e>
                      <m:sup>
                        <m:r>
                          <m:t>5</m:t>
                        </m:r>
                      </m:sup>
                    </m:sSup>
                    <m:r>
                      <m:t>5</m:t>
                    </m:r>
                    <m:r>
                      <m:rPr>
                        <m:sty m:val="p"/>
                      </m:rPr>
                      <m:t>.</m:t>
                    </m:r>
                    <m:r>
                      <m:t>I</m:t>
                    </m:r>
                    <m:r>
                      <m:t>n</m:t>
                    </m:r>
                    <m:r>
                      <m:t>a</m:t>
                    </m:r>
                    <m:r>
                      <m:t>r</m:t>
                    </m:r>
                    <m:r>
                      <m:t>e</m:t>
                    </m:r>
                    <m:r>
                      <m:t>a</m:t>
                    </m:r>
                    <m:r>
                      <m:t>c</m:t>
                    </m:r>
                    <m:r>
                      <m:t>t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  <m:r>
                      <m:t>A</m:t>
                    </m:r>
                    <m:r>
                      <m:rPr>
                        <m:sty m:val="p"/>
                      </m:rPr>
                      <m:t>+</m:t>
                    </m:r>
                    <m:r>
                      <m:t>B</m:t>
                    </m:r>
                    <m:r>
                      <m:rPr>
                        <m:sty m:val="p"/>
                      </m:rPr>
                      <m:t>→</m:t>
                    </m:r>
                    <m:r>
                      <m:t>p</m:t>
                    </m:r>
                    <m:r>
                      <m:t>r</m:t>
                    </m:r>
                    <m:r>
                      <m:t>o</m:t>
                    </m:r>
                    <m:r>
                      <m:t>d</m:t>
                    </m:r>
                    <m:r>
                      <m:t>u</m:t>
                    </m:r>
                    <m:r>
                      <m:t>c</m:t>
                    </m:r>
                    <m:r>
                      <m:t>t</m:t>
                    </m:r>
                    <m:r>
                      <m:t>s</m:t>
                    </m:r>
                    <m:r>
                      <m:rPr>
                        <m:sty m:val="p"/>
                      </m:rPr>
                      <m:t>,</m:t>
                    </m:r>
                    <m:r>
                      <m:rPr>
                        <m:nor/>
                        <m:sty m:val="p"/>
                      </m:rPr>
                      <m:t>rate</m:t>
                    </m:r>
                    <m:r>
                      <m:t>i</m:t>
                    </m:r>
                    <m:r>
                      <m:t>s</m:t>
                    </m:r>
                    <m:r>
                      <m:t>d</m:t>
                    </m:r>
                    <m:r>
                      <m:t>o</m:t>
                    </m:r>
                    <m:r>
                      <m:t>u</m:t>
                    </m:r>
                    <m:r>
                      <m:t>b</m:t>
                    </m:r>
                    <m:r>
                      <m:t>l</m:t>
                    </m:r>
                    <m:r>
                      <m:t>e</m:t>
                    </m:r>
                    <m:r>
                      <m:t>d</m:t>
                    </m:r>
                    <m:r>
                      <m:t>w</m:t>
                    </m:r>
                    <m:r>
                      <m:t>h</m:t>
                    </m:r>
                    <m:r>
                      <m:t>e</m:t>
                    </m:r>
                    <m:r>
                      <m:t>n</m:t>
                    </m:r>
                    <m:r>
                      <m:t>t</m:t>
                    </m:r>
                    <m:r>
                      <m:t>h</m:t>
                    </m:r>
                    <m:r>
                      <m:t>e</m:t>
                    </m:r>
                    <m:r>
                      <m:t>c</m:t>
                    </m:r>
                    <m:r>
                      <m:t>o</m:t>
                    </m:r>
                    <m:r>
                      <m:t>n</m:t>
                    </m:r>
                    <m:r>
                      <m:t>c</m:t>
                    </m:r>
                    <m:r>
                      <m:t>e</m:t>
                    </m:r>
                    <m:r>
                      <m:t>n</m:t>
                    </m:r>
                    <m:r>
                      <m:t>t</m:t>
                    </m:r>
                    <m:r>
                      <m:t>r</m:t>
                    </m:r>
                    <m:r>
                      <m:t>a</m:t>
                    </m:r>
                    <m:r>
                      <m:t>t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  <m:r>
                      <m:t>o</m:t>
                    </m:r>
                    <m:r>
                      <m:t>f</m:t>
                    </m:r>
                    <m:r>
                      <m:t>B</m:t>
                    </m:r>
                    <m:r>
                      <m:t>i</m:t>
                    </m:r>
                    <m:r>
                      <m:t>s</m:t>
                    </m:r>
                    <m:r>
                      <m:t>d</m:t>
                    </m:r>
                    <m:r>
                      <m:t>o</m:t>
                    </m:r>
                    <m:r>
                      <m:t>u</m:t>
                    </m:r>
                    <m:r>
                      <m:t>b</m:t>
                    </m:r>
                    <m:r>
                      <m:t>l</m:t>
                    </m:r>
                    <m:r>
                      <m:t>e</m:t>
                    </m:r>
                    <m:r>
                      <m:t>d</m:t>
                    </m:r>
                    <m:r>
                      <m:rPr>
                        <m:sty m:val="p"/>
                      </m:rPr>
                      <m:t>,</m:t>
                    </m:r>
                    <m:r>
                      <m:t>a</m:t>
                    </m:r>
                    <m:r>
                      <m:t>n</m:t>
                    </m:r>
                    <m:r>
                      <m:t>d</m:t>
                    </m:r>
                    <m:r>
                      <m:rPr>
                        <m:nor/>
                        <m:sty m:val="p"/>
                      </m:rPr>
                      <m:t>rate</m:t>
                    </m:r>
                    <m:r>
                      <m:t>i</m:t>
                    </m:r>
                    <m:r>
                      <m:t>n</m:t>
                    </m:r>
                    <m:r>
                      <m:t>c</m:t>
                    </m:r>
                    <m:r>
                      <m:t>r</m:t>
                    </m:r>
                    <m:r>
                      <m:t>e</m:t>
                    </m:r>
                    <m:r>
                      <m:t>a</m:t>
                    </m:r>
                    <m:r>
                      <m:t>s</m:t>
                    </m:r>
                    <m:r>
                      <m:t>e</m:t>
                    </m:r>
                    <m:r>
                      <m:t>s</m:t>
                    </m:r>
                    <m:r>
                      <m:t>b</m:t>
                    </m:r>
                    <m:r>
                      <m:t>y</m:t>
                    </m:r>
                    <m:r>
                      <m:t>a</m:t>
                    </m:r>
                    <m:r>
                      <m:t>f</m:t>
                    </m:r>
                    <m:r>
                      <m:t>a</m:t>
                    </m:r>
                    <m:r>
                      <m:t>c</m:t>
                    </m:r>
                    <m:r>
                      <m:t>t</m:t>
                    </m:r>
                    <m:r>
                      <m:t>o</m:t>
                    </m:r>
                    <m:r>
                      <m:t>r</m:t>
                    </m:r>
                    <m:r>
                      <m:t>o</m:t>
                    </m:r>
                    <m:r>
                      <m:t>f</m:t>
                    </m:r>
                    <m:r>
                      <m:t>8</m:t>
                    </m:r>
                    <m:r>
                      <m:t>w</m:t>
                    </m:r>
                    <m:r>
                      <m:t>h</m:t>
                    </m:r>
                    <m:r>
                      <m:t>e</m:t>
                    </m:r>
                    <m:r>
                      <m:t>n</m:t>
                    </m:r>
                    <m:r>
                      <m:t>t</m:t>
                    </m:r>
                    <m:r>
                      <m:t>h</m:t>
                    </m:r>
                    <m:r>
                      <m:t>e</m:t>
                    </m:r>
                    <m:r>
                      <m:t>c</m:t>
                    </m:r>
                    <m:r>
                      <m:t>o</m:t>
                    </m:r>
                    <m:r>
                      <m:t>n</m:t>
                    </m:r>
                    <m:r>
                      <m:t>c</m:t>
                    </m:r>
                    <m:r>
                      <m:t>e</m:t>
                    </m:r>
                    <m:r>
                      <m:t>n</m:t>
                    </m:r>
                    <m:r>
                      <m:t>t</m:t>
                    </m:r>
                    <m:r>
                      <m:t>r</m:t>
                    </m:r>
                    <m:r>
                      <m:t>a</m:t>
                    </m:r>
                    <m:r>
                      <m:t>t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  <m:r>
                      <m:t>s</m:t>
                    </m:r>
                    <m:r>
                      <m:t>o</m:t>
                    </m:r>
                    <m:r>
                      <m:t>f</m:t>
                    </m:r>
                    <m:r>
                      <m:t>b</m:t>
                    </m:r>
                    <m:r>
                      <m:t>o</m:t>
                    </m:r>
                    <m:r>
                      <m:t>t</m:t>
                    </m:r>
                    <m:r>
                      <m:t>h</m:t>
                    </m:r>
                    <m:r>
                      <m:t>t</m:t>
                    </m:r>
                    <m:r>
                      <m:t>h</m:t>
                    </m:r>
                    <m:r>
                      <m:t>e</m:t>
                    </m:r>
                    <m:r>
                      <m:t>r</m:t>
                    </m:r>
                    <m:r>
                      <m:t>e</m:t>
                    </m:r>
                    <m:r>
                      <m:t>a</m:t>
                    </m:r>
                    <m:r>
                      <m:t>c</m:t>
                    </m:r>
                    <m:r>
                      <m:t>t</m:t>
                    </m:r>
                    <m:r>
                      <m:t>a</m:t>
                    </m:r>
                    <m:r>
                      <m:t>n</m:t>
                    </m:r>
                    <m:r>
                      <m:t>t</m:t>
                    </m:r>
                    <m:r>
                      <m:t>s</m:t>
                    </m:r>
                    <m:r>
                      <m:rPr>
                        <m:sty m:val="p"/>
                      </m:rPr>
                      <m:t>(</m:t>
                    </m:r>
                    <m:r>
                      <m:t>A</m:t>
                    </m:r>
                    <m:r>
                      <m:t>a</m:t>
                    </m:r>
                    <m:r>
                      <m:t>n</m:t>
                    </m:r>
                    <m:r>
                      <m:t>d</m:t>
                    </m:r>
                    <m:r>
                      <m:t>B</m:t>
                    </m:r>
                    <m:r>
                      <m:rPr>
                        <m:sty m:val="p"/>
                      </m:rPr>
                      <m:t>.</m:t>
                    </m:r>
                    <m:r>
                      <m:t>a</m:t>
                    </m:r>
                    <m:r>
                      <m:t>r</m:t>
                    </m:r>
                    <m:r>
                      <m:t>e</m:t>
                    </m:r>
                    <m:r>
                      <m:t>d</m:t>
                    </m:r>
                    <m:r>
                      <m:t>o</m:t>
                    </m:r>
                    <m:r>
                      <m:t>u</m:t>
                    </m:r>
                    <m:r>
                      <m:t>b</m:t>
                    </m:r>
                    <m:r>
                      <m:t>l</m:t>
                    </m:r>
                    <m:r>
                      <m:t>e</m:t>
                    </m:r>
                    <m:r>
                      <m:t>d</m:t>
                    </m:r>
                    <m:r>
                      <m:rPr>
                        <m:sty m:val="p"/>
                      </m:rPr>
                      <m:t>.</m:t>
                    </m:r>
                    <m:r>
                      <m:t>T</m:t>
                    </m:r>
                    <m:r>
                      <m:t>h</m:t>
                    </m:r>
                    <m:r>
                      <m:t>e</m:t>
                    </m:r>
                    <m:r>
                      <m:rPr>
                        <m:nor/>
                        <m:sty m:val="p"/>
                      </m:rPr>
                      <m:t>rate</m:t>
                    </m:r>
                    <m:r>
                      <m:t>l</m:t>
                    </m:r>
                    <m:r>
                      <m:t>a</m:t>
                    </m:r>
                    <m:r>
                      <m:t>w</m:t>
                    </m:r>
                    <m:r>
                      <m:t>f</m:t>
                    </m:r>
                    <m:r>
                      <m:t>o</m:t>
                    </m:r>
                    <m:r>
                      <m:t>r</m:t>
                    </m:r>
                    <m:r>
                      <m:t>t</m:t>
                    </m:r>
                    <m:r>
                      <m:t>h</m:t>
                    </m:r>
                    <m:r>
                      <m:t>e</m:t>
                    </m:r>
                    <m:r>
                      <m:t>r</m:t>
                    </m:r>
                    <m:r>
                      <m:t>e</m:t>
                    </m:r>
                    <m:r>
                      <m:t>a</m:t>
                    </m:r>
                    <m:r>
                      <m:t>c</m:t>
                    </m:r>
                    <m:r>
                      <m:t>t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  <m:r>
                      <m:t>c</m:t>
                    </m:r>
                    <m:r>
                      <m:t>a</m:t>
                    </m:r>
                    <m:r>
                      <m:t>n</m:t>
                    </m:r>
                    <m:r>
                      <m:t>b</m:t>
                    </m:r>
                    <m:r>
                      <m:t>e</m:t>
                    </m:r>
                    <m:r>
                      <m:t>w</m:t>
                    </m:r>
                    <m:r>
                      <m:t>r</m:t>
                    </m:r>
                    <m:r>
                      <m:t>i</m:t>
                    </m:r>
                    <m:r>
                      <m:t>t</m:t>
                    </m:r>
                    <m:r>
                      <m:t>t</m:t>
                    </m:r>
                    <m:r>
                      <m:t>e</m:t>
                    </m:r>
                    <m:r>
                      <m:t>n</m:t>
                    </m:r>
                    <m:r>
                      <m:t>a</m:t>
                    </m:r>
                    <m:r>
                      <m:t>s</m:t>
                    </m:r>
                    <m:r>
                      <m:rPr>
                        <m:sty m:val="p"/>
                      </m:rPr>
                      <m:t>:</m:t>
                    </m:r>
                    <m:r>
                      <m:rPr>
                        <m:sty m:val="p"/>
                      </m:rPr>
                      <m:t>(</m:t>
                    </m:r>
                    <m:r>
                      <m:t>A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nor/>
                        <m:sty m:val="p"/>
                      </m:rPr>
                      <m:t>Rate</m:t>
                    </m:r>
                    <m:r>
                      <m:rPr>
                        <m:sty m:val="p"/>
                      </m:rPr>
                      <m:t>=</m:t>
                    </m:r>
                    <m:r>
                      <m:t>K</m:t>
                    </m:r>
                    <m:r>
                      <m:rPr>
                        <m:sty m:val="p"/>
                      </m:rPr>
                      <m:t>[</m:t>
                    </m:r>
                    <m:r>
                      <m:t>A</m:t>
                    </m:r>
                    <m:r>
                      <m:rPr>
                        <m:sty m:val="p"/>
                      </m:rPr>
                      <m:t>]</m:t>
                    </m:r>
                    <m:r>
                      <m:rPr>
                        <m:sty m:val="p"/>
                      </m:rPr>
                      <m:t>[</m:t>
                    </m:r>
                    <m:r>
                      <m:t>B</m:t>
                    </m:r>
                    <m:sSup>
                      <m:e>
                        <m:r>
                          <m:rPr>
                            <m:sty m:val="p"/>
                          </m:rPr>
                          <m:t>]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(</m:t>
                    </m:r>
                    <m:r>
                      <m:t>B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nor/>
                        <m:sty m:val="p"/>
                      </m:rPr>
                      <m:t>Rate</m:t>
                    </m:r>
                    <m:r>
                      <m:rPr>
                        <m:sty m:val="p"/>
                      </m:rPr>
                      <m:t>=</m:t>
                    </m:r>
                    <m:r>
                      <m:t>K</m:t>
                    </m:r>
                    <m:r>
                      <m:rPr>
                        <m:sty m:val="p"/>
                      </m:rPr>
                      <m:t>[</m:t>
                    </m:r>
                    <m:r>
                      <m:t>A</m:t>
                    </m:r>
                    <m:sSup>
                      <m:e>
                        <m:r>
                          <m:rPr>
                            <m:sty m:val="p"/>
                          </m:rPr>
                          <m:t>]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[</m:t>
                    </m:r>
                    <m:r>
                      <m:t>B</m:t>
                    </m:r>
                    <m:sSup>
                      <m:e>
                        <m:r>
                          <m:rPr>
                            <m:sty m:val="p"/>
                          </m:rPr>
                          <m:t>]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(</m:t>
                    </m:r>
                    <m:r>
                      <m:t>C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nor/>
                        <m:sty m:val="p"/>
                      </m:rPr>
                      <m:t>Rate</m:t>
                    </m:r>
                    <m:r>
                      <m:rPr>
                        <m:sty m:val="p"/>
                      </m:rPr>
                      <m:t>=</m:t>
                    </m:r>
                    <m:r>
                      <m:t>K</m:t>
                    </m:r>
                    <m:r>
                      <m:rPr>
                        <m:sty m:val="p"/>
                      </m:rPr>
                      <m:t>[</m:t>
                    </m:r>
                    <m:r>
                      <m:t>A</m:t>
                    </m:r>
                    <m:sSup>
                      <m:e>
                        <m:r>
                          <m:rPr>
                            <m:sty m:val="p"/>
                          </m:rPr>
                          <m:t>]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[</m:t>
                    </m:r>
                    <m:r>
                      <m:t>B</m:t>
                    </m:r>
                    <m:r>
                      <m:rPr>
                        <m:sty m:val="p"/>
                      </m:rPr>
                      <m:t>]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56. In a reaction Hg + Cl 2 → HgCl 2 , the rate of disappearance of Hg is equal 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Rate of disappearance of Cl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Rate of appearance of HgCl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Rate of appearance of Cl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Both (a) and (b)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57. In a reaction, when the concentration of a reactant is increased two times, the increase in the
rate of reaction was four times. The order of the reaction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First order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Zero order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Pseudo first order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Second order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58. In presence of a catalyst, the heat evolved or absorbed during the reaction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Increases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Decreases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Depends on the reaction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Remains unchanged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59. Order of a reaction in which unit of rate of reaction and rate constant are the same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Sup>
                      <m:e>
                        <m:r>
                          <m:t>​</m:t>
                        </m:r>
                      </m:e>
                      <m:sub>
                        <m:r>
                          <m:t>2</m:t>
                        </m:r>
                      </m:sub>
                      <m:sup>
                        <m:r>
                          <m:t>1</m:t>
                        </m:r>
                      </m:sup>
                    </m:sSub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9134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60. Statement I: A catalyst does not alter Gibb’s energy (ΔG) of a reaction.
Statement II: A catalyst alters the activation energy (Ea) of a reaction by providing an alternate
pathway.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09597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Both Statement I and II are correct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809597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Both Statement I and II are incorrect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376525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Statement I is correct, but Statement II is incorrect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376525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Statement I is incorrect, but Statement II is correct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1217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61. Statement I: If in a zero-order reaction, the concentration of the reactant is doubled, the half-life
period is also doubled.
Statement II: For a first-order reaction, the half-life period is independent of the initial
concentration of the reactant.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1409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Both Statement I and II are correct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211409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Both Statement I and II are incorrect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8102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Statement I is correct but Statement II is incorrect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68102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Statement I is incorrect but Statement II is correct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62. The collision frequency in a reaction depends 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Number of moles of reactants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Proper orientation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Activated reactant molecules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Both (b) and (c)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63. The following factor which does not affect the rate of reaction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Molecularity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Temperature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Catalyst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Concentration of reactant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64. The half-life period of a first-order reaction is 15 minutes. The amount of substance left after
one hour will be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One-half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One-fourth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One-eighth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One-sixteenth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65. The molecularity of a reaction cannot be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Zero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Both (a) and (b)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Whole number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66. The number of collisions per second per unit volume of the reaction is known 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Collision energy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Activation energy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Collision frequency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Kinetic energy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67. The order of a chemical reaction having the rate expression, Rate = k[A] [B]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Sup>
                      <m:e>
                        <m:r>
                          <m:t>​</m:t>
                        </m:r>
                      </m:e>
                      <m:sub>
                        <m:r>
                          <m:t>2</m:t>
                        </m:r>
                      </m:sub>
                      <m:sup>
                        <m:r>
                          <m:t>1</m:t>
                        </m:r>
                      </m:sup>
                    </m:sSub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Sup>
                      <m:e>
                        <m:r>
                          <m:t>​</m:t>
                        </m:r>
                      </m:e>
                      <m:sub>
                        <m:r>
                          <m:t>4</m:t>
                        </m:r>
                      </m:sub>
                      <m:sup>
                        <m:r>
                          <m:t>1</m:t>
                        </m:r>
                      </m:sup>
                    </m:sSub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68</m:t>
                    </m:r>
                    <m:r>
                      <m:rPr>
                        <m:sty m:val="p"/>
                      </m:rPr>
                      <m:t>.</m:t>
                    </m:r>
                    <m:r>
                      <m:t>T</m:t>
                    </m:r>
                    <m:r>
                      <m:t>h</m:t>
                    </m:r>
                    <m:r>
                      <m:t>e</m:t>
                    </m:r>
                    <m:r>
                      <m:t>o</m:t>
                    </m:r>
                    <m:r>
                      <m:t>v</m:t>
                    </m:r>
                    <m:r>
                      <m:t>e</m:t>
                    </m:r>
                    <m:r>
                      <m:t>r</m:t>
                    </m:r>
                    <m:r>
                      <m:t>a</m:t>
                    </m:r>
                    <m:r>
                      <m:t>l</m:t>
                    </m:r>
                    <m:r>
                      <m:t>l</m:t>
                    </m:r>
                    <m:r>
                      <m:t>o</m:t>
                    </m:r>
                    <m:r>
                      <m:t>r</m:t>
                    </m:r>
                    <m:r>
                      <m:t>d</m:t>
                    </m:r>
                    <m:r>
                      <m:t>e</m:t>
                    </m:r>
                    <m:r>
                      <m:t>r</m:t>
                    </m:r>
                    <m:r>
                      <m:t>o</m:t>
                    </m:r>
                    <m:r>
                      <m:t>f</m:t>
                    </m:r>
                    <m:r>
                      <m:t>a</m:t>
                    </m:r>
                    <m:r>
                      <m:t>r</m:t>
                    </m:r>
                    <m:r>
                      <m:t>e</m:t>
                    </m:r>
                    <m:r>
                      <m:t>a</m:t>
                    </m:r>
                    <m:r>
                      <m:t>c</m:t>
                    </m:r>
                    <m:r>
                      <m:t>t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  <m:r>
                      <m:t>w</m:t>
                    </m:r>
                    <m:r>
                      <m:t>h</m:t>
                    </m:r>
                    <m:r>
                      <m:t>i</m:t>
                    </m:r>
                    <m:r>
                      <m:t>c</m:t>
                    </m:r>
                    <m:r>
                      <m:t>h</m:t>
                    </m:r>
                    <m:r>
                      <m:t>h</m:t>
                    </m:r>
                    <m:r>
                      <m:t>a</m:t>
                    </m:r>
                    <m:r>
                      <m:t>s</m:t>
                    </m:r>
                    <m:r>
                      <m:t>t</m:t>
                    </m:r>
                    <m:r>
                      <m:t>h</m:t>
                    </m:r>
                    <m:r>
                      <m:t>e</m:t>
                    </m:r>
                    <m:r>
                      <m:rPr>
                        <m:nor/>
                        <m:sty m:val="p"/>
                      </m:rPr>
                      <m:t>rate</m:t>
                    </m:r>
                    <m:r>
                      <m:t>e</m:t>
                    </m:r>
                    <m:r>
                      <m:t>x</m:t>
                    </m:r>
                    <m:r>
                      <m:t>p</m:t>
                    </m:r>
                    <m:r>
                      <m:t>r</m:t>
                    </m:r>
                    <m:r>
                      <m:t>e</m:t>
                    </m:r>
                    <m:r>
                      <m:t>s</m:t>
                    </m:r>
                    <m:r>
                      <m:t>s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  <m:r>
                      <m:rPr>
                        <m:nor/>
                        <m:sty m:val="p"/>
                      </m:rPr>
                      <m:t>Rate</m:t>
                    </m:r>
                    <m:r>
                      <m:rPr>
                        <m:sty m:val="p"/>
                      </m:rPr>
                      <m:t>=</m:t>
                    </m:r>
                    <m:r>
                      <m:t>K</m:t>
                    </m:r>
                    <m:r>
                      <m:rPr>
                        <m:sty m:val="p"/>
                      </m:rPr>
                      <m:t>[</m:t>
                    </m:r>
                    <m:r>
                      <m:t>A</m:t>
                    </m:r>
                    <m:sSup>
                      <m:e>
                        <m:r>
                          <m:rPr>
                            <m:sty m:val="p"/>
                          </m:rPr>
                          <m:t>]</m:t>
                        </m:r>
                      </m:e>
                      <m:sup>
                        <m:r>
                          <m:t>1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m:t>/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[</m:t>
                    </m:r>
                    <m:r>
                      <m:t>B</m:t>
                    </m:r>
                    <m:sSup>
                      <m:e>
                        <m:r>
                          <m:rPr>
                            <m:sty m:val="p"/>
                          </m:rPr>
                          <m:t>]</m:t>
                        </m:r>
                      </m:e>
                      <m:sup>
                        <m:r>
                          <m:t>3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m:t>/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t>i</m:t>
                    </m:r>
                    <m:r>
                      <m:t>s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Sup>
                      <m:e>
                        <m:r>
                          <m:t>​</m:t>
                        </m:r>
                      </m:e>
                      <m:sub>
                        <m:r>
                          <m:t>2</m:t>
                        </m:r>
                      </m:sub>
                      <m:sup>
                        <m:r>
                          <m:t>3</m:t>
                        </m:r>
                      </m:sup>
                    </m:sSub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69</m:t>
                    </m:r>
                    <m:r>
                      <m:rPr>
                        <m:sty m:val="p"/>
                      </m:rPr>
                      <m:t>.</m:t>
                    </m:r>
                    <m:r>
                      <m:t>T</m:t>
                    </m:r>
                    <m:r>
                      <m:t>h</m:t>
                    </m:r>
                    <m:r>
                      <m:t>e</m:t>
                    </m:r>
                    <m:r>
                      <m:t>o</m:t>
                    </m:r>
                    <m:r>
                      <m:t>r</m:t>
                    </m:r>
                    <m:r>
                      <m:t>d</m:t>
                    </m:r>
                    <m:r>
                      <m:t>e</m:t>
                    </m:r>
                    <m:r>
                      <m:t>r</m:t>
                    </m:r>
                    <m:r>
                      <m:t>f</m:t>
                    </m:r>
                    <m:r>
                      <m:t>o</m:t>
                    </m:r>
                    <m:r>
                      <m:t>r</m:t>
                    </m:r>
                    <m:r>
                      <m:t>a</m:t>
                    </m:r>
                    <m:r>
                      <m:t>r</m:t>
                    </m:r>
                    <m:r>
                      <m:t>e</m:t>
                    </m:r>
                    <m:r>
                      <m:t>a</m:t>
                    </m:r>
                    <m:r>
                      <m:t>c</m:t>
                    </m:r>
                    <m:r>
                      <m:t>t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  <m:r>
                      <m:t>w</m:t>
                    </m:r>
                    <m:r>
                      <m:t>i</m:t>
                    </m:r>
                    <m:r>
                      <m:t>t</m:t>
                    </m:r>
                    <m:r>
                      <m:t>h</m:t>
                    </m:r>
                    <m:r>
                      <m:t>t</m:t>
                    </m:r>
                    <m:r>
                      <m:t>h</m:t>
                    </m:r>
                    <m:r>
                      <m:t>e</m:t>
                    </m:r>
                    <m:r>
                      <m:rPr>
                        <m:nor/>
                        <m:sty m:val="p"/>
                      </m:rPr>
                      <m:t>rate</m:t>
                    </m:r>
                    <m:r>
                      <m:t>l</m:t>
                    </m:r>
                    <m:r>
                      <m:t>a</m:t>
                    </m:r>
                    <m:r>
                      <m:t>w</m:t>
                    </m:r>
                    <m:r>
                      <m:rPr>
                        <m:nor/>
                        <m:sty m:val="p"/>
                      </m:rPr>
                      <m:t>Rate</m:t>
                    </m:r>
                    <m:r>
                      <m:rPr>
                        <m:sty m:val="p"/>
                      </m:rPr>
                      <m:t>=</m:t>
                    </m:r>
                    <m:r>
                      <m:t>𝑘</m:t>
                    </m:r>
                    <m:r>
                      <m:rPr>
                        <m:sty m:val="p"/>
                      </m:rPr>
                      <m:t>[</m:t>
                    </m:r>
                    <m: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m:t>]</m:t>
                        </m:r>
                      </m:e>
                      <m:sup>
                        <m: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m:t>[</m:t>
                    </m:r>
                    <m:r>
                      <m:t>𝐵</m:t>
                    </m:r>
                    <m:sSup>
                      <m:e>
                        <m:r>
                          <m:rPr>
                            <m:sty m:val="p"/>
                          </m:rPr>
                          <m:t>]</m:t>
                        </m:r>
                      </m:e>
                      <m:sup>
                        <m:r>
                          <m:t>1</m:t>
                        </m:r>
                      </m:sup>
                    </m:sSup>
                    <m:r>
                      <m:t>i</m:t>
                    </m:r>
                    <m:r>
                      <m:t>s</m:t>
                    </m:r>
                    <m:r>
                      <m:rPr>
                        <m:sty m:val="p"/>
                      </m:rPr>
                      <m:t>: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Zero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Fraction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Two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70</m:t>
                    </m:r>
                    <m:r>
                      <m:rPr>
                        <m:sty m:val="p"/>
                      </m:rPr>
                      <m:t>.</m:t>
                    </m:r>
                    <m:r>
                      <m:t>T</m:t>
                    </m:r>
                    <m:r>
                      <m:t>h</m:t>
                    </m:r>
                    <m:r>
                      <m:t>e</m:t>
                    </m:r>
                    <m:r>
                      <m:rPr>
                        <m:nor/>
                        <m:sty m:val="p"/>
                      </m:rPr>
                      <m:t>rate</m:t>
                    </m:r>
                    <m:r>
                      <m:t>c</m:t>
                    </m:r>
                    <m:r>
                      <m:t>o</m:t>
                    </m:r>
                    <m:r>
                      <m:t>n</m:t>
                    </m:r>
                    <m:r>
                      <m:t>s</m:t>
                    </m:r>
                    <m:r>
                      <m:t>t</m:t>
                    </m:r>
                    <m:r>
                      <m:t>a</m:t>
                    </m:r>
                    <m:r>
                      <m:t>n</m:t>
                    </m:r>
                    <m:r>
                      <m:t>t</m:t>
                    </m:r>
                    <m:r>
                      <m:t>o</m:t>
                    </m:r>
                    <m:r>
                      <m:t>f</m:t>
                    </m:r>
                    <m:r>
                      <m:t>a</m:t>
                    </m:r>
                    <m:r>
                      <m:t>r</m:t>
                    </m:r>
                    <m:r>
                      <m:t>e</m:t>
                    </m:r>
                    <m:r>
                      <m:t>a</m:t>
                    </m:r>
                    <m:r>
                      <m:t>c</m:t>
                    </m:r>
                    <m:r>
                      <m:t>t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  <m:r>
                      <m:t>i</m:t>
                    </m:r>
                    <m:r>
                      <m:t>s</m:t>
                    </m:r>
                    <m:r>
                      <m:t>k</m:t>
                    </m:r>
                    <m:r>
                      <m:rPr>
                        <m:sty m:val="p"/>
                      </m:rPr>
                      <m:t>=</m:t>
                    </m:r>
                    <m:r>
                      <m:t>2.3</m:t>
                    </m:r>
                    <m:r>
                      <m:rPr>
                        <m:sty m:val="p"/>
                      </m:rPr>
                      <m:t>×</m:t>
                    </m:r>
                    <m:sSup>
                      <m:e>
                        <m:r>
                          <m:t>10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5</m:t>
                        </m:r>
                      </m:sup>
                    </m:sSup>
                    <m:r>
                      <m:t>L</m:t>
                    </m:r>
                    <m:r>
                      <m:t>m</m:t>
                    </m:r>
                    <m:r>
                      <m:t>o</m:t>
                    </m:r>
                    <m:sSup>
                      <m:e>
                        <m:r>
                          <m:t>l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  <m:sSup>
                      <m:e>
                        <m:r>
                          <m:t>s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m:t>.</m:t>
                    </m:r>
                    <m:r>
                      <m:t>T</m:t>
                    </m:r>
                    <m:r>
                      <m:t>h</m:t>
                    </m:r>
                    <m:r>
                      <m:t>e</m:t>
                    </m:r>
                    <m:r>
                      <m:t>o</m:t>
                    </m:r>
                    <m:r>
                      <m:t>r</m:t>
                    </m:r>
                    <m:r>
                      <m:t>d</m:t>
                    </m:r>
                    <m:r>
                      <m:t>e</m:t>
                    </m:r>
                    <m:r>
                      <m:t>r</m:t>
                    </m:r>
                    <m:r>
                      <m:t>o</m:t>
                    </m:r>
                    <m:r>
                      <m:t>f</m:t>
                    </m:r>
                    <m:r>
                      <m:t>t</m:t>
                    </m:r>
                    <m:r>
                      <m:t>h</m:t>
                    </m:r>
                    <m:r>
                      <m:t>e</m:t>
                    </m:r>
                    <m:r>
                      <m:t>r</m:t>
                    </m:r>
                    <m:r>
                      <m:t>e</m:t>
                    </m:r>
                    <m:r>
                      <m:t>a</m:t>
                    </m:r>
                    <m:r>
                      <m:t>c</m:t>
                    </m:r>
                    <m:r>
                      <m:t>t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  <m:r>
                      <m:t>i</m:t>
                    </m:r>
                    <m:r>
                      <m:t>s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Zero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Two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Three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71. The S.I. unit of the rate constant of a first-order reaction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s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m</m:t>
                    </m:r>
                    <m:r>
                      <m:t>o</m:t>
                    </m:r>
                    <m:r>
                      <m:t>l</m:t>
                    </m:r>
                    <m:r>
                      <m:t>d</m:t>
                    </m:r>
                    <m:sSup>
                      <m:e>
                        <m:r>
                          <m:t>m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3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m</m:t>
                    </m:r>
                    <m:r>
                      <m:t>o</m:t>
                    </m:r>
                    <m:r>
                      <m:t>l</m:t>
                    </m:r>
                    <m:r>
                      <m:t>d</m:t>
                    </m:r>
                    <m:sSup>
                      <m:e>
                        <m:r>
                          <m:t>m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3</m:t>
                        </m:r>
                      </m:sup>
                    </m:sSup>
                    <m:sSup>
                      <m:e>
                        <m:r>
                          <m:t>s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m</m:t>
                    </m:r>
                    <m:r>
                      <m:t>o</m:t>
                    </m:r>
                    <m:sSup>
                      <m:e>
                        <m:r>
                          <m:t>l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  <m:r>
                      <m:t>d</m:t>
                    </m:r>
                    <m:sSup>
                      <m:e>
                        <m:r>
                          <m:t>m</m:t>
                        </m:r>
                      </m:e>
                      <m:sup>
                        <m:r>
                          <m:t>3</m:t>
                        </m:r>
                      </m:sup>
                    </m:sSup>
                    <m:sSup>
                      <m:e>
                        <m:r>
                          <m:t>s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72</m:t>
                    </m:r>
                    <m:r>
                      <m:rPr>
                        <m:sty m:val="p"/>
                      </m:rPr>
                      <m:t>.</m:t>
                    </m:r>
                    <m:r>
                      <m:t>T</m:t>
                    </m:r>
                    <m:r>
                      <m:t>h</m:t>
                    </m:r>
                    <m:r>
                      <m:t>e</m:t>
                    </m:r>
                    <m:r>
                      <m:t>s</m:t>
                    </m:r>
                    <m:r>
                      <m:t>l</m:t>
                    </m:r>
                    <m:r>
                      <m:t>o</m:t>
                    </m:r>
                    <m:r>
                      <m:t>p</m:t>
                    </m:r>
                    <m:r>
                      <m:t>e</m:t>
                    </m:r>
                    <m:r>
                      <m:t>o</m:t>
                    </m:r>
                    <m:r>
                      <m:t>f</m:t>
                    </m:r>
                    <m:r>
                      <m:t>t</m:t>
                    </m:r>
                    <m:r>
                      <m:t>h</m:t>
                    </m:r>
                    <m:r>
                      <m:t>e</m:t>
                    </m:r>
                    <m:r>
                      <m:t>A</m:t>
                    </m:r>
                    <m:r>
                      <m:t>r</m:t>
                    </m:r>
                    <m:r>
                      <m:t>r</m:t>
                    </m:r>
                    <m:r>
                      <m:t>h</m:t>
                    </m:r>
                    <m:r>
                      <m:t>e</m:t>
                    </m:r>
                    <m:r>
                      <m:t>n</m:t>
                    </m:r>
                    <m:r>
                      <m:t>i</m:t>
                    </m:r>
                    <m:r>
                      <m:t>u</m:t>
                    </m:r>
                    <m:r>
                      <m:t>s</m:t>
                    </m:r>
                    <m:r>
                      <m:t>p</m:t>
                    </m:r>
                    <m:r>
                      <m:t>l</m:t>
                    </m:r>
                    <m:r>
                      <m:t>o</m:t>
                    </m:r>
                    <m:r>
                      <m:t>t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log</m:t>
                    </m:r>
                    <m:r>
                      <m:t>k</m:t>
                    </m:r>
                    <m:r>
                      <m:t>v</m:t>
                    </m:r>
                    <m:r>
                      <m:t>e</m:t>
                    </m:r>
                    <m:r>
                      <m:t>r</m:t>
                    </m:r>
                    <m:r>
                      <m:t>s</m:t>
                    </m:r>
                    <m:r>
                      <m:t>u</m:t>
                    </m:r>
                    <m:r>
                      <m:t>s</m:t>
                    </m:r>
                    <m:r>
                      <m:t>1</m:t>
                    </m:r>
                    <m:r>
                      <m:rPr>
                        <m:sty m:val="p"/>
                      </m:rPr>
                      <m:t>/</m:t>
                    </m:r>
                    <m:r>
                      <m:t>T</m:t>
                    </m:r>
                    <m:r>
                      <m:rPr>
                        <m:sty m:val="p"/>
                      </m:rPr>
                      <m:t>)</m:t>
                    </m:r>
                    <m:r>
                      <m:t>f</m:t>
                    </m:r>
                    <m:r>
                      <m:t>o</m:t>
                    </m:r>
                    <m:r>
                      <m:t>r</m:t>
                    </m:r>
                    <m:r>
                      <m:t>a</m:t>
                    </m:r>
                    <m:r>
                      <m:t>g</m:t>
                    </m:r>
                    <m:r>
                      <m:t>i</m:t>
                    </m:r>
                    <m:r>
                      <m:t>v</m:t>
                    </m:r>
                    <m:r>
                      <m:t>e</m:t>
                    </m:r>
                    <m:r>
                      <m:t>n</m:t>
                    </m:r>
                    <m:r>
                      <m:t>r</m:t>
                    </m:r>
                    <m:r>
                      <m:t>e</m:t>
                    </m:r>
                    <m:r>
                      <m:t>a</m:t>
                    </m:r>
                    <m:r>
                      <m:t>c</m:t>
                    </m:r>
                    <m:r>
                      <m:t>t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  <m:r>
                      <m:t>i</m:t>
                    </m:r>
                    <m:r>
                      <m:t>s</m:t>
                    </m:r>
                    <m:r>
                      <m:t>f</m:t>
                    </m:r>
                    <m:r>
                      <m:t>o</m:t>
                    </m:r>
                    <m:r>
                      <m:t>u</m:t>
                    </m:r>
                    <m:r>
                      <m:t>n</m:t>
                    </m:r>
                    <m:r>
                      <m:t>d</m:t>
                    </m:r>
                    <m:r>
                      <m:t>t</m:t>
                    </m:r>
                    <m:r>
                      <m:t>o</m:t>
                    </m:r>
                    <m:r>
                      <m:t>b</m:t>
                    </m:r>
                    <m:r>
                      <m:t>e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2000</m:t>
                    </m:r>
                    <m:r>
                      <m:t>K</m:t>
                    </m:r>
                    <m:r>
                      <m:rPr>
                        <m:sty m:val="p"/>
                      </m:rPr>
                      <m:t>.</m:t>
                    </m:r>
                    <m:r>
                      <m:t>W</m:t>
                    </m:r>
                    <m:r>
                      <m:t>h</m:t>
                    </m:r>
                    <m:r>
                      <m:t>a</m:t>
                    </m:r>
                    <m:r>
                      <m:t>t</m:t>
                    </m:r>
                    <m:r>
                      <m:t>i</m:t>
                    </m:r>
                    <m:r>
                      <m:t>s</m:t>
                    </m:r>
                    <m:r>
                      <m:t>t</m:t>
                    </m:r>
                    <m:r>
                      <m:t>h</m:t>
                    </m:r>
                    <m:r>
                      <m:t>e</m:t>
                    </m:r>
                    <m:r>
                      <m:t>a</m:t>
                    </m:r>
                    <m:r>
                      <m:t>c</m:t>
                    </m:r>
                    <m:r>
                      <m:t>t</m:t>
                    </m:r>
                    <m:r>
                      <m:t>i</m:t>
                    </m:r>
                    <m:r>
                      <m:t>v</m:t>
                    </m:r>
                    <m:r>
                      <m:t>a</m:t>
                    </m:r>
                    <m:r>
                      <m:t>t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  <m:r>
                      <m:t>e</m:t>
                    </m:r>
                    <m:r>
                      <m:t>n</m:t>
                    </m:r>
                    <m:r>
                      <m:t>e</m:t>
                    </m:r>
                    <m:r>
                      <m:t>r</m:t>
                    </m:r>
                    <m:r>
                      <m:t>g</m:t>
                    </m:r>
                    <m:r>
                      <m:t>y</m:t>
                    </m:r>
                    <m:r>
                      <m:rPr>
                        <m:sty m:val="p"/>
                      </m:rPr>
                      <m:t>(</m:t>
                    </m:r>
                    <m:r>
                      <m:t>E</m:t>
                    </m:r>
                    <m:r>
                      <m:t>a</m:t>
                    </m:r>
                    <m:r>
                      <m:rPr>
                        <m:sty m:val="p"/>
                      </m:rPr>
                      <m:t>)</m:t>
                    </m:r>
                    <m:r>
                      <m:t>o</m:t>
                    </m:r>
                    <m:r>
                      <m:t>f</m:t>
                    </m:r>
                    <m:r>
                      <m:t>t</m:t>
                    </m:r>
                    <m:r>
                      <m:t>h</m:t>
                    </m:r>
                    <m:r>
                      <m:t>e</m:t>
                    </m:r>
                    <m:r>
                      <m:t>r</m:t>
                    </m:r>
                    <m:r>
                      <m:t>e</m:t>
                    </m:r>
                    <m:r>
                      <m:t>a</m:t>
                    </m:r>
                    <m:r>
                      <m:t>c</m:t>
                    </m:r>
                    <m:r>
                      <m:t>t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  <m:r>
                      <m:t>i</m:t>
                    </m:r>
                    <m:r>
                      <m:t>n</m:t>
                    </m:r>
                    <m:r>
                      <m:t>J</m:t>
                    </m:r>
                    <m:r>
                      <m:t>m</m:t>
                    </m:r>
                    <m:r>
                      <m:t>o</m:t>
                    </m:r>
                    <m:sSup>
                      <m:e>
                        <m:r>
                          <m:t>l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m:t>?</m:t>
                    </m:r>
                    <m:r>
                      <m:rPr>
                        <m:sty m:val="p"/>
                      </m:rPr>
                      <m:t>(</m:t>
                    </m:r>
                    <m:r>
                      <m:t>G</m:t>
                    </m:r>
                    <m:r>
                      <m:t>i</m:t>
                    </m:r>
                    <m:r>
                      <m:t>v</m:t>
                    </m:r>
                    <m:r>
                      <m:t>e</m:t>
                    </m:r>
                    <m:r>
                      <m:t>n</m:t>
                    </m:r>
                    <m:r>
                      <m:t>R</m:t>
                    </m:r>
                    <m:r>
                      <m:rPr>
                        <m:sty m:val="p"/>
                      </m:rPr>
                      <m:t>=</m:t>
                    </m:r>
                    <m:r>
                      <m:t>8.314</m:t>
                    </m:r>
                    <m:r>
                      <m:t>J</m:t>
                    </m:r>
                    <m:sSup>
                      <m:e>
                        <m:r>
                          <m:t>K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  <m:r>
                      <m:t>m</m:t>
                    </m:r>
                    <m:r>
                      <m:t>o</m:t>
                    </m:r>
                    <m:sSup>
                      <m:e>
                        <m:r>
                          <m:t>l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38</m:t>
                    </m:r>
                    <m:r>
                      <m:rPr>
                        <m:sty m:val="p"/>
                      </m:rPr>
                      <m:t>,</m:t>
                    </m:r>
                    <m:r>
                      <m:t>314.5</m:t>
                    </m:r>
                    <m:r>
                      <m:t>J</m:t>
                    </m:r>
                    <m:r>
                      <m:t>m</m:t>
                    </m:r>
                    <m:r>
                      <m:t>o</m:t>
                    </m:r>
                    <m:sSup>
                      <m:e>
                        <m:r>
                          <m:t>l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m:t>(</m:t>
                    </m:r>
                    <m:r>
                      <m:t>o</m:t>
                    </m:r>
                    <m:r>
                      <m:t>r</m:t>
                    </m:r>
                    <m:r>
                      <m:t>38.3</m:t>
                    </m:r>
                    <m:r>
                      <m:t>k</m:t>
                    </m:r>
                    <m:r>
                      <m:t>J</m:t>
                    </m:r>
                    <m:r>
                      <m:t>m</m:t>
                    </m:r>
                    <m:r>
                      <m:t>o</m:t>
                    </m:r>
                    <m:sSup>
                      <m:e>
                        <m:r>
                          <m:t>l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19</m:t>
                    </m:r>
                    <m:r>
                      <m:rPr>
                        <m:sty m:val="p"/>
                      </m:rPr>
                      <m:t>,</m:t>
                    </m:r>
                    <m:r>
                      <m:t>157.2</m:t>
                    </m:r>
                    <m:r>
                      <m:t>J</m:t>
                    </m:r>
                    <m:r>
                      <m:t>m</m:t>
                    </m:r>
                    <m:r>
                      <m:t>o</m:t>
                    </m:r>
                    <m:sSup>
                      <m:e>
                        <m:r>
                          <m:t>l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7203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76</m:t>
                    </m:r>
                    <m:r>
                      <m:rPr>
                        <m:sty m:val="p"/>
                      </m:rPr>
                      <m:t>,</m:t>
                    </m:r>
                    <m:r>
                      <m:t>629.0</m:t>
                    </m:r>
                    <m:r>
                      <m:t>J</m:t>
                    </m:r>
                    <m:r>
                      <m:t>m</m:t>
                    </m:r>
                    <m:r>
                      <m:t>o</m:t>
                    </m:r>
                    <m:sSup>
                      <m:e>
                        <m:r>
                          <m:t>l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07203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8</m:t>
                    </m:r>
                    <m:r>
                      <m:rPr>
                        <m:sty m:val="p"/>
                      </m:rPr>
                      <m:t>,</m:t>
                    </m:r>
                    <m:r>
                      <m:t>314.0</m:t>
                    </m:r>
                    <m:r>
                      <m:t>J</m:t>
                    </m:r>
                    <m:r>
                      <m:t>m</m:t>
                    </m:r>
                    <m:r>
                      <m:t>o</m:t>
                    </m:r>
                    <m:sSup>
                      <m:e>
                        <m:r>
                          <m:t>l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73. The time required for 100 percent completion of a zero-order reaction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2k / [R]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[R] 0 / 2k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[R] 0 / 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[R] 0 k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74. The unit of the rate constant of a reaction is the same as that of its rate. The order of the
reaction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Zero order.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First order.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Second order.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Pseudo order.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9134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A</m:t>
                    </m:r>
                    <m:r>
                      <m:t>p</m:t>
                    </m:r>
                    <m:r>
                      <m:t>p</m:t>
                    </m:r>
                    <m:r>
                      <m:t>l</m:t>
                    </m:r>
                    <m:r>
                      <m:t>i</m:t>
                    </m:r>
                    <m:r>
                      <m:t>c</m:t>
                    </m:r>
                    <m:r>
                      <m:t>a</m:t>
                    </m:r>
                    <m:r>
                      <m:t>t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  <m:r>
                      <m:t>B</m:t>
                    </m:r>
                    <m:r>
                      <m:t>a</m:t>
                    </m:r>
                    <m:r>
                      <m:t>s</m:t>
                    </m:r>
                    <m:r>
                      <m:t>e</m:t>
                    </m:r>
                    <m:r>
                      <m:t>d</m:t>
                    </m:r>
                    <m:r>
                      <m:t>Q</m:t>
                    </m:r>
                    <m:r>
                      <m:t>u</m:t>
                    </m:r>
                    <m:r>
                      <m:t>e</m:t>
                    </m:r>
                    <m:r>
                      <m:t>s</m:t>
                    </m:r>
                    <m:r>
                      <m:t>t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  <m:r>
                      <m:t>s</m:t>
                    </m:r>
                    <m:r>
                      <m:rPr>
                        <m:sty m:val="p"/>
                      </m:rPr>
                      <m:t>:</m:t>
                    </m:r>
                    <m:r>
                      <m:t>75</m:t>
                    </m:r>
                    <m:r>
                      <m:rPr>
                        <m:sty m:val="p"/>
                      </m:rPr>
                      <m:t>.</m:t>
                    </m:r>
                    <m:r>
                      <m:t>W</m:t>
                    </m:r>
                    <m:r>
                      <m:t>h</m:t>
                    </m:r>
                    <m:r>
                      <m:t>a</m:t>
                    </m:r>
                    <m:r>
                      <m:t>t</m:t>
                    </m:r>
                    <m:r>
                      <m:t>i</m:t>
                    </m:r>
                    <m:r>
                      <m:t>s</m:t>
                    </m:r>
                    <m:r>
                      <m:t>t</m:t>
                    </m:r>
                    <m:r>
                      <m:t>h</m:t>
                    </m:r>
                    <m:r>
                      <m:t>e</m:t>
                    </m:r>
                    <m:r>
                      <m:t>v</m:t>
                    </m:r>
                    <m:r>
                      <m:t>a</m:t>
                    </m:r>
                    <m:r>
                      <m:t>l</m:t>
                    </m:r>
                    <m:r>
                      <m:t>u</m:t>
                    </m:r>
                    <m:r>
                      <m:t>e</m:t>
                    </m:r>
                    <m:r>
                      <m:t>o</m:t>
                    </m:r>
                    <m:r>
                      <m:t>f</m:t>
                    </m:r>
                    <m:r>
                      <m:rPr>
                        <m:sty m:val="p"/>
                      </m:rPr>
                      <m:t>‘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rPr>
                            <m:sty m:val="p"/>
                          </m:rPr>
                          <m:t>′</m:t>
                        </m:r>
                      </m:sup>
                    </m:sSup>
                    <m:r>
                      <m:t>i</m:t>
                    </m:r>
                    <m:r>
                      <m:t>f</m:t>
                    </m:r>
                    <m:r>
                      <m:t>t</m:t>
                    </m:r>
                    <m:r>
                      <m:t>h</m:t>
                    </m:r>
                    <m:r>
                      <m:t>e</m:t>
                    </m:r>
                    <m:r>
                      <m:t>t</m:t>
                    </m:r>
                    <m:r>
                      <m:t>o</m:t>
                    </m:r>
                    <m:r>
                      <m:t>t</m:t>
                    </m:r>
                    <m:r>
                      <m:t>a</m:t>
                    </m:r>
                    <m:r>
                      <m:t>l</m:t>
                    </m:r>
                    <m:r>
                      <m:t>o</m:t>
                    </m:r>
                    <m:r>
                      <m:t>r</m:t>
                    </m:r>
                    <m:r>
                      <m:t>d</m:t>
                    </m:r>
                    <m:r>
                      <m:t>e</m:t>
                    </m:r>
                    <m:r>
                      <m:t>r</m:t>
                    </m:r>
                    <m:r>
                      <m:t>o</m:t>
                    </m:r>
                    <m:r>
                      <m:t>f</m:t>
                    </m:r>
                    <m:r>
                      <m:t>t</m:t>
                    </m:r>
                    <m:r>
                      <m:t>h</m:t>
                    </m:r>
                    <m:r>
                      <m:t>e</m:t>
                    </m:r>
                    <m:r>
                      <m:t>r</m:t>
                    </m:r>
                    <m:r>
                      <m:t>e</m:t>
                    </m:r>
                    <m:r>
                      <m:t>a</m:t>
                    </m:r>
                    <m:r>
                      <m:t>c</m:t>
                    </m:r>
                    <m:r>
                      <m:t>t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  <m:r>
                      <m:rPr>
                        <m:sty m:val="p"/>
                      </m:rPr>
                      <m:t>,</m:t>
                    </m:r>
                    <m:r>
                      <m:t>w</m:t>
                    </m:r>
                    <m:r>
                      <m:t>h</m:t>
                    </m:r>
                    <m:r>
                      <m:t>i</m:t>
                    </m:r>
                    <m:r>
                      <m:t>c</m:t>
                    </m:r>
                    <m:r>
                      <m:t>h</m:t>
                    </m:r>
                    <m:r>
                      <m:t>h</m:t>
                    </m:r>
                    <m:r>
                      <m:t>a</m:t>
                    </m:r>
                    <m:r>
                      <m:t>s</m:t>
                    </m:r>
                    <m:r>
                      <m:t>t</m:t>
                    </m:r>
                    <m:r>
                      <m:t>h</m:t>
                    </m:r>
                    <m:r>
                      <m:t>e</m:t>
                    </m:r>
                    <m:r>
                      <m:rPr>
                        <m:nor/>
                        <m:sty m:val="p"/>
                      </m:rPr>
                      <m:t>rate</m:t>
                    </m:r>
                    <m:r>
                      <m:t>e</m:t>
                    </m:r>
                    <m:r>
                      <m:t>x</m:t>
                    </m:r>
                    <m:r>
                      <m:t>p</m:t>
                    </m:r>
                    <m:r>
                      <m:t>r</m:t>
                    </m:r>
                    <m:r>
                      <m:t>e</m:t>
                    </m:r>
                    <m:r>
                      <m:t>s</m:t>
                    </m:r>
                    <m:r>
                      <m:t>s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  <m:r>
                      <m:rPr>
                        <m:sty m:val="p"/>
                      </m:rPr>
                      <m:t>:</m:t>
                    </m:r>
                    <m:r>
                      <m:rPr>
                        <m:nor/>
                        <m:sty m:val="p"/>
                      </m:rPr>
                      <m:t>Rate</m:t>
                    </m:r>
                    <m:r>
                      <m:rPr>
                        <m:sty m:val="p"/>
                      </m:rPr>
                      <m:t>=</m:t>
                    </m:r>
                    <m:r>
                      <m:t>k</m:t>
                    </m:r>
                    <m:r>
                      <m:rPr>
                        <m:sty m:val="p"/>
                      </m:rPr>
                      <m:t>[</m:t>
                    </m:r>
                    <m:r>
                      <m:t>A</m:t>
                    </m:r>
                    <m:r>
                      <m:rPr>
                        <m:sty m:val="p"/>
                      </m:rPr>
                      <m:t>]</m:t>
                    </m:r>
                    <m:r>
                      <m:t>ˣ</m:t>
                    </m:r>
                    <m:r>
                      <m:rPr>
                        <m:sty m:val="p"/>
                      </m:rPr>
                      <m:t>[</m:t>
                    </m:r>
                    <m:r>
                      <m:t>B</m:t>
                    </m:r>
                    <m:sSup>
                      <m:e>
                        <m:r>
                          <m:rPr>
                            <m:sty m:val="p"/>
                          </m:rPr>
                          <m:t>]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t>ˣ</m:t>
                    </m:r>
                    <m:r>
                      <m:t>i</m:t>
                    </m:r>
                    <m:r>
                      <m:t>s</m:t>
                    </m:r>
                    <m:r>
                      <m:t>3</m:t>
                    </m:r>
                    <m:r>
                      <m:rPr>
                        <m:sty m:val="p"/>
                      </m:rPr>
                      <m:t>/</m:t>
                    </m:r>
                    <m:r>
                      <m:t>2</m:t>
                    </m:r>
                    <m:r>
                      <m:rPr>
                        <m:sty m:val="p"/>
                      </m:rPr>
                      <m:t>?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3/2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76. When the initial concentration of the reactant is doubled, then the half-life of a zero-order
reaction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Is halved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Is doubled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Is tripled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Remains unchanged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77. Which of the following factors does not affect the rate of reaction?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Molecularity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Temperature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Catalyst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Concentration of reactant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D and F Block elements:
78. Which of the following is correct for a zero-order reaction?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t</m:t>
                    </m:r>
                    <m:r>
                      <m:rPr>
                        <m:sty m:val="p"/>
                      </m:rPr>
                      <m:t>½</m:t>
                    </m:r>
                    <m:r>
                      <m:rPr>
                        <m:sty m:val="p"/>
                      </m:rPr>
                      <m:t>∝</m:t>
                    </m:r>
                    <m:r>
                      <m:rPr>
                        <m:sty m:val="p"/>
                      </m:rPr>
                      <m:t>[</m:t>
                    </m:r>
                    <m:r>
                      <m:t>R</m:t>
                    </m:r>
                    <m:r>
                      <m:t>0</m:t>
                    </m:r>
                    <m:sSup>
                      <m:e>
                        <m:r>
                          <m:rPr>
                            <m:sty m:val="p"/>
                          </m:rPr>
                          <m:t>]</m:t>
                        </m:r>
                      </m:e>
                      <m:sup>
                        <m:r>
                          <m:t>0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t</m:t>
                    </m:r>
                    <m:r>
                      <m:rPr>
                        <m:sty m:val="p"/>
                      </m:rPr>
                      <m:t>½</m:t>
                    </m:r>
                    <m:r>
                      <m:rPr>
                        <m:sty m:val="p"/>
                      </m:rPr>
                      <m:t>∝</m:t>
                    </m:r>
                    <m:r>
                      <m:rPr>
                        <m:sty m:val="p"/>
                      </m:rPr>
                      <m:t>[</m:t>
                    </m:r>
                    <m:r>
                      <m:t>R</m:t>
                    </m:r>
                    <m:r>
                      <m:t>0</m:t>
                    </m:r>
                    <m:sSup>
                      <m:e>
                        <m:r>
                          <m:rPr>
                            <m:sty m:val="p"/>
                          </m:rPr>
                          <m:t>]</m:t>
                        </m:r>
                      </m:e>
                      <m:sup>
                        <m:r>
                          <m:t>2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t</m:t>
                    </m:r>
                    <m:r>
                      <m:rPr>
                        <m:sty m:val="p"/>
                      </m:rPr>
                      <m:t>½</m:t>
                    </m:r>
                    <m:r>
                      <m:rPr>
                        <m:sty m:val="p"/>
                      </m:rPr>
                      <m:t>∝</m:t>
                    </m:r>
                    <m:r>
                      <m:rPr>
                        <m:sty m:val="p"/>
                      </m:rPr>
                      <m:t>[</m:t>
                    </m:r>
                    <m:r>
                      <m:t>R</m:t>
                    </m:r>
                    <m:r>
                      <m:t>0</m:t>
                    </m:r>
                    <m:sSup>
                      <m:e>
                        <m:r>
                          <m:rPr>
                            <m:sty m:val="p"/>
                          </m:rPr>
                          <m:t>]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t</m:t>
                    </m:r>
                    <m:r>
                      <m:rPr>
                        <m:sty m:val="p"/>
                      </m:rPr>
                      <m:t>½</m:t>
                    </m:r>
                    <m:r>
                      <m:rPr>
                        <m:sty m:val="p"/>
                      </m:rPr>
                      <m:t>∝</m:t>
                    </m:r>
                    <m:r>
                      <m:rPr>
                        <m:sty m:val="p"/>
                      </m:rPr>
                      <m:t>[</m:t>
                    </m:r>
                    <m:r>
                      <m:t>R</m:t>
                    </m:r>
                    <m:r>
                      <m:t>0</m:t>
                    </m:r>
                    <m:sSup>
                      <m:e>
                        <m:r>
                          <m:rPr>
                            <m:sty m:val="p"/>
                          </m:rPr>
                          <m:t>]</m:t>
                        </m:r>
                      </m:e>
                      <m:sup>
                        <m:r>
                          <m:t>1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79. Actinoids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Radioactive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Prepared in nanograms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Having smaller half-lives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All the above are correct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80. Among ScCl 3 , TiCl 3 , and ZnCl 2 , the colored compound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ScCl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TiCl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ZnCl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All the above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81. Diamagnetic compound among the following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Cu 2 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MnO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V 2 O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FeO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82. Identify the correct sequence of the number of unpaired electrons of the following 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T</m:t>
                    </m:r>
                    <m:sSup>
                      <m:e>
                        <m:r>
                          <m:t>i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m:t>&gt;</m:t>
                    </m:r>
                    <m:r>
                      <m:t>C</m:t>
                    </m:r>
                    <m:sSup>
                      <m:e>
                        <m:r>
                          <m:t>r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m:t>&gt;</m:t>
                    </m:r>
                    <m:r>
                      <m:t>F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m:t>&gt;</m:t>
                    </m:r>
                    <m:r>
                      <m:t>N</m:t>
                    </m:r>
                    <m:sSup>
                      <m:e>
                        <m:r>
                          <m:t>i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F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m:t>&gt;</m:t>
                    </m:r>
                    <m:r>
                      <m:t>N</m:t>
                    </m:r>
                    <m:sSup>
                      <m:e>
                        <m:r>
                          <m:t>i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m:t>&gt;</m:t>
                    </m:r>
                    <m:r>
                      <m:t>T</m:t>
                    </m:r>
                    <m:sSup>
                      <m:e>
                        <m:r>
                          <m:t>i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m:t>&gt;</m:t>
                    </m:r>
                    <m:r>
                      <m:t>C</m:t>
                    </m:r>
                    <m:sSup>
                      <m:e>
                        <m:r>
                          <m:t>r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F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m:t>&gt;</m:t>
                    </m:r>
                    <m:r>
                      <m:t>C</m:t>
                    </m:r>
                    <m:sSup>
                      <m:e>
                        <m:r>
                          <m:t>r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m:t>&gt;</m:t>
                    </m:r>
                    <m:r>
                      <m:t>N</m:t>
                    </m:r>
                    <m:sSup>
                      <m:e>
                        <m:r>
                          <m:t>i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m:t>&gt;</m:t>
                    </m:r>
                    <m:r>
                      <m:t>T</m:t>
                    </m:r>
                    <m:sSup>
                      <m:e>
                        <m:r>
                          <m:t>i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F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m:t>&gt;</m:t>
                    </m:r>
                    <m:r>
                      <m:t>C</m:t>
                    </m:r>
                    <m:sSup>
                      <m:e>
                        <m:r>
                          <m:t>r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m:t>&gt;</m:t>
                    </m:r>
                    <m:r>
                      <m:t>T</m:t>
                    </m:r>
                    <m:sSup>
                      <m:e>
                        <m:r>
                          <m:t>i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m:t>&gt;</m:t>
                    </m:r>
                    <m:r>
                      <m:t>N</m:t>
                    </m:r>
                    <m:sSup>
                      <m:e>
                        <m:r>
                          <m:t>i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83. In a neutral or faintly alkaline medium, KMnO</a:t>
            </a:r>
            <a:r>
              <a:rPr sz="1800" b="1" baseline="-25000">
                <a:solidFill>
                  <a:srgbClr val="FAD02C"/>
                </a:solidFill>
                <a:latin typeface="Arial"/>
              </a:rPr>
              <a:t>4</a:t>
            </a:r>
            <a:r>
              <a:rPr sz="1800" b="1">
                <a:solidFill>
                  <a:srgbClr val="FAD02C"/>
                </a:solidFill>
                <a:latin typeface="Arial"/>
              </a:rPr>
              <a:t> oxidizes iodide ions into iodate. The
change in oxidation state of manganese in this reaction is from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+7 to +2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+7 to +4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+6 to +4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+7 to +6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84. In aqueous solution, copper (I) ions undergo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Oxidation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Reduction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Disproportionation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Redox reaction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85. Potassium permanganate oxidizes sulphurous acid (H 2 SO 3 ) into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S 2 O 7 2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-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SO 4 2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-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SO 3 2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-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86</m:t>
                    </m:r>
                    <m:r>
                      <m:rPr>
                        <m:sty m:val="p"/>
                      </m:rPr>
                      <m:t>.</m:t>
                    </m:r>
                    <m:r>
                      <m:t>T</m:t>
                    </m:r>
                    <m:r>
                      <m:t>h</m:t>
                    </m:r>
                    <m:r>
                      <m:t>e</m:t>
                    </m:r>
                    <m:r>
                      <m:t>a</m:t>
                    </m:r>
                    <m:r>
                      <m:t>q</m:t>
                    </m:r>
                    <m:r>
                      <m:t>u</m:t>
                    </m:r>
                    <m:r>
                      <m:t>e</m:t>
                    </m:r>
                    <m:r>
                      <m:t>o</m:t>
                    </m:r>
                    <m:r>
                      <m:t>u</m:t>
                    </m:r>
                    <m:r>
                      <m:t>s</m:t>
                    </m:r>
                    <m:r>
                      <m:t>s</m:t>
                    </m:r>
                    <m:r>
                      <m:t>o</m:t>
                    </m:r>
                    <m:r>
                      <m:t>l</m:t>
                    </m:r>
                    <m:r>
                      <m:t>u</m:t>
                    </m:r>
                    <m:r>
                      <m:t>t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  <m:r>
                      <m:t>o</m:t>
                    </m:r>
                    <m:r>
                      <m:t>f</m:t>
                    </m:r>
                    <m:r>
                      <m:t>a</m:t>
                    </m:r>
                    <m:r>
                      <m:t>t</m:t>
                    </m:r>
                    <m:r>
                      <m:t>r</m:t>
                    </m:r>
                    <m:r>
                      <m:t>a</m:t>
                    </m:r>
                    <m:r>
                      <m:t>n</m:t>
                    </m:r>
                    <m:r>
                      <m:t>s</m:t>
                    </m:r>
                    <m:r>
                      <m:t>i</m:t>
                    </m:r>
                    <m:r>
                      <m:t>t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  <m:r>
                      <m:t>m</m:t>
                    </m:r>
                    <m:r>
                      <m:t>e</m:t>
                    </m:r>
                    <m:r>
                      <m:t>t</m:t>
                    </m:r>
                    <m:r>
                      <m:t>a</m:t>
                    </m:r>
                    <m:r>
                      <m:t>l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  <m:sSup>
                      <m:e>
                        <m:r>
                          <m:t>M</m:t>
                        </m:r>
                      </m:e>
                      <m:sup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  <m:r>
                      <m:t>i</m:t>
                    </m:r>
                    <m:r>
                      <m:t>s</m:t>
                    </m:r>
                    <m:r>
                      <m:t>c</m:t>
                    </m:r>
                    <m:r>
                      <m:t>o</m:t>
                    </m:r>
                    <m:r>
                      <m:t>l</m:t>
                    </m:r>
                    <m:r>
                      <m:t>o</m:t>
                    </m:r>
                    <m:r>
                      <m:t>r</m:t>
                    </m:r>
                    <m:r>
                      <m:t>l</m:t>
                    </m:r>
                    <m:r>
                      <m:t>e</m:t>
                    </m:r>
                    <m:r>
                      <m:t>s</m:t>
                    </m:r>
                    <m:r>
                      <m:t>s</m:t>
                    </m:r>
                    <m:r>
                      <m:rPr>
                        <m:sty m:val="p"/>
                      </m:rPr>
                      <m:t>.</m:t>
                    </m:r>
                    <m:r>
                      <m:t>T</m:t>
                    </m:r>
                    <m:r>
                      <m:t>h</m:t>
                    </m:r>
                    <m:r>
                      <m:t>e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  <m:sSup>
                      <m:e>
                        <m:r>
                          <m:t>M</m:t>
                        </m:r>
                      </m:e>
                      <m:sup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  <m:r>
                      <m:t>i</m:t>
                    </m:r>
                    <m:r>
                      <m:t>s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M</m:t>
                    </m:r>
                    <m:sSup>
                      <m:e>
                        <m:r>
                          <m:t>n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p>
                      <m:e>
                        <m:r>
                          <m:t>r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V</m:t>
                        </m:r>
                      </m:e>
                      <m:sup>
                        <m:r>
                          <m:t>4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T</m:t>
                    </m:r>
                    <m:sSup>
                      <m:e>
                        <m:r>
                          <m:t>i</m:t>
                        </m:r>
                      </m:e>
                      <m:sup>
                        <m:r>
                          <m:t>4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87. The characteristic feature of transition metal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They show variable oxidation state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They do not form complexes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They are not good catalysts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They exhibit only diamagnetism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88. The correct order of magnetic moment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S</m:t>
                    </m:r>
                    <m:sSup>
                      <m:e>
                        <m:r>
                          <m:t>c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m:t>&lt;</m:t>
                    </m:r>
                    <m:r>
                      <m:t>T</m:t>
                    </m:r>
                    <m:sSup>
                      <m:e>
                        <m:r>
                          <m:t>i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m:t>&lt;</m:t>
                    </m:r>
                    <m:r>
                      <m:t>T</m:t>
                    </m:r>
                    <m:sSup>
                      <m:e>
                        <m:r>
                          <m:t>i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T</m:t>
                    </m:r>
                    <m:sSup>
                      <m:e>
                        <m:r>
                          <m:t>i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m:t>&lt;</m:t>
                    </m:r>
                    <m:r>
                      <m:t>T</m:t>
                    </m:r>
                    <m:sSup>
                      <m:e>
                        <m:r>
                          <m:t>i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m:t>&lt;</m:t>
                    </m:r>
                    <m:r>
                      <m:t>S</m:t>
                    </m:r>
                    <m:sSup>
                      <m:e>
                        <m:r>
                          <m:t>c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T</m:t>
                    </m:r>
                    <m:sSup>
                      <m:e>
                        <m:r>
                          <m:t>i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m:t>&lt;</m:t>
                    </m:r>
                    <m:r>
                      <m:t>S</m:t>
                    </m:r>
                    <m:sSup>
                      <m:e>
                        <m:r>
                          <m:t>c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m:t>&lt;</m:t>
                    </m:r>
                    <m:r>
                      <m:t>T</m:t>
                    </m:r>
                    <m:sSup>
                      <m:e>
                        <m:r>
                          <m:t>i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S</m:t>
                    </m:r>
                    <m:sSup>
                      <m:e>
                        <m:r>
                          <m:t>c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m:t>&lt;</m:t>
                    </m:r>
                    <m:r>
                      <m:t>T</m:t>
                    </m:r>
                    <m:sSup>
                      <m:e>
                        <m:r>
                          <m:t>i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m:t>&lt;</m:t>
                    </m:r>
                    <m:r>
                      <m:t>T</m:t>
                    </m:r>
                    <m:sSup>
                      <m:e>
                        <m:r>
                          <m:t>i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90</m:t>
                    </m:r>
                    <m:r>
                      <m:rPr>
                        <m:sty m:val="p"/>
                      </m:rPr>
                      <m:t>.</m:t>
                    </m:r>
                    <m:r>
                      <m:t>T</m:t>
                    </m:r>
                    <m:r>
                      <m:t>h</m:t>
                    </m:r>
                    <m:r>
                      <m:t>e</m:t>
                    </m:r>
                    <m:r>
                      <m:t>e</m:t>
                    </m:r>
                    <m:r>
                      <m:t>l</m:t>
                    </m:r>
                    <m:r>
                      <m:t>e</m:t>
                    </m:r>
                    <m:r>
                      <m:t>c</m:t>
                    </m:r>
                    <m:r>
                      <m:t>t</m:t>
                    </m:r>
                    <m:r>
                      <m:t>r</m:t>
                    </m:r>
                    <m:r>
                      <m:t>o</m:t>
                    </m:r>
                    <m:r>
                      <m:t>n</m:t>
                    </m:r>
                    <m:r>
                      <m:t>i</m:t>
                    </m:r>
                    <m:r>
                      <m:t>c</m:t>
                    </m:r>
                    <m:r>
                      <m:t>c</m:t>
                    </m:r>
                    <m:r>
                      <m:t>o</m:t>
                    </m:r>
                    <m:r>
                      <m:t>n</m:t>
                    </m:r>
                    <m:r>
                      <m:t>f</m:t>
                    </m:r>
                    <m:r>
                      <m:t>i</m:t>
                    </m:r>
                    <m:r>
                      <m:t>g</m:t>
                    </m:r>
                    <m:r>
                      <m:t>u</m:t>
                    </m:r>
                    <m:r>
                      <m:t>r</m:t>
                    </m:r>
                    <m:r>
                      <m:t>a</m:t>
                    </m:r>
                    <m:r>
                      <m:t>t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  <m:r>
                      <m:t>o</m:t>
                    </m:r>
                    <m:r>
                      <m:t>f</m:t>
                    </m:r>
                    <m:r>
                      <m:t>C</m:t>
                    </m:r>
                    <m:r>
                      <m:t>u</m:t>
                    </m:r>
                    <m:r>
                      <m:rPr>
                        <m:sty m:val="p"/>
                      </m:rPr>
                      <m:t>(</m:t>
                    </m:r>
                    <m:r>
                      <m:t>I</m:t>
                    </m:r>
                    <m:r>
                      <m:t>I</m:t>
                    </m:r>
                    <m:r>
                      <m:rPr>
                        <m:sty m:val="p"/>
                      </m:rPr>
                      <m:t>)</m:t>
                    </m:r>
                    <m:r>
                      <m:t>i</m:t>
                    </m:r>
                    <m:r>
                      <m:t>s</m:t>
                    </m:r>
                    <m:r>
                      <m:t>3</m:t>
                    </m:r>
                    <m:sSup>
                      <m:e>
                        <m:r>
                          <m:t>d</m:t>
                        </m:r>
                      </m:e>
                      <m:sup>
                        <m:r>
                          <m:t>9</m:t>
                        </m:r>
                      </m:sup>
                    </m:sSup>
                    <m:r>
                      <m:rPr>
                        <m:sty m:val="p"/>
                      </m:rPr>
                      <m:t>,</m:t>
                    </m:r>
                    <m:r>
                      <m:t>w</m:t>
                    </m:r>
                    <m:r>
                      <m:t>h</m:t>
                    </m:r>
                    <m:r>
                      <m:t>e</m:t>
                    </m:r>
                    <m:r>
                      <m:t>r</m:t>
                    </m:r>
                    <m:r>
                      <m:t>e</m:t>
                    </m:r>
                    <m:r>
                      <m:t>a</m:t>
                    </m:r>
                    <m:r>
                      <m:t>s</m:t>
                    </m:r>
                    <m:r>
                      <m:t>C</m:t>
                    </m:r>
                    <m:r>
                      <m:t>u</m:t>
                    </m:r>
                    <m:r>
                      <m:rPr>
                        <m:sty m:val="p"/>
                      </m:rPr>
                      <m:t>(</m:t>
                    </m:r>
                    <m:r>
                      <m:t>I</m:t>
                    </m:r>
                    <m:r>
                      <m:rPr>
                        <m:sty m:val="p"/>
                      </m:rPr>
                      <m:t>)</m:t>
                    </m:r>
                    <m:r>
                      <m:t>i</m:t>
                    </m:r>
                    <m:r>
                      <m:t>s</m:t>
                    </m:r>
                    <m:r>
                      <m:t>3</m:t>
                    </m:r>
                    <m:sSup>
                      <m:e>
                        <m:r>
                          <m:t>d</m:t>
                        </m:r>
                      </m:e>
                      <m:sup>
                        <m:r>
                          <m:t>10</m:t>
                        </m:r>
                      </m:sup>
                    </m:sSup>
                    <m:r>
                      <m:rPr>
                        <m:sty m:val="p"/>
                      </m:rPr>
                      <m:t>.</m:t>
                    </m:r>
                    <m:r>
                      <m:t>W</m:t>
                    </m:r>
                    <m:r>
                      <m:t>h</m:t>
                    </m:r>
                    <m:r>
                      <m:t>i</m:t>
                    </m:r>
                    <m:r>
                      <m:t>c</m:t>
                    </m:r>
                    <m:r>
                      <m:t>h</m:t>
                    </m:r>
                    <m:r>
                      <m:t>o</m:t>
                    </m:r>
                    <m:r>
                      <m:t>f</m:t>
                    </m:r>
                    <m:r>
                      <m:t>t</m:t>
                    </m:r>
                    <m:r>
                      <m:t>h</m:t>
                    </m:r>
                    <m:r>
                      <m:t>e</m:t>
                    </m:r>
                    <m:r>
                      <m:t>f</m:t>
                    </m:r>
                    <m:r>
                      <m:t>o</m:t>
                    </m:r>
                    <m:r>
                      <m:t>l</m:t>
                    </m:r>
                    <m:r>
                      <m:t>l</m:t>
                    </m:r>
                    <m:r>
                      <m:t>o</m:t>
                    </m:r>
                    <m:r>
                      <m:t>w</m:t>
                    </m:r>
                    <m:r>
                      <m:t>i</m:t>
                    </m:r>
                    <m:r>
                      <m:t>n</m:t>
                    </m:r>
                    <m:r>
                      <m:t>g</m:t>
                    </m:r>
                    <m:r>
                      <m:t>i</m:t>
                    </m:r>
                    <m:r>
                      <m:t>s</m:t>
                    </m:r>
                    <m:r>
                      <m:t>c</m:t>
                    </m:r>
                    <m:r>
                      <m:t>o</m:t>
                    </m:r>
                    <m:r>
                      <m:t>r</m:t>
                    </m:r>
                    <m:r>
                      <m:t>r</m:t>
                    </m:r>
                    <m:r>
                      <m:t>e</m:t>
                    </m:r>
                    <m:r>
                      <m:t>c</m:t>
                    </m:r>
                    <m:r>
                      <m:t>t</m:t>
                    </m:r>
                    <m:r>
                      <m:rPr>
                        <m:sty m:val="p"/>
                      </m:rPr>
                      <m:t>?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Cu (II) is less stable.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Cu (II) is more stable.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72030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Stability of both depends upon the nature of their salts.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072030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Cu(I) and Cu (II) are equally stable.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91. The magnetic moment of an element is 1.73 BM. The number of unpaired electrons in it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0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92. The most stable manganese compound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Mn 2 O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MnF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MnO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Mn 2 SO 4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93</m:t>
                    </m:r>
                    <m:r>
                      <m:rPr>
                        <m:sty m:val="p"/>
                      </m:rPr>
                      <m:t>.</m:t>
                    </m:r>
                    <m:r>
                      <m:t>T</m:t>
                    </m:r>
                    <m:r>
                      <m:t>h</m:t>
                    </m:r>
                    <m:r>
                      <m:t>e</m:t>
                    </m:r>
                    <m:r>
                      <m:t>n</m:t>
                    </m:r>
                    <m:r>
                      <m:t>u</m:t>
                    </m:r>
                    <m:r>
                      <m:t>m</m:t>
                    </m:r>
                    <m:r>
                      <m:t>b</m:t>
                    </m:r>
                    <m:r>
                      <m:t>e</m:t>
                    </m:r>
                    <m:r>
                      <m:t>r</m:t>
                    </m:r>
                    <m:r>
                      <m:t>o</m:t>
                    </m:r>
                    <m:r>
                      <m:t>f</m:t>
                    </m:r>
                    <m:r>
                      <m:t>m</m:t>
                    </m:r>
                    <m:r>
                      <m:t>o</m:t>
                    </m:r>
                    <m:r>
                      <m:t>l</m:t>
                    </m:r>
                    <m:r>
                      <m:t>e</m:t>
                    </m:r>
                    <m:r>
                      <m:t>s</m:t>
                    </m:r>
                    <m:r>
                      <m:t>o</m:t>
                    </m:r>
                    <m:r>
                      <m:t>f</m:t>
                    </m:r>
                    <m:r>
                      <m:t>K</m:t>
                    </m:r>
                    <m:r>
                      <m:t>2</m:t>
                    </m:r>
                    <m:r>
                      <m:t>C</m:t>
                    </m:r>
                    <m:r>
                      <m:t>r</m:t>
                    </m:r>
                    <m:r>
                      <m:t>2</m:t>
                    </m:r>
                    <m:r>
                      <m:t>O</m:t>
                    </m:r>
                    <m:r>
                      <m:t>7</m:t>
                    </m:r>
                    <m:r>
                      <m:t>r</m:t>
                    </m:r>
                    <m:r>
                      <m:t>e</m:t>
                    </m:r>
                    <m:r>
                      <m:t>d</m:t>
                    </m:r>
                    <m:r>
                      <m:t>u</m:t>
                    </m:r>
                    <m:r>
                      <m:t>c</m:t>
                    </m:r>
                    <m:r>
                      <m:t>e</m:t>
                    </m:r>
                    <m:r>
                      <m:t>d</m:t>
                    </m:r>
                    <m:r>
                      <m:t>b</m:t>
                    </m:r>
                    <m:r>
                      <m:t>y</m:t>
                    </m:r>
                    <m:r>
                      <m:t>o</m:t>
                    </m:r>
                    <m:r>
                      <m:t>n</m:t>
                    </m:r>
                    <m:r>
                      <m:t>e</m:t>
                    </m:r>
                    <m:r>
                      <m:t>m</m:t>
                    </m:r>
                    <m:r>
                      <m:t>o</m:t>
                    </m:r>
                    <m:r>
                      <m:t>l</m:t>
                    </m:r>
                    <m:r>
                      <m:t>e</m:t>
                    </m:r>
                    <m:r>
                      <m:t>o</m:t>
                    </m:r>
                    <m:r>
                      <m:t>f</m:t>
                    </m:r>
                    <m:r>
                      <m:t>S</m:t>
                    </m:r>
                    <m:sSup>
                      <m:e>
                        <m:r>
                          <m:t>n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  <m:r>
                      <m:t>i</m:t>
                    </m:r>
                    <m:r>
                      <m:t>s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1/6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94. The set of 3d series elements that show anomalous electronic configurations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Cr and Mn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Cu and Zn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Cr and Cu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Mn and Zn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95. The transition metal present in bronze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Zinc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Silver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Copper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96. The transition metal present in the red pigment of blood haemoglobin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cobalt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Nickel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Iron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copper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97. Which of the following actinoids show oxidation states up to +7?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Am (Americium)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Th (Thorium)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U (Uranium)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Np (Neptunium)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98. Which of the following ions has the least magnetic moment?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p>
                      <m:e>
                        <m:r>
                          <m:t>u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p>
                      <m:e>
                        <m:r>
                          <m:t>o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sSup>
                      <m:e>
                        <m:r>
                          <m:t>i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F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99. Which of the following is a colorless 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V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F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T</m:t>
                    </m:r>
                    <m:sSup>
                      <m:e>
                        <m:r>
                          <m:t>i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Z</m:t>
                    </m:r>
                    <m:sSup>
                      <m:e>
                        <m:r>
                          <m:t>n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100. Which of the following pairs have the same paramagnetic moment?
(Atomic numbers: Ti = 22, Mn = 25, Ni = 28, Cu = 29)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T</m:t>
                    </m:r>
                    <m:sSup>
                      <m:e>
                        <m:r>
                          <m:t>i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m:t>,</m:t>
                    </m:r>
                    <m:r>
                      <m:t>N</m:t>
                    </m:r>
                    <m:sSup>
                      <m:e>
                        <m:r>
                          <m:t>i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p>
                      <m:e>
                        <m:r>
                          <m:t>u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m:t>,</m:t>
                    </m:r>
                    <m:r>
                      <m:t>T</m:t>
                    </m:r>
                    <m:sSup>
                      <m:e>
                        <m:r>
                          <m:t>i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T</m:t>
                    </m:r>
                    <m:sSup>
                      <m:e>
                        <m:r>
                          <m:t>i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m:t>,</m:t>
                    </m:r>
                    <m:r>
                      <m:t>C</m:t>
                    </m:r>
                    <m:sSup>
                      <m:e>
                        <m:r>
                          <m:t>u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M</m:t>
                    </m:r>
                    <m:sSup>
                      <m:e>
                        <m:r>
                          <m:t>n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m:t>,</m:t>
                    </m:r>
                    <m:r>
                      <m:t>C</m:t>
                    </m:r>
                    <m:sSup>
                      <m:e>
                        <m:r>
                          <m:t>u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101. Which of the following statements about transition elements is incorrect?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They show variable oxidation states.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All the ions are colored.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They exhibit diamagnetic and paramagnetic properties.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They exhibit catalytic properties.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102. Which of the following transition metal ions is colorless?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V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p>
                      <m:e>
                        <m:r>
                          <m:t>r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Z</m:t>
                    </m:r>
                    <m:sSup>
                      <m:e>
                        <m:r>
                          <m:t>n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T</m:t>
                    </m:r>
                    <m:sSup>
                      <m:e>
                        <m:r>
                          <m:t>i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  <m:r>
                      <m:t>H</m:t>
                    </m:r>
                    <m:r>
                      <m:t>a</m:t>
                    </m:r>
                    <m:r>
                      <m:t>l</m:t>
                    </m:r>
                    <m:r>
                      <m:t>o</m:t>
                    </m:r>
                    <m:r>
                      <m:t>a</m:t>
                    </m:r>
                    <m:r>
                      <m:t>l</m:t>
                    </m:r>
                    <m:r>
                      <m:t>k</m:t>
                    </m:r>
                    <m:r>
                      <m:t>a</m:t>
                    </m:r>
                    <m:r>
                      <m:t>n</m:t>
                    </m:r>
                    <m:r>
                      <m:t>e</m:t>
                    </m:r>
                    <m:r>
                      <m:t>s</m:t>
                    </m:r>
                    <m:r>
                      <m:t>a</m:t>
                    </m:r>
                    <m:r>
                      <m:t>n</m:t>
                    </m:r>
                    <m:r>
                      <m:t>d</m:t>
                    </m:r>
                    <m:r>
                      <m:t>H</m:t>
                    </m:r>
                    <m:r>
                      <m:t>a</m:t>
                    </m:r>
                    <m:r>
                      <m:t>l</m:t>
                    </m:r>
                    <m:r>
                      <m:t>o</m:t>
                    </m:r>
                    <m:r>
                      <m:t>a</m:t>
                    </m:r>
                    <m:r>
                      <m:t>r</m:t>
                    </m:r>
                    <m:r>
                      <m:t>e</m:t>
                    </m:r>
                    <m:r>
                      <m:t>n</m:t>
                    </m:r>
                    <m:r>
                      <m:t>e</m:t>
                    </m:r>
                    <m:r>
                      <m:t>s</m:t>
                    </m:r>
                    <m:r>
                      <m:rPr>
                        <m:sty m:val="p"/>
                      </m:rPr>
                      <m:t>: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103. A mixture of chloromethane and chlorobenzene are treated with sodium in dry ether,
the product obtained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Ethane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Toluene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Diphenyl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All the above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104. Among the following alkyl halides, which is more reactive towards SN</a:t>
            </a:r>
            <a:r>
              <a:rPr sz="1800" b="1" baseline="-25000">
                <a:solidFill>
                  <a:srgbClr val="FAD02C"/>
                </a:solidFill>
                <a:latin typeface="Arial"/>
              </a:rPr>
              <a:t>2</a:t>
            </a:r>
            <a:r>
              <a:rPr sz="1800" b="1">
                <a:solidFill>
                  <a:srgbClr val="FAD02C"/>
                </a:solidFill>
                <a:latin typeface="Arial"/>
              </a:rPr>
              <a:t> reaction?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R-I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R-Cl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R-F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R-Br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9134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105. Assertion: SN</a:t>
            </a:r>
            <a:r>
              <a:rPr sz="1800" b="1" baseline="-25000">
                <a:solidFill>
                  <a:srgbClr val="FAD02C"/>
                </a:solidFill>
                <a:latin typeface="Arial"/>
              </a:rPr>
              <a:t>2</a:t>
            </a:r>
            <a:r>
              <a:rPr sz="1800" b="1">
                <a:solidFill>
                  <a:srgbClr val="FAD02C"/>
                </a:solidFill>
                <a:latin typeface="Arial"/>
              </a:rPr>
              <a:t> reactions do not proceed with retention.
Reason: SN</a:t>
            </a:r>
            <a:r>
              <a:rPr sz="1800" b="1" baseline="-25000">
                <a:solidFill>
                  <a:srgbClr val="FAD02C"/>
                </a:solidFill>
                <a:latin typeface="Arial"/>
              </a:rPr>
              <a:t>2</a:t>
            </a:r>
            <a:r>
              <a:rPr sz="1800" b="1">
                <a:solidFill>
                  <a:srgbClr val="FAD02C"/>
                </a:solidFill>
                <a:latin typeface="Arial"/>
              </a:rPr>
              <a:t> reaction proceeds in single steps.
Identify the correct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09597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If both assertion and reason are correct and reason is correct explanation for assertion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809597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If both assertion and reason are correct but reason is not correct explanation for assertion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46065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If assertion is correct but reason is incorrect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46065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If assertion is incorrect but reason is correct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106. Chlorobenzene reacts with magnesium in dry ether to give a compound A, which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C 6 H 5 OH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 6 H 5 MgCl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C 2 H 5 CH 2 MgCl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MgCl 2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107. Chloroform is stored completely filled in a closed dark-colored bottle. This is 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Prevent the oxidation of chloroform by air in the presence of sunlight.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Prevent the evaporation of chloroform.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67204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Prevent the reaction of chloroform with nitrogen in the air.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867204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Prevent the reaction of chloroform with CO 2 to form extremely poisonous gas carbonyl chloride.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9134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108. Four haloalkane compounds represented by the letters M, N, O, and P having boiling
points of 24.2°C, 38°C, 3.56°C, and 101.6°C respectively. Among the four compounds, N
is most likely to be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CH 3 Cl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CH 3 Br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C 2 H 5 Br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 3 H 7 I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109. Freon can be prepared by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Finkelstein reaction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Wurtz reaction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Friedel-Crafts reaction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Swartz reaction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110. In vinylic halides, the halogen atom is attached to a carbon atom with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s</m:t>
                    </m:r>
                    <m:sSup>
                      <m:e>
                        <m:r>
                          <m:t>p</m:t>
                        </m:r>
                      </m:e>
                      <m:sup>
                        <m:r>
                          <m:t>3</m:t>
                        </m:r>
                      </m:sup>
                    </m:sSup>
                    <m:r>
                      <m:t>h</m:t>
                    </m:r>
                    <m:r>
                      <m:t>y</m:t>
                    </m:r>
                    <m:r>
                      <m:t>b</m:t>
                    </m:r>
                    <m:r>
                      <m:t>r</m:t>
                    </m:r>
                    <m:r>
                      <m:t>i</m:t>
                    </m:r>
                    <m:r>
                      <m:t>d</m:t>
                    </m:r>
                    <m:r>
                      <m:t>i</m:t>
                    </m:r>
                    <m:r>
                      <m:t>z</m:t>
                    </m:r>
                    <m:r>
                      <m:t>a</m:t>
                    </m:r>
                    <m:r>
                      <m:t>t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s</m:t>
                    </m:r>
                    <m:sSup>
                      <m:e>
                        <m:r>
                          <m:t>p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t>h</m:t>
                    </m:r>
                    <m:r>
                      <m:t>y</m:t>
                    </m:r>
                    <m:r>
                      <m:t>b</m:t>
                    </m:r>
                    <m:r>
                      <m:t>r</m:t>
                    </m:r>
                    <m:r>
                      <m:t>i</m:t>
                    </m:r>
                    <m:r>
                      <m:t>d</m:t>
                    </m:r>
                    <m:r>
                      <m:t>i</m:t>
                    </m:r>
                    <m:r>
                      <m:t>z</m:t>
                    </m:r>
                    <m:r>
                      <m:t>a</m:t>
                    </m:r>
                    <m:r>
                      <m:t>t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sp hybridization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d</m:t>
                    </m:r>
                    <m:r>
                      <m:t>s</m:t>
                    </m:r>
                    <m:sSup>
                      <m:e>
                        <m:r>
                          <m:t>p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t>h</m:t>
                    </m:r>
                    <m:r>
                      <m:t>y</m:t>
                    </m:r>
                    <m:r>
                      <m:t>b</m:t>
                    </m:r>
                    <m:r>
                      <m:t>r</m:t>
                    </m:r>
                    <m:r>
                      <m:t>i</m:t>
                    </m:r>
                    <m:r>
                      <m:t>d</m:t>
                    </m:r>
                    <m:r>
                      <m:t>i</m:t>
                    </m:r>
                    <m:r>
                      <m:t>z</m:t>
                    </m:r>
                    <m:r>
                      <m:t>a</m:t>
                    </m:r>
                    <m:r>
                      <m:t>t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111. Match the organic compounds 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54583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0B0F0"/>
                </a:solidFill>
                <a:latin typeface="Arial"/>
              </a:rPr>
              <a:t>COLUMN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85916" y="1216151"/>
            <a:ext cx="554583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0B0F0"/>
                </a:solidFill>
                <a:latin typeface="Arial"/>
              </a:rPr>
              <a:t>COLUMN II</a:t>
            </a:r>
          </a:p>
        </p:txBody>
      </p:sp>
      <p:sp>
        <p:nvSpPr>
          <p:cNvPr id="6" name="Rectangle 5"/>
          <p:cNvSpPr/>
          <p:nvPr/>
        </p:nvSpPr>
        <p:spPr>
          <a:xfrm>
            <a:off x="6067044" y="1216151"/>
            <a:ext cx="18288" cy="167335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17904"/>
            <a:ext cx="5545836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0F0F0"/>
                </a:solidFill>
                <a:latin typeface="Arial"/>
              </a:rPr>
              <a:t>(1)  Carbon tetrachloride (CCl</a:t>
            </a:r>
            <a:r>
              <a:rPr sz="1400" b="0" baseline="-25000">
                <a:solidFill>
                  <a:srgbClr val="F0F0F0"/>
                </a:solidFill>
                <a:latin typeface="Arial"/>
              </a:rPr>
              <a:t>4</a:t>
            </a:r>
            <a:r>
              <a:rPr sz="1400" b="0">
                <a:solidFill>
                  <a:srgbClr val="F0F0F0"/>
                </a:solidFill>
                <a:latin typeface="Arial"/>
              </a:rPr>
              <a:t>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054096"/>
            <a:ext cx="11274552" cy="365760"/>
          </a:xfrm>
          <a:prstGeom prst="rect">
            <a:avLst/>
          </a:prstGeom>
          <a:noFill/>
        </p:spPr>
        <p:txBody>
          <a:bodyPr wrap="square" lIns="0" rIns="73152" tIns="0" bIns="0" anchor="ctr">
            <a:spAutoFit/>
          </a:bodyPr>
          <a:lstStyle/>
          <a:p>
            <a:pPr algn="l"/>
            <a:r>
              <a:rPr b="1" sz="1400">
                <a:solidFill>
                  <a:srgbClr val="00B0F0"/>
                </a:solidFill>
                <a:latin typeface="Arial"/>
              </a:rPr>
              <a:t>A. </a:t>
            </a:r>
            <a:r>
              <a:rPr sz="1400" b="0">
                <a:solidFill>
                  <a:srgbClr val="F0F0F0"/>
                </a:solidFill>
                <a:latin typeface="Arial"/>
              </a:rPr>
              <a:t>Fire extinguisher (2) Iodoform (CHI 3 )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465576"/>
            <a:ext cx="11274552" cy="365760"/>
          </a:xfrm>
          <a:prstGeom prst="rect">
            <a:avLst/>
          </a:prstGeom>
          <a:noFill/>
        </p:spPr>
        <p:txBody>
          <a:bodyPr wrap="square" lIns="0" rIns="73152" tIns="0" bIns="0" anchor="ctr">
            <a:spAutoFit/>
          </a:bodyPr>
          <a:lstStyle/>
          <a:p>
            <a:pPr algn="l"/>
            <a:r>
              <a:rPr b="1" sz="1400">
                <a:solidFill>
                  <a:srgbClr val="00B0F0"/>
                </a:solidFill>
                <a:latin typeface="Arial"/>
              </a:rPr>
              <a:t>B. </a:t>
            </a:r>
            <a:r>
              <a:rPr sz="1400" b="0">
                <a:solidFill>
                  <a:srgbClr val="F0F0F0"/>
                </a:solidFill>
                <a:latin typeface="Arial"/>
              </a:rPr>
              <a:t>Antiseptic (3) Chloroform (CHCl 3 )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877056"/>
            <a:ext cx="11274552" cy="365760"/>
          </a:xfrm>
          <a:prstGeom prst="rect">
            <a:avLst/>
          </a:prstGeom>
          <a:noFill/>
        </p:spPr>
        <p:txBody>
          <a:bodyPr wrap="square" lIns="0" rIns="73152" tIns="0" bIns="0" anchor="ctr">
            <a:spAutoFit/>
          </a:bodyPr>
          <a:lstStyle/>
          <a:p>
            <a:pPr algn="l"/>
            <a:r>
              <a:rPr b="1" sz="1400">
                <a:solidFill>
                  <a:srgbClr val="00B0F0"/>
                </a:solidFill>
                <a:latin typeface="Arial"/>
              </a:rPr>
              <a:t>C. </a:t>
            </a:r>
            <a:r>
              <a:rPr sz="1400" b="0">
                <a:solidFill>
                  <a:srgbClr val="F0F0F0"/>
                </a:solidFill>
                <a:latin typeface="Arial"/>
              </a:rPr>
              <a:t>Solvent for fats (4) Methylene chloride (CH</a:t>
            </a:r>
            <a:r>
              <a:rPr sz="14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1400" b="0">
                <a:solidFill>
                  <a:srgbClr val="F0F0F0"/>
                </a:solidFill>
                <a:latin typeface="Arial"/>
              </a:rPr>
              <a:t>Cl</a:t>
            </a:r>
            <a:r>
              <a:rPr sz="14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1400" b="0">
                <a:solidFill>
                  <a:srgbClr val="F0F0F0"/>
                </a:solidFill>
                <a:latin typeface="Arial"/>
              </a:rPr>
              <a:t>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288536"/>
            <a:ext cx="11274552" cy="473659"/>
          </a:xfrm>
          <a:prstGeom prst="rect">
            <a:avLst/>
          </a:prstGeom>
          <a:noFill/>
        </p:spPr>
        <p:txBody>
          <a:bodyPr wrap="square" lIns="0" rIns="73152" tIns="0" bIns="0" anchor="ctr">
            <a:spAutoFit/>
          </a:bodyPr>
          <a:lstStyle/>
          <a:p>
            <a:pPr algn="l"/>
            <a:r>
              <a:rPr b="1" sz="1400">
                <a:solidFill>
                  <a:srgbClr val="00B0F0"/>
                </a:solidFill>
                <a:latin typeface="Arial"/>
              </a:rPr>
              <a:t>D. </a:t>
            </a:r>
            <a:r>
              <a:rPr sz="1400" b="0">
                <a:solidFill>
                  <a:srgbClr val="F0F0F0"/>
                </a:solidFill>
                <a:latin typeface="Arial"/>
              </a:rPr>
              <a:t>Paint remover (A) (1)-(A), (2)-(B), (3)-(C), (4)-(D) (B) (1)-(D), (2)-(C), (3)-(B), (4)-(A) (C) (1)-(B), (2)-(A), (3)-(D), (4)-(C) (D) (1)-(C), (2)-(D), (3)-(A), (4)-(B)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112. R - X + NaI (dry acetone) → RI + NaX, name the reaction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Wurtz reaction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Fittig reaction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Swarts reaction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Finkelstein reaction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113. Select the incorrect match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Swartz reaction - CoF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Finkelstein reaction - NaI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Sandmeyer's reaction - CuCl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Wurtz reaction - Na / dry ether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114. Tertiary alkyl halides are least reactive towards SN</a:t>
            </a:r>
            <a:r>
              <a:rPr sz="1800" b="1" baseline="-25000">
                <a:solidFill>
                  <a:srgbClr val="FAD02C"/>
                </a:solidFill>
                <a:latin typeface="Arial"/>
              </a:rPr>
              <a:t>2</a:t>
            </a:r>
            <a:r>
              <a:rPr sz="1800" b="1">
                <a:solidFill>
                  <a:srgbClr val="FAD02C"/>
                </a:solidFill>
                <a:latin typeface="Arial"/>
              </a:rPr>
              <a:t> reaction because 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Inductive effect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Steric effect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Resonance effect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Electrometric effect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115. The best reagent used to produce pure alkyl halides from alcohol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Concentrated HCl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Concentrated HBr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SOCl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NaBr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116. The chemical formula of phosgene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SOCl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CH 2 Cl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COCl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CCl 4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117. The chemical name of phosgene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Acetyl chloride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Methyl chloride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Carbonyl chloride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Chloroform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C. 2-Bromo propane D. 2-Bromopropan-2-ol
118. The chiral molecule among the following is
A. 1-Bromo butane B. 2-Bromobutane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119. The compound H 2 C=CH-Cl is an example 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Allylic halides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Aryl halides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Benzylic halides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Vinylic halides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120. The increasing order of boiling points of alkyl halides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RF &gt; RCl &gt; RBr &gt; 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RF &gt; RI &gt; RCl &gt; RBr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RI &gt; RBr &gt; RCl &gt; RF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RCl &gt; RBr &gt; RF &gt; RI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121. The IUPAC name of ethylidene chloride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1-Chloroethene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1-Chloroethyne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1,2-Dichloroethane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1,1-Dichloroethane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122. The reaction CH 3 Br + AgF → CH 3 F + AgBr is called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Swarts reaction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Wurtz reaction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Finkelstein reaction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Gattermann reaction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123. When 2-Bromo pentane is treated with alcoholic potash, the major product produced
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1-Pentene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2-Pentene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2-Pentane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3-Pentene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124. Which of the following alkyl halides will undergo SN</a:t>
            </a:r>
            <a:r>
              <a:rPr sz="1800" b="1" baseline="-25000">
                <a:solidFill>
                  <a:srgbClr val="FAD02C"/>
                </a:solidFill>
                <a:latin typeface="Arial"/>
              </a:rPr>
              <a:t>1</a:t>
            </a:r>
            <a:r>
              <a:rPr sz="1800" b="1">
                <a:solidFill>
                  <a:srgbClr val="FAD02C"/>
                </a:solidFill>
                <a:latin typeface="Arial"/>
              </a:rPr>
              <a:t> reaction most readily?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(CH 3 ) 3 C-F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(CH 3 ) 3 C-Cl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(CH 3 ) 3 C-Br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(CH 3 ) 3 C-I Alcohols, Phenols and Ethers: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9134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125. A compound P with formula C 3 H 6 on reaction with H 2 O in presence of H 2 SO 4 gives
the compound Q. Compound Q on heating with Cu at 573K produces the compound R.
Compounds P, Q, and R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09597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P = Propan-1-ol, Q = Propene, R = Propanone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809597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P = Propene, Q = Propan-2-ol, R = Propene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376525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P = Propene, Q = Propan-2-ol, R = Propanone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376525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P = Propanone, Q = Propan-1-ol, R = Propane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9134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126. An organic compound ‘A' containing C, H, and O has a pleasant odor with a boiling
point of 78°C. On boiling ‘A' with conc. H 2 SO 4 , a colorless gas is produced which
decolorizes bromine water and alkaline KMnO 4 . The organic compound A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C 2 H 5 Cl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 2 H 5 OH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C 2 H 5 COOCH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 6 H 6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127. By which test can 1°, 2°, and 3° alcohols be detected?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Hinsberg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Tollen's test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Lucas test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All of these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129. Enantiomers only differ with respect 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Melting point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Boiling point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Refractive index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The rotation of plane-polarized light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130. Ethane-1,2-diol is an example 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Monohydric alcohol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Dihydric alcohol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Dihydric phenol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Monohydric phenol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131. Find out the product of the following reaction:
(Reaction involving NaOH, 623K, 300 atm)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Aromatic amine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Aromatic hydroxyl compound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Aromatic dihydroxy compound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Aromatic nitro compound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132. Halogenation of benzene occurs in the presence of Lewis acid, but halogenation of
phenol occurs even in the absence of Lewis acid due 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Highly deactivating effect of -OH group attached to the benzene 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505102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Highly activating effect of -OH group attached to the benzene 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56155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Highly deactivating effect of the benzene 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156155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Highly activating effect of the benzene ring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133. How many alcohols with molecular formula C 4 H 10 O are chiral in nature?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134. Identify the simple ether from the following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CH 3 OC 2 H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 2 H 5 OC 6 H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C 6 H 5 OC 6 H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 6 H 5 OCH 3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135. In Kolbe's reaction, phenol is converted into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Salicylic acid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Salicylaldehyde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Benzoic acid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Benzaldehyde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136. In picric acid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Three -OH groups are present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Two -OH groups are present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Three -NO 2 groups are present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One -NO 2 group is present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137. O-nitrophenol and p-nitrophenol are separated by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Sublimation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Fractional distillation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Crystallization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Steam distillation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138. Phenol is less acidic than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o-Nitrophenol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Ethanol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o-Methylphenol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o-Methoxyphenol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140. Phenol on oxidation with chromic acid gives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Benzoquinone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Catechol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Hydroquinone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Phthalic acid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141. Salicylaldehyde can be prepared by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Finkelstein reaction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Dow's process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Reimer-Tiemann reaction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Kolbe's reaction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142. The boiling points of alcohols increase with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Increase in the number of C-atoms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Decrease in van der Waals forces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Increase of branching in the C-chain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Decrease in the surface area of the C-chain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143. The C-O bond angles of P, Q, and R are found to be 111.7°, 109°, and 108.9°,
respectively. Compound P, Q, and R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P = Phenol, Q = Methanol, R = Methoxy Methane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P = Methoxy Methane, Q = Methanol, R = Phenol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7203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P = Methanol, Q = Phenol, R = Methoxy Methane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07203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P = Methoxy Methane, Q = Phenol, R = Methanol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144. The chemicals used to convert commercial alcohol into denatured alcohol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CuSO 4 and Pyrolidine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Cu 2 S and Pyrolidine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CuSO 4 and Pyridine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Cu 2 S and Pyridine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145. The compound that reacts fastest with Luca’s reagent at room temperature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2-Methylpropan-2-ol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Butan-2-ol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2-Methylpropan-1-ol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Butan-1-ol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15224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146. The correct order of acid strength of the following compounds is:
(i) o -bromophenol
(ii) p -bromophenol
(iii) picric acid (2,4,6-trinitrophenol)
(iv) 2,4,6-tribromophenol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1858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(iii) &gt; (iv) &gt; (i) &gt; (ii)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241858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(iii) &gt; (iv) &gt; (ii) &gt; (i)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241858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(iv) &gt; (iii) &gt; (i) &gt; (ii)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241858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(i) &gt; (ii) &gt; (iv) &gt; (iii)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147. The decreasing order of boiling points of ethanol, propane, and dimethyl ether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Ethanol &gt; Dimethyl ether &gt; Propane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Ethanol &gt; Propane &gt; Dimethyl ether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Propane &gt; Dimethyl ether &gt; Ethanol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Propane &gt; Ethanol &gt; Dimethyl ether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148. The high boiling point of ethanol [C 2 H 5 OH] compared to methoxy methane
[CH 3 OCH 3 ] and propane is due 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Intra-molecular hydrogen bonding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Inter-molecular hydrogen bonding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Both (A) and (B)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None of these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149. The major byproduct during the preparation of phenol from cumene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Acetone.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Cresol.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Alcohol.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Acetaldehyde.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150. The major product formed when phenol is treated with excess bromine water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o-Bromophenol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p-Bromophenol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Picric acid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2,4,6-Tribromophenol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151. The role of CO 2 in Kolbe's reaction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acts as catalyst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act as nucleophile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act as weak electrophile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act as strong electrophile.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152. What is the correct order of boiling points of alcohols having the same number of
carbon atoms?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1° &gt; 2° &gt; 3°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3° &gt; 2° &gt; 1°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3° &gt; 1° &gt; 2°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2° &gt; 1° &gt; 3°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153. When an alcohol is treated with Luca’s reagent, if immediate turbidity appears, then it
confirms the presence 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Primary alcohol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Secondary alcohol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Tertiary alcohol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All of these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154. When phenol is heated with chloroform in sodium hydroxide followed by
acidification, the product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Chlorobenzene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Benzyl chloride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Salicylaldehyde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Salicylic acid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C. Methanol D. Benzene
155. When phenol is heated with Zn dust, it gives
A. Benzyl alcohol B. Ethanol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156. When phenol is treated with bromine water, a white precipitate of the product
obtained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2-Bromophenol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4-Bromophenol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7203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Both 2-Bromophenol and 4-Bromophenol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07203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2,4,6-Tribromophenol Coordination Compounds: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157. According to the spectrochemical series, the strongest field ligand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F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NH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H 2 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CO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158. According to Werner's theory, the primary valencies of the central atom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Satisfied by negative ions or neutral molecules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Satisfied by negative 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Are equal to coordination number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Decide the geometry of the complex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159. Among the following statements, which statement is correct about metal carbonyls?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Metal carbonyls are s-bonded organometallic compounds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Metal carbonyls are p-bonded organometallic compounds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Metal carbonyls involve both s and p bonds between metal and oxygen of the carbonyl group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Metal carbonyls involve both s and p bonds between metal and carbon of the carbonyl group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160. An ambidentate ligand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Cl -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CN -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OH -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NO 2 +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161. An example of an ambidentate ligand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CN -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NO 3 -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SO 4 2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-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162. Cobalt (III) chloride forms several octahedral complexes with ammonia. Which of the
following will not give a test for chloride ion with silver nitrate solution?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CoCl 3 .4NH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CoCl 3 .5NH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CoCl 3 .6NH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CoCl 3 .3NH 3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163. If Δ</a:t>
            </a:r>
            <a:r>
              <a:rPr sz="1800" b="1" baseline="-25000">
                <a:solidFill>
                  <a:srgbClr val="FAD02C"/>
                </a:solidFill>
                <a:latin typeface="Arial"/>
              </a:rPr>
              <a:t>o</a:t>
            </a:r>
            <a:r>
              <a:rPr sz="1800" b="1">
                <a:solidFill>
                  <a:srgbClr val="FAD02C"/>
                </a:solidFill>
                <a:latin typeface="Arial"/>
              </a:rPr>
              <a:t>&lt;P (Pairing energy), for the d</a:t>
            </a:r>
            <a:r>
              <a:rPr sz="1800" b="1" baseline="30000">
                <a:solidFill>
                  <a:srgbClr val="FAD02C"/>
                </a:solidFill>
                <a:latin typeface="Arial"/>
              </a:rPr>
              <a:t>4</a:t>
            </a:r>
            <a:r>
              <a:rPr sz="1800" b="1">
                <a:solidFill>
                  <a:srgbClr val="FAD02C"/>
                </a:solidFill>
                <a:latin typeface="Arial"/>
              </a:rPr>
              <a:t> ion, an entry of the 4th electron gives the
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t</m:t>
                    </m:r>
                    <m:r>
                      <m:t>2</m:t>
                    </m:r>
                    <m:sSup>
                      <m:e>
                        <m:r>
                          <m:t>g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t>e</m:t>
                    </m:r>
                    <m:r>
                      <m:t>2</m:t>
                    </m:r>
                    <m:r>
                      <m:t>g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t</m:t>
                    </m:r>
                    <m:r>
                      <m:t>2</m:t>
                    </m:r>
                    <m:sSup>
                      <m:e>
                        <m:r>
                          <m:t>g</m:t>
                        </m:r>
                      </m:e>
                      <m:sup>
                        <m:r>
                          <m:t>4</m:t>
                        </m:r>
                      </m:sup>
                    </m:sSup>
                    <m:r>
                      <m:t>e</m:t>
                    </m:r>
                    <m:r>
                      <m:t>0</m:t>
                    </m:r>
                    <m:r>
                      <m:t>g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t 42 g e 0 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t 32 g e 1 g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164. In coordination compound [CoCl 2 (en) 2 ]Br, the primary and secondary valencies of Co
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4 and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6 and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2 and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3 and 6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165. In Fe(CO) 5 , Fe-C bond processes involve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π-character only.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Both σ- and π-characters.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Ionic character.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σ-character.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166. In metal carbonyls, the M-C sigma bond is formed by the donation of a lone pair of
electrons on the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Carbonyl carbon atom to filled orbital of metal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Carbonyl carbon atom to vacant orbital of metal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72030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Filled d-orbital of metal to vacant antibonding π orbital of 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072030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Filled d-orbital of metal to vacant bonding π orbital of CO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167. IUPAC name of [CoCl(en) 2 ONO] Br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ChloridoethylenediaminenitroCobalt (III) Bromide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ChloridoethylenediaminenitroCobaltate (III) Bromide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Chloridobis(ethylenediamine)nitritoCobaltate(III) Bromide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Chloridobis(ethylenediamine)nitritoCobalt (III) Bromide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168. Square planar complex of the type [MABXL] (where A, B, X, L are unidentate)
shows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Two Cis and one Trans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Two Cis and Two Trans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One Cis and two Trans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One Cis and One Trans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169. Square planar complex of the type MABXL (where A, B, X, L are unidentates) shows
three isomers. Among them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Two cis and one trans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One cis and two trans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All three are cis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All three are trans only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170. The bond between CO and metal in metal carbonyl is stronger due 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Synergic effect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Chelating effect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Only σ bond effect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Ambidentate nature of CO ligand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171. The central metal atoms/ions in coordination compounds are also called 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Lewis bases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Brønsted acids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Brønsted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Lewis acids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C. Ionization isomerism D. Cis-trans isomerism
172. The complex [Pt (NH 3 ) 2 Cl 2 ] exhibits
A. Linkage isomerism B. Fac-mer isomerism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173. The complex [PtCl 2 .4NH 3 Br 2 ] is treated with excess of AgNO 3 solution, and two
moles of AgBr is precipitated. The primary and secondary valency of this complex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6 and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6 and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4 and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3 and 6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174. The complex PtCl 2 .4NH 3 Br 2 is treated with excess of AgNO 3 solution, two mole of
AgBr is precipitated. The primary and secondary valence of this complex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6 and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6 and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4 and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3 and 6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175. The complexes [Co (NH 3 ) 6 ] [Cr (CN) 6 ] and [Cr (NH 3 ) 6 ] [Co (CN) 6 ] are examples of
which type of isomerism?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Geometrical isomerism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Ionization isomerism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72030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Coordination isomerism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072030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L</m:t>
                    </m:r>
                    <m:r>
                      <m:t>i</m:t>
                    </m:r>
                    <m:r>
                      <m:t>n</m:t>
                    </m:r>
                    <m:r>
                      <m:t>k</m:t>
                    </m:r>
                    <m:r>
                      <m:t>a</m:t>
                    </m:r>
                    <m:r>
                      <m:t>g</m:t>
                    </m:r>
                    <m:r>
                      <m:t>e</m:t>
                    </m:r>
                    <m:r>
                      <m:t>i</m:t>
                    </m:r>
                    <m:r>
                      <m:t>s</m:t>
                    </m:r>
                    <m:r>
                      <m:t>o</m:t>
                    </m:r>
                    <m:r>
                      <m:t>m</m:t>
                    </m:r>
                    <m:r>
                      <m:t>e</m:t>
                    </m:r>
                    <m:r>
                      <m:t>r</m:t>
                    </m:r>
                    <m:r>
                      <m:t>i</m:t>
                    </m:r>
                    <m:r>
                      <m:t>s</m:t>
                    </m:r>
                    <m:r>
                      <m:t>m</m:t>
                    </m:r>
                    <m:r>
                      <m:t>T</m:t>
                    </m:r>
                    <m:r>
                      <m:t>h</m:t>
                    </m:r>
                    <m:r>
                      <m:t>e</m:t>
                    </m:r>
                    <m:r>
                      <m:t>e</m:t>
                    </m:r>
                    <m:r>
                      <m:t>l</m:t>
                    </m:r>
                    <m:r>
                      <m:t>e</m:t>
                    </m:r>
                    <m:r>
                      <m:t>c</m:t>
                    </m:r>
                    <m:r>
                      <m:t>t</m:t>
                    </m:r>
                    <m:r>
                      <m:t>r</m:t>
                    </m:r>
                    <m:r>
                      <m:t>o</m:t>
                    </m:r>
                    <m:r>
                      <m:t>n</m:t>
                    </m:r>
                    <m:r>
                      <m:t>c</m:t>
                    </m:r>
                    <m:r>
                      <m:t>o</m:t>
                    </m:r>
                    <m:r>
                      <m:t>n</m:t>
                    </m:r>
                    <m:r>
                      <m:t>f</m:t>
                    </m:r>
                    <m:r>
                      <m:t>i</m:t>
                    </m:r>
                    <m:r>
                      <m:t>g</m:t>
                    </m:r>
                    <m:r>
                      <m:t>u</m:t>
                    </m:r>
                    <m:r>
                      <m:t>r</m:t>
                    </m:r>
                    <m:r>
                      <m:t>a</m:t>
                    </m:r>
                    <m:r>
                      <m:t>t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  <m:r>
                      <m:t>o</m:t>
                    </m:r>
                    <m:r>
                      <m:t>f</m:t>
                    </m:r>
                    <m:r>
                      <m:t>a</m:t>
                    </m:r>
                    <m:r>
                      <m:t>n</m:t>
                    </m:r>
                    <m:r>
                      <m:t>o</m:t>
                    </m:r>
                    <m:r>
                      <m:t>c</m:t>
                    </m:r>
                    <m:r>
                      <m:t>t</m:t>
                    </m:r>
                    <m:r>
                      <m:t>a</m:t>
                    </m:r>
                    <m:r>
                      <m:t>h</m:t>
                    </m:r>
                    <m:r>
                      <m:t>e</m:t>
                    </m:r>
                    <m:r>
                      <m:t>d</m:t>
                    </m:r>
                    <m:r>
                      <m:t>r</m:t>
                    </m:r>
                    <m:r>
                      <m:t>a</m:t>
                    </m:r>
                    <m:r>
                      <m:t>l</m:t>
                    </m:r>
                    <m:sSup>
                      <m:e>
                        <m:r>
                          <m:t>d</m:t>
                        </m:r>
                      </m:e>
                      <m:sup>
                        <m:r>
                          <m:t>4</m:t>
                        </m:r>
                      </m:sup>
                    </m:sSup>
                    <m:r>
                      <m:t>c</m:t>
                    </m:r>
                    <m:r>
                      <m:t>o</m:t>
                    </m:r>
                    <m:r>
                      <m:t>o</m:t>
                    </m:r>
                    <m:r>
                      <m:t>r</m:t>
                    </m:r>
                    <m:r>
                      <m:t>d</m:t>
                    </m:r>
                    <m:r>
                      <m:t>i</m:t>
                    </m:r>
                    <m:r>
                      <m:t>n</m:t>
                    </m:r>
                    <m:r>
                      <m:t>a</m:t>
                    </m:r>
                    <m:r>
                      <m:t>t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  <m:r>
                      <m:t>e</m:t>
                    </m:r>
                    <m:r>
                      <m:t>n</m:t>
                    </m:r>
                    <m:r>
                      <m:t>t</m:t>
                    </m:r>
                    <m:r>
                      <m:t>i</m:t>
                    </m:r>
                    <m:r>
                      <m:t>t</m:t>
                    </m:r>
                    <m:r>
                      <m:t>y</m:t>
                    </m:r>
                    <m:r>
                      <m:t>w</m:t>
                    </m:r>
                    <m:r>
                      <m:t>i</m:t>
                    </m:r>
                    <m:r>
                      <m:t>t</m:t>
                    </m:r>
                    <m:r>
                      <m:t>h</m:t>
                    </m:r>
                    <m:r>
                      <m:rPr>
                        <m:sty m:val="p"/>
                      </m:rPr>
                      <m:t>Δ</m:t>
                    </m:r>
                    <m:r>
                      <m:t>0</m:t>
                    </m:r>
                    <m:r>
                      <m:rPr>
                        <m:sty m:val="p"/>
                      </m:rPr>
                      <m:t>&gt;</m:t>
                    </m:r>
                    <m:r>
                      <m:t>P</m:t>
                    </m:r>
                    <m:r>
                      <m:t>i</m:t>
                    </m:r>
                    <m:r>
                      <m:t>s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176.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t</m:t>
                    </m:r>
                    <m:r>
                      <m:t>2</m:t>
                    </m:r>
                    <m:sSup>
                      <m:e>
                        <m:r>
                          <m:t>g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t>e</m:t>
                    </m:r>
                    <m:r>
                      <m:t>1</m:t>
                    </m:r>
                    <m:r>
                      <m:t>g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t</m:t>
                    </m:r>
                    <m:r>
                      <m:t>2</m:t>
                    </m:r>
                    <m:sSup>
                      <m:e>
                        <m:r>
                          <m:t>g</m:t>
                        </m:r>
                      </m:e>
                      <m:sup>
                        <m:r>
                          <m:t>3</m:t>
                        </m:r>
                      </m:sup>
                    </m:sSup>
                    <m:r>
                      <m:t>e</m:t>
                    </m:r>
                    <m:r>
                      <m:t>1</m:t>
                    </m:r>
                    <m:r>
                      <m:t>g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t</m:t>
                    </m:r>
                    <m:r>
                      <m:t>2</m:t>
                    </m:r>
                    <m:sSup>
                      <m:e>
                        <m:r>
                          <m:t>g</m:t>
                        </m:r>
                      </m:e>
                      <m:sup>
                        <m:r>
                          <m:t>4</m:t>
                        </m:r>
                      </m:sup>
                    </m:sSup>
                    <m:r>
                      <m:t>e</m:t>
                    </m:r>
                    <m:r>
                      <m:t>0</m:t>
                    </m:r>
                    <m:r>
                      <m:t>g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t</m:t>
                    </m:r>
                    <m:r>
                      <m:t>2</m:t>
                    </m:r>
                    <m:sSup>
                      <m:e>
                        <m:r>
                          <m:t>g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sSup>
                      <m:e>
                        <m:r>
                          <m:t>e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t>g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177. The geometry of the complex Fe (CO) 5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octahedral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tetrahedral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trigonal bipyramidal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square pyramidal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178. The isomerism exhibited by complexes [Co (NH 3 ) 5 SO 4 ] Br and [Co (NH 3 ) 5 Br]SO 4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Linkage isomerism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Coordination isomerism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Ionisation isomerism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S</m:t>
                    </m:r>
                    <m:r>
                      <m:t>o</m:t>
                    </m:r>
                    <m:r>
                      <m:t>l</m:t>
                    </m:r>
                    <m:r>
                      <m:t>v</m:t>
                    </m:r>
                    <m:r>
                      <m:t>a</m:t>
                    </m:r>
                    <m:r>
                      <m:t>t</m:t>
                    </m:r>
                    <m:r>
                      <m:t>e</m:t>
                    </m:r>
                    <m:r>
                      <m:t>i</m:t>
                    </m:r>
                    <m:r>
                      <m:t>s</m:t>
                    </m:r>
                    <m:r>
                      <m:t>o</m:t>
                    </m:r>
                    <m:r>
                      <m:t>m</m:t>
                    </m:r>
                    <m:r>
                      <m:t>e</m:t>
                    </m:r>
                    <m:r>
                      <m:t>r</m:t>
                    </m:r>
                    <m:r>
                      <m:t>i</m:t>
                    </m:r>
                    <m:r>
                      <m:t>s</m:t>
                    </m:r>
                    <m:r>
                      <m:t>m</m:t>
                    </m:r>
                    <m:r>
                      <m:t>T</m:t>
                    </m:r>
                    <m:r>
                      <m:t>h</m:t>
                    </m:r>
                    <m:r>
                      <m:t>e</m:t>
                    </m:r>
                    <m:r>
                      <m:t>I</m:t>
                    </m:r>
                    <m:r>
                      <m:t>U</m:t>
                    </m:r>
                    <m:r>
                      <m:t>P</m:t>
                    </m:r>
                    <m:r>
                      <m:t>A</m:t>
                    </m:r>
                    <m:r>
                      <m:t>C</m:t>
                    </m:r>
                    <m:r>
                      <m:t>n</m:t>
                    </m:r>
                    <m:r>
                      <m:t>a</m:t>
                    </m:r>
                    <m:r>
                      <m:t>m</m:t>
                    </m:r>
                    <m:r>
                      <m:t>e</m:t>
                    </m:r>
                    <m:r>
                      <m:t>o</m:t>
                    </m:r>
                    <m:r>
                      <m:t>f</m:t>
                    </m:r>
                    <m:r>
                      <m:t>t</m:t>
                    </m:r>
                    <m:r>
                      <m:t>h</m:t>
                    </m:r>
                    <m:r>
                      <m:t>e</m:t>
                    </m:r>
                    <m:r>
                      <m:t>c</m:t>
                    </m:r>
                    <m:r>
                      <m:t>o</m:t>
                    </m:r>
                    <m:r>
                      <m:t>m</m:t>
                    </m:r>
                    <m:r>
                      <m:t>p</m:t>
                    </m:r>
                    <m:r>
                      <m:t>l</m:t>
                    </m:r>
                    <m:r>
                      <m:t>e</m:t>
                    </m:r>
                    <m:r>
                      <m:t>x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  <m:r>
                      <m:rPr>
                        <m:sty m:val="p"/>
                      </m:rPr>
                      <m:t>[</m:t>
                    </m:r>
                    <m:r>
                      <m:t>C</m:t>
                    </m:r>
                    <m:r>
                      <m:t>o</m:t>
                    </m:r>
                    <m:r>
                      <m:t>C</m:t>
                    </m:r>
                    <m:r>
                      <m:t>l</m:t>
                    </m:r>
                    <m:r>
                      <m:t>2</m:t>
                    </m:r>
                    <m:r>
                      <m:rPr>
                        <m:sty m:val="p"/>
                      </m:rPr>
                      <m:t>(</m:t>
                    </m:r>
                    <m:r>
                      <m:t>e</m:t>
                    </m:r>
                    <m:r>
                      <m:t>n</m:t>
                    </m:r>
                    <m:r>
                      <m:rPr>
                        <m:sty m:val="p"/>
                      </m:rPr>
                      <m:t>)</m:t>
                    </m:r>
                    <m: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m:t>]</m:t>
                        </m:r>
                      </m:e>
                      <m:sup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  <m:r>
                      <m:t>i</m:t>
                    </m:r>
                    <m:r>
                      <m:t>s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179.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Di-chloridodiethylene diamine cobalt (III)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Dichlorido bis(ethane-1,2-diamine) cobalt (III)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Dichlorido bis(ethane-1,2-diamine) cobalt (IV)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Bis (ethane-1,2-diamine) dichlorido cobalt (III)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180. The IUPAC name of the ionization isomer of [Co (NH 3 ) 5 SO 4 ] Br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Penta-ammine sulphato cobalt (III) bromide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Penta-ammine bromido cobalt (III) sulphate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Penta-ammine sulphato cobalt (II) sulphate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Penta-ammine bromido sulphato cobaltate (III)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181. The magnitude of CFSE (Crystal Field Splitting Energy) (Δ 0 ) can be related to the
configuration of d-orbitals in a coordination entity 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f</m:t>
                    </m:r>
                    <m:r>
                      <m:rPr>
                        <m:sty m:val="p"/>
                      </m:rPr>
                      <m:t>Δ</m:t>
                    </m:r>
                    <m:r>
                      <m:t>0</m:t>
                    </m:r>
                    <m:r>
                      <m:rPr>
                        <m:sty m:val="p"/>
                      </m:rPr>
                      <m:t>&lt;</m:t>
                    </m:r>
                    <m:r>
                      <m:t>P</m:t>
                    </m:r>
                    <m:r>
                      <m:rPr>
                        <m:sty m:val="p"/>
                      </m:rPr>
                      <m:t>,</m:t>
                    </m:r>
                    <m:r>
                      <m:t>t</m:t>
                    </m:r>
                    <m:r>
                      <m:t>h</m:t>
                    </m:r>
                    <m:r>
                      <m:t>e</m:t>
                    </m:r>
                    <m:r>
                      <m:t>c</m:t>
                    </m:r>
                    <m:r>
                      <m:t>o</m:t>
                    </m:r>
                    <m:r>
                      <m:t>n</m:t>
                    </m:r>
                    <m:r>
                      <m:t>f</m:t>
                    </m:r>
                    <m:r>
                      <m:t>i</m:t>
                    </m:r>
                    <m:r>
                      <m:t>g</m:t>
                    </m:r>
                    <m:r>
                      <m:t>u</m:t>
                    </m:r>
                    <m:r>
                      <m:t>r</m:t>
                    </m:r>
                    <m:r>
                      <m:t>a</m:t>
                    </m:r>
                    <m:r>
                      <m:t>t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  <m:r>
                      <m:t>i</m:t>
                    </m:r>
                    <m:r>
                      <m:t>s</m:t>
                    </m:r>
                    <m:r>
                      <m:t>t</m:t>
                    </m:r>
                    <m:r>
                      <m:t>2</m:t>
                    </m:r>
                    <m:sSup>
                      <m:e>
                        <m:r>
                          <m:t>g</m:t>
                        </m:r>
                      </m:e>
                      <m:sup>
                        <m:r>
                          <m:t>3</m:t>
                        </m:r>
                      </m:sup>
                    </m:sSup>
                    <m:r>
                      <m:t>e</m:t>
                    </m:r>
                    <m:r>
                      <m:t>1</m:t>
                    </m:r>
                    <m:r>
                      <m:t>g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f</m:t>
                    </m:r>
                    <m:r>
                      <m:rPr>
                        <m:sty m:val="p"/>
                      </m:rPr>
                      <m:t>Δ</m:t>
                    </m:r>
                    <m:r>
                      <m:t>0</m:t>
                    </m:r>
                    <m:r>
                      <m:rPr>
                        <m:sty m:val="p"/>
                      </m:rPr>
                      <m:t>&gt;</m:t>
                    </m:r>
                    <m:r>
                      <m:t>P</m:t>
                    </m:r>
                    <m:r>
                      <m:rPr>
                        <m:sty m:val="p"/>
                      </m:rPr>
                      <m:t>,</m:t>
                    </m:r>
                    <m:r>
                      <m:t>t</m:t>
                    </m:r>
                    <m:r>
                      <m:t>h</m:t>
                    </m:r>
                    <m:r>
                      <m:t>e</m:t>
                    </m:r>
                    <m:r>
                      <m:t>c</m:t>
                    </m:r>
                    <m:r>
                      <m:t>o</m:t>
                    </m:r>
                    <m:r>
                      <m:t>n</m:t>
                    </m:r>
                    <m:r>
                      <m:t>f</m:t>
                    </m:r>
                    <m:r>
                      <m:t>i</m:t>
                    </m:r>
                    <m:r>
                      <m:t>g</m:t>
                    </m:r>
                    <m:r>
                      <m:t>u</m:t>
                    </m:r>
                    <m:r>
                      <m:t>r</m:t>
                    </m:r>
                    <m:r>
                      <m:t>a</m:t>
                    </m:r>
                    <m:r>
                      <m:t>t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  <m:r>
                      <m:t>i</m:t>
                    </m:r>
                    <m:r>
                      <m:t>s</m:t>
                    </m:r>
                    <m:r>
                      <m:t>t</m:t>
                    </m:r>
                    <m:r>
                      <m:t>2</m:t>
                    </m:r>
                    <m:sSup>
                      <m:e>
                        <m:r>
                          <m:t>g</m:t>
                        </m:r>
                      </m:e>
                      <m:sup>
                        <m:r>
                          <m:t>6</m:t>
                        </m:r>
                      </m:sup>
                    </m:sSup>
                    <m:r>
                      <m:t>e</m:t>
                    </m:r>
                    <m:r>
                      <m:t>0</m:t>
                    </m:r>
                    <m:r>
                      <m:t>g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72030"/>
            <a:ext cx="5477256" cy="811987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f</m:t>
                    </m:r>
                    <m:r>
                      <m:rPr>
                        <m:sty m:val="p"/>
                      </m:rPr>
                      <m:t>Δ</m:t>
                    </m:r>
                    <m:r>
                      <m:t>0</m:t>
                    </m:r>
                    <m:r>
                      <m:rPr>
                        <m:sty m:val="p"/>
                      </m:rPr>
                      <m:t>&gt;</m:t>
                    </m:r>
                    <m:r>
                      <m:t>P</m:t>
                    </m:r>
                    <m:r>
                      <m:rPr>
                        <m:sty m:val="p"/>
                      </m:rPr>
                      <m:t>,</m:t>
                    </m:r>
                    <m:r>
                      <m:t>t</m:t>
                    </m:r>
                    <m:r>
                      <m:t>h</m:t>
                    </m:r>
                    <m:r>
                      <m:t>e</m:t>
                    </m:r>
                    <m:r>
                      <m:t>c</m:t>
                    </m:r>
                    <m:r>
                      <m:t>o</m:t>
                    </m:r>
                    <m:r>
                      <m:t>n</m:t>
                    </m:r>
                    <m:r>
                      <m:t>f</m:t>
                    </m:r>
                    <m:r>
                      <m:t>i</m:t>
                    </m:r>
                    <m:r>
                      <m:t>g</m:t>
                    </m:r>
                    <m:r>
                      <m:t>u</m:t>
                    </m:r>
                    <m:r>
                      <m:t>r</m:t>
                    </m:r>
                    <m:r>
                      <m:t>a</m:t>
                    </m:r>
                    <m:r>
                      <m:t>t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  <m:r>
                      <m:t>i</m:t>
                    </m:r>
                    <m:r>
                      <m:t>s</m:t>
                    </m:r>
                    <m:r>
                      <m:t>t</m:t>
                    </m:r>
                    <m:r>
                      <m:t>2</m:t>
                    </m:r>
                    <m:sSup>
                      <m:e>
                        <m:r>
                          <m:t>g</m:t>
                        </m:r>
                      </m:e>
                      <m:sup>
                        <m:r>
                          <m:t>5</m:t>
                        </m:r>
                      </m:sup>
                    </m:sSup>
                    <m:r>
                      <m:t>e</m:t>
                    </m:r>
                    <m:r>
                      <m:t>0</m:t>
                    </m:r>
                    <m:r>
                      <m:t>g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072030"/>
            <a:ext cx="5477256" cy="811987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f</m:t>
                    </m:r>
                    <m:r>
                      <m:rPr>
                        <m:sty m:val="p"/>
                      </m:rPr>
                      <m:t>Δ</m:t>
                    </m:r>
                    <m:r>
                      <m:t>0</m:t>
                    </m:r>
                    <m:r>
                      <m:rPr>
                        <m:sty m:val="p"/>
                      </m:rPr>
                      <m:t>&lt;</m:t>
                    </m:r>
                    <m:r>
                      <m:t>P</m:t>
                    </m:r>
                    <m:r>
                      <m:rPr>
                        <m:sty m:val="p"/>
                      </m:rPr>
                      <m:t>,</m:t>
                    </m:r>
                    <m:r>
                      <m:t>t</m:t>
                    </m:r>
                    <m:r>
                      <m:t>h</m:t>
                    </m:r>
                    <m:r>
                      <m:t>e</m:t>
                    </m:r>
                    <m:r>
                      <m:t>c</m:t>
                    </m:r>
                    <m:r>
                      <m:t>o</m:t>
                    </m:r>
                    <m:r>
                      <m:t>n</m:t>
                    </m:r>
                    <m:r>
                      <m:t>f</m:t>
                    </m:r>
                    <m:r>
                      <m:t>i</m:t>
                    </m:r>
                    <m:r>
                      <m:t>g</m:t>
                    </m:r>
                    <m:r>
                      <m:t>u</m:t>
                    </m:r>
                    <m:r>
                      <m:t>r</m:t>
                    </m:r>
                    <m:r>
                      <m:t>a</m:t>
                    </m:r>
                    <m:r>
                      <m:t>t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  <m:r>
                      <m:t>i</m:t>
                    </m:r>
                    <m:r>
                      <m:t>s</m:t>
                    </m:r>
                    <m:r>
                      <m:t>t</m:t>
                    </m:r>
                    <m:r>
                      <m:t>2</m:t>
                    </m:r>
                    <m:sSup>
                      <m:e>
                        <m:r>
                          <m:t>g</m:t>
                        </m:r>
                      </m:e>
                      <m:sup>
                        <m:r>
                          <m:t>4</m:t>
                        </m:r>
                      </m:sup>
                    </m:sSup>
                    <m:r>
                      <m:t>e</m:t>
                    </m:r>
                    <m:r>
                      <m:t>1</m:t>
                    </m:r>
                    <m:r>
                      <m:t>g</m:t>
                    </m:r>
                    <m:r>
                      <m:t>T</m:t>
                    </m:r>
                    <m:r>
                      <m:t>h</m:t>
                    </m:r>
                    <m:r>
                      <m:t>e</m:t>
                    </m:r>
                    <m:r>
                      <m:t>m</m:t>
                    </m:r>
                    <m:r>
                      <m:t>a</m:t>
                    </m:r>
                    <m:r>
                      <m:t>g</m:t>
                    </m:r>
                    <m:r>
                      <m:t>n</m:t>
                    </m:r>
                    <m:r>
                      <m:t>i</m:t>
                    </m:r>
                    <m:r>
                      <m:t>t</m:t>
                    </m:r>
                    <m:r>
                      <m:t>u</m:t>
                    </m:r>
                    <m:r>
                      <m:t>d</m:t>
                    </m:r>
                    <m:r>
                      <m:t>e</m:t>
                    </m:r>
                    <m:r>
                      <m:t>o</m:t>
                    </m:r>
                    <m:r>
                      <m:t>f</m:t>
                    </m:r>
                    <m:r>
                      <m:t>C</m:t>
                    </m:r>
                    <m:r>
                      <m:t>F</m:t>
                    </m:r>
                    <m:r>
                      <m:t>S</m:t>
                    </m:r>
                    <m:r>
                      <m:t>E</m:t>
                    </m:r>
                    <m:r>
                      <m:rPr>
                        <m:sty m:val="p"/>
                      </m:rPr>
                      <m:t>(</m:t>
                    </m:r>
                    <m:r>
                      <m:t>C</m:t>
                    </m:r>
                    <m:r>
                      <m:t>r</m:t>
                    </m:r>
                    <m:r>
                      <m:t>y</m:t>
                    </m:r>
                    <m:r>
                      <m:t>s</m:t>
                    </m:r>
                    <m:r>
                      <m:t>t</m:t>
                    </m:r>
                    <m:r>
                      <m:t>a</m:t>
                    </m:r>
                    <m:r>
                      <m:t>l</m:t>
                    </m:r>
                    <m:r>
                      <m:t>F</m:t>
                    </m:r>
                    <m:r>
                      <m:t>i</m:t>
                    </m:r>
                    <m:r>
                      <m:t>e</m:t>
                    </m:r>
                    <m:r>
                      <m:t>l</m:t>
                    </m:r>
                    <m:r>
                      <m:t>d</m:t>
                    </m:r>
                    <m:r>
                      <m:t>S</m:t>
                    </m:r>
                    <m:r>
                      <m:t>p</m:t>
                    </m:r>
                    <m:r>
                      <m:t>l</m:t>
                    </m:r>
                    <m:r>
                      <m:t>i</m:t>
                    </m:r>
                    <m:r>
                      <m:t>t</m:t>
                    </m:r>
                    <m:r>
                      <m:t>t</m:t>
                    </m:r>
                    <m:r>
                      <m:t>i</m:t>
                    </m:r>
                    <m:r>
                      <m:t>n</m:t>
                    </m:r>
                    <m:r>
                      <m:t>g</m:t>
                    </m:r>
                    <m:r>
                      <m:t>E</m:t>
                    </m:r>
                    <m:r>
                      <m:t>n</m:t>
                    </m:r>
                    <m:r>
                      <m:t>e</m:t>
                    </m:r>
                    <m:r>
                      <m:t>r</m:t>
                    </m:r>
                    <m:r>
                      <m:t>g</m:t>
                    </m:r>
                    <m:r>
                      <m:t>y</m:t>
                    </m:r>
                    <m:r>
                      <m:rPr>
                        <m:sty m:val="p"/>
                      </m:rPr>
                      <m:t>,</m:t>
                    </m:r>
                    <m:r>
                      <m:rPr>
                        <m:sty m:val="p"/>
                      </m:rPr>
                      <m:t>Δ</m:t>
                    </m:r>
                    <m:r>
                      <m:t>0</m:t>
                    </m:r>
                    <m:r>
                      <m:rPr>
                        <m:sty m:val="p"/>
                      </m:rPr>
                      <m:t>)</m:t>
                    </m:r>
                    <m:r>
                      <m:t>c</m:t>
                    </m:r>
                    <m:r>
                      <m:t>a</m:t>
                    </m:r>
                    <m:r>
                      <m:t>n</m:t>
                    </m:r>
                    <m:r>
                      <m:t>b</m:t>
                    </m:r>
                    <m:r>
                      <m:t>e</m:t>
                    </m:r>
                    <m:r>
                      <m:t>r</m:t>
                    </m:r>
                    <m:r>
                      <m:t>e</m:t>
                    </m:r>
                    <m:r>
                      <m:t>l</m:t>
                    </m:r>
                    <m:r>
                      <m:t>a</m:t>
                    </m:r>
                    <m:r>
                      <m:t>t</m:t>
                    </m:r>
                    <m:r>
                      <m:t>e</m:t>
                    </m:r>
                    <m:r>
                      <m:t>d</m:t>
                    </m:r>
                    <m:r>
                      <m:t>t</m:t>
                    </m:r>
                    <m:r>
                      <m:t>o</m:t>
                    </m:r>
                    <m:r>
                      <m:t>t</m:t>
                    </m:r>
                    <m:r>
                      <m:t>h</m:t>
                    </m:r>
                    <m:r>
                      <m:t>e</m:t>
                    </m:r>
                    <m:sSup>
                      <m:e>
                        <m:r>
                          <m:t>d</m:t>
                        </m:r>
                      </m:e>
                      <m:sup>
                        <m:r>
                          <m:t>4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183.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+1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+4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+2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+3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184. The oxidation state of metal in metal carbonyl complexes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0</m:t>
                    </m:r>
                    <m:r>
                      <m:t>T</m:t>
                    </m:r>
                    <m:r>
                      <m:t>h</m:t>
                    </m:r>
                    <m:r>
                      <m:t>e</m:t>
                    </m:r>
                    <m:r>
                      <m:t>p</m:t>
                    </m:r>
                    <m:r>
                      <m:t>r</m:t>
                    </m:r>
                    <m:r>
                      <m:t>i</m:t>
                    </m:r>
                    <m:r>
                      <m:t>m</m:t>
                    </m:r>
                    <m:r>
                      <m:t>a</m:t>
                    </m:r>
                    <m:r>
                      <m:t>r</m:t>
                    </m:r>
                    <m:r>
                      <m:t>y</m:t>
                    </m:r>
                    <m:r>
                      <m:t>a</m:t>
                    </m:r>
                    <m:r>
                      <m:t>n</m:t>
                    </m:r>
                    <m:r>
                      <m:t>d</m:t>
                    </m:r>
                    <m:r>
                      <m:t>s</m:t>
                    </m:r>
                    <m:r>
                      <m:t>e</m:t>
                    </m:r>
                    <m:r>
                      <m:t>c</m:t>
                    </m:r>
                    <m:r>
                      <m:t>o</m:t>
                    </m:r>
                    <m:r>
                      <m:t>n</m:t>
                    </m:r>
                    <m:r>
                      <m:t>d</m:t>
                    </m:r>
                    <m:r>
                      <m:t>a</m:t>
                    </m:r>
                    <m:r>
                      <m:t>r</m:t>
                    </m:r>
                    <m:r>
                      <m:t>y</m:t>
                    </m:r>
                    <m:r>
                      <m:t>v</m:t>
                    </m:r>
                    <m:r>
                      <m:t>a</m:t>
                    </m:r>
                    <m:r>
                      <m:t>l</m:t>
                    </m:r>
                    <m:r>
                      <m:t>e</m:t>
                    </m:r>
                    <m:r>
                      <m:t>n</m:t>
                    </m:r>
                    <m:r>
                      <m:t>c</m:t>
                    </m:r>
                    <m:r>
                      <m:t>i</m:t>
                    </m:r>
                    <m:r>
                      <m:t>e</m:t>
                    </m:r>
                    <m:r>
                      <m:t>s</m:t>
                    </m:r>
                    <m:r>
                      <m:t>o</m:t>
                    </m:r>
                    <m:r>
                      <m:t>f</m:t>
                    </m:r>
                    <m:r>
                      <m:rPr>
                        <m:sty m:val="p"/>
                      </m:rPr>
                      <m:t>[</m:t>
                    </m:r>
                    <m:r>
                      <m:t>F</m:t>
                    </m:r>
                    <m:r>
                      <m:t>e</m:t>
                    </m:r>
                    <m:r>
                      <m:rPr>
                        <m:sty m:val="p"/>
                      </m:rPr>
                      <m:t>(</m:t>
                    </m:r>
                    <m:r>
                      <m:t>C</m:t>
                    </m:r>
                    <m:r>
                      <m:t>2</m:t>
                    </m:r>
                    <m:r>
                      <m:t>O</m:t>
                    </m:r>
                    <m:r>
                      <m:t>4</m:t>
                    </m:r>
                    <m:r>
                      <m:rPr>
                        <m:sty m:val="p"/>
                      </m:rPr>
                      <m:t>)</m:t>
                    </m:r>
                    <m: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m:t>]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−</m:t>
                        </m:r>
                      </m:sup>
                    </m:sSup>
                    <m:r>
                      <m:t>c</m:t>
                    </m:r>
                    <m:r>
                      <m:t>o</m:t>
                    </m:r>
                    <m:r>
                      <m:t>m</m:t>
                    </m:r>
                    <m:r>
                      <m:t>p</m:t>
                    </m:r>
                    <m:r>
                      <m:t>l</m:t>
                    </m:r>
                    <m:r>
                      <m:t>e</m:t>
                    </m:r>
                    <m:r>
                      <m:t>x</m:t>
                    </m:r>
                    <m:r>
                      <m:t>e</m:t>
                    </m:r>
                    <m:r>
                      <m:t>s</m:t>
                    </m:r>
                    <m:r>
                      <m:t>a</m:t>
                    </m:r>
                    <m:r>
                      <m:t>r</m:t>
                    </m:r>
                    <m:r>
                      <m:t>e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185.
224 [M(en)(CO)] Cl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3 and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3 and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72030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6 and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072030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0</m:t>
                    </m:r>
                    <m:r>
                      <m:t>a</m:t>
                    </m:r>
                    <m:r>
                      <m:t>n</m:t>
                    </m:r>
                    <m:r>
                      <m:t>d</m:t>
                    </m:r>
                    <m:r>
                      <m:t>3</m:t>
                    </m:r>
                    <m:r>
                      <m:t>T</m:t>
                    </m:r>
                    <m:r>
                      <m:t>h</m:t>
                    </m:r>
                    <m:r>
                      <m:t>e</m:t>
                    </m:r>
                    <m:r>
                      <m:t>p</m:t>
                    </m:r>
                    <m:r>
                      <m:t>r</m:t>
                    </m:r>
                    <m:r>
                      <m:t>i</m:t>
                    </m:r>
                    <m:r>
                      <m:t>m</m:t>
                    </m:r>
                    <m:r>
                      <m:t>a</m:t>
                    </m:r>
                    <m:r>
                      <m:t>r</m:t>
                    </m:r>
                    <m:r>
                      <m:t>y</m:t>
                    </m:r>
                    <m:r>
                      <m:t>a</m:t>
                    </m:r>
                    <m:r>
                      <m:t>n</m:t>
                    </m:r>
                    <m:r>
                      <m:t>d</m:t>
                    </m:r>
                    <m:r>
                      <m:t>s</m:t>
                    </m:r>
                    <m:r>
                      <m:t>e</m:t>
                    </m:r>
                    <m:r>
                      <m:t>c</m:t>
                    </m:r>
                    <m:r>
                      <m:t>o</m:t>
                    </m:r>
                    <m:r>
                      <m:t>n</m:t>
                    </m:r>
                    <m:r>
                      <m:t>d</m:t>
                    </m:r>
                    <m:r>
                      <m:t>a</m:t>
                    </m:r>
                    <m:r>
                      <m:t>r</m:t>
                    </m:r>
                    <m:r>
                      <m:t>y</m:t>
                    </m:r>
                    <m:r>
                      <m:t>v</m:t>
                    </m:r>
                    <m:r>
                      <m:t>a</m:t>
                    </m:r>
                    <m:r>
                      <m:t>l</m:t>
                    </m:r>
                    <m:r>
                      <m:t>e</m:t>
                    </m:r>
                    <m:r>
                      <m:t>n</m:t>
                    </m:r>
                    <m:r>
                      <m:t>c</m:t>
                    </m:r>
                    <m:r>
                      <m:t>i</m:t>
                    </m:r>
                    <m:r>
                      <m:t>e</m:t>
                    </m:r>
                    <m:r>
                      <m:t>s</m:t>
                    </m:r>
                    <m:r>
                      <m:t>o</m:t>
                    </m:r>
                    <m:r>
                      <m:t>f</m:t>
                    </m:r>
                    <m:r>
                      <m:t>i</m:t>
                    </m:r>
                    <m:r>
                      <m:t>r</m:t>
                    </m:r>
                    <m:r>
                      <m:t>o</m:t>
                    </m:r>
                    <m:r>
                      <m:t>n</m:t>
                    </m:r>
                    <m:r>
                      <m:t>i</m:t>
                    </m:r>
                    <m:r>
                      <m:t>n</m:t>
                    </m:r>
                    <m:r>
                      <m:t>t</m:t>
                    </m:r>
                    <m:r>
                      <m:t>h</m:t>
                    </m:r>
                    <m:r>
                      <m:t>e</m:t>
                    </m:r>
                    <m:r>
                      <m:t>c</m:t>
                    </m:r>
                    <m:r>
                      <m:t>o</m:t>
                    </m:r>
                    <m:r>
                      <m:t>m</m:t>
                    </m:r>
                    <m:r>
                      <m:t>p</m:t>
                    </m:r>
                    <m:r>
                      <m:t>l</m:t>
                    </m:r>
                    <m:r>
                      <m:t>e</m:t>
                    </m:r>
                    <m:r>
                      <m:t>x</m:t>
                    </m:r>
                    <m:r>
                      <m:rPr>
                        <m:sty m:val="p"/>
                      </m:rPr>
                      <m:t>[</m:t>
                    </m:r>
                    <m:r>
                      <m:t>F</m:t>
                    </m:r>
                    <m:r>
                      <m:t>e</m:t>
                    </m:r>
                    <m:r>
                      <m:rPr>
                        <m:sty m:val="p"/>
                      </m:rPr>
                      <m:t>(</m:t>
                    </m:r>
                    <m:r>
                      <m:t>C</m:t>
                    </m:r>
                    <m:r>
                      <m:t>2</m:t>
                    </m:r>
                    <m:r>
                      <m:t>O</m:t>
                    </m:r>
                    <m:r>
                      <m:t>4</m:t>
                    </m:r>
                    <m:r>
                      <m:rPr>
                        <m:sty m:val="p"/>
                      </m:rPr>
                      <m:t>)</m:t>
                    </m:r>
                    <m: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m:t>]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−</m:t>
                        </m:r>
                      </m:sup>
                    </m:sSup>
                    <m:r>
                      <m:t>a</m:t>
                    </m:r>
                    <m:r>
                      <m:t>r</m:t>
                    </m:r>
                    <m:r>
                      <m:t>e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186.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3 and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6 and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3 and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6 and 3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187. The sum of coordination number and oxidation number of the metal M in the complex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188. The terminal and bridged CO ligands in the compound [Co 2 (CO) 8 ] are respectively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0, 2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6, 1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5, 2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6, 2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189. Which of the following is an ambidentate ligand?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NH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S</m:t>
                    </m:r>
                    <m:r>
                      <m:t>C</m:t>
                    </m:r>
                    <m:sSup>
                      <m:e>
                        <m:r>
                          <m:t>N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p>
                      <m:e>
                        <m:r>
                          <m:t>l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190. Which of the following is the correct increasing order of strength in the
spectrochemical series of ligands?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EDTA 4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-</a:t>
            </a:r>
            <a:r>
              <a:rPr sz="1600" b="0">
                <a:solidFill>
                  <a:srgbClr val="F0F0F0"/>
                </a:solidFill>
                <a:latin typeface="Arial"/>
              </a:rPr>
              <a:t> &lt; C 2 O 4 2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-</a:t>
            </a:r>
            <a:r>
              <a:rPr sz="1600" b="0">
                <a:solidFill>
                  <a:srgbClr val="F0F0F0"/>
                </a:solidFill>
                <a:latin typeface="Arial"/>
              </a:rPr>
              <a:t> &lt; Cl - &lt; OH - &lt; CN -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EDTA 4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-</a:t>
            </a:r>
            <a:r>
              <a:rPr sz="1600" b="0">
                <a:solidFill>
                  <a:srgbClr val="F0F0F0"/>
                </a:solidFill>
                <a:latin typeface="Arial"/>
              </a:rPr>
              <a:t> &lt; C 2 O 4 2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-</a:t>
            </a:r>
            <a:r>
              <a:rPr sz="1600" b="0">
                <a:solidFill>
                  <a:srgbClr val="F0F0F0"/>
                </a:solidFill>
                <a:latin typeface="Arial"/>
              </a:rPr>
              <a:t> &lt; CN - &lt; OH - &lt; Cl -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7203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Cl - &lt; C 2 O 4 2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-</a:t>
            </a:r>
            <a:r>
              <a:rPr sz="1600" b="0">
                <a:solidFill>
                  <a:srgbClr val="F0F0F0"/>
                </a:solidFill>
                <a:latin typeface="Arial"/>
              </a:rPr>
              <a:t> &lt; Cl - &lt; OH - &lt; EDTA 4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-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07203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Cl - &lt; OH - &lt; C 2 O 4 2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-</a:t>
            </a:r>
            <a:r>
              <a:rPr sz="1600" b="0">
                <a:solidFill>
                  <a:srgbClr val="F0F0F0"/>
                </a:solidFill>
                <a:latin typeface="Arial"/>
              </a:rPr>
              <a:t> &lt; EDTA 4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-</a:t>
            </a:r>
            <a:r>
              <a:rPr sz="1600" b="0">
                <a:solidFill>
                  <a:srgbClr val="F0F0F0"/>
                </a:solidFill>
                <a:latin typeface="Arial"/>
              </a:rPr>
              <a:t> &lt; CN -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191. Which of the following ligands can exhibit linkage isomerism?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r>
                      <m:t>O</m:t>
                    </m:r>
                    <m:sSup>
                      <m:e>
                        <m:r>
                          <m:t>2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NH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H 2 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CO</a:t>
            </a: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192. Which of the following ligands produces a synergic effect in coordination complexes?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Oxalates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Carbon Monoxide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Sulphate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Nitrates</a:t>
            </a: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193. Which of the following species is not a ligand?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r>
                      <m:t>H</m:t>
                    </m:r>
                    <m:sSup>
                      <m:e>
                        <m:r>
                          <m:t>4</m:t>
                        </m:r>
                      </m:e>
                      <m:sup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H 2 N-CH 2 -CH 2 -NH 2</a:t>
            </a: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D. Both Primary and Secondary Valencies are ionisable.
Application Based Questions:
194. Which of the following statements regarding primary and secondary valencies is
correct?
A. Primary Valencies are ionisable while Secondary Valencies are non-ionisable.
B. Primary Valencies are non-ionisable while Secondary Valencies are ionisable.
C. Both Primary and Secondary Valencies are non-ionisable.</a:t>
            </a: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195. Which type of complexes doesn't show geometrical isomerism?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[MX 2 L 2 ] Tetrahedral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[MABXL] Square planar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[MX 2 L 2 ] Square planar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[MX 4 L 2 ] Octahedral</a:t>
            </a: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