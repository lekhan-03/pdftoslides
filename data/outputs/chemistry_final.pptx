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6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6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Relationship Id="rId4" Type="http://schemas.openxmlformats.org/officeDocument/2006/relationships/image" Target="../media/image7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Relationship Id="rId4" Type="http://schemas.openxmlformats.org/officeDocument/2006/relationships/image" Target="../media/image76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Relationship Id="rId4" Type="http://schemas.openxmlformats.org/officeDocument/2006/relationships/image" Target="../media/image79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96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1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89.png"/><Relationship Id="rId7" Type="http://schemas.openxmlformats.org/officeDocument/2006/relationships/image" Target="../media/image11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1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1.png"/><Relationship Id="rId4" Type="http://schemas.openxmlformats.org/officeDocument/2006/relationships/image" Target="../media/image131.png"/><Relationship Id="rId5" Type="http://schemas.openxmlformats.org/officeDocument/2006/relationships/image" Target="../media/image103.png"/><Relationship Id="rId6" Type="http://schemas.openxmlformats.org/officeDocument/2006/relationships/image" Target="../media/image126.png"/><Relationship Id="rId7" Type="http://schemas.openxmlformats.org/officeDocument/2006/relationships/image" Target="../media/image125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3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35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4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145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48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49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5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54.png"/><Relationship Id="rId5" Type="http://schemas.openxmlformats.org/officeDocument/2006/relationships/image" Target="../media/image155.png"/><Relationship Id="rId6" Type="http://schemas.openxmlformats.org/officeDocument/2006/relationships/image" Target="../media/image156.png"/><Relationship Id="rId7" Type="http://schemas.openxmlformats.org/officeDocument/2006/relationships/image" Target="../media/image157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56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6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6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67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.png"/><Relationship Id="rId4" Type="http://schemas.openxmlformats.org/officeDocument/2006/relationships/image" Target="../media/image168.png"/><Relationship Id="rId5" Type="http://schemas.openxmlformats.org/officeDocument/2006/relationships/image" Target="../media/image169.png"/><Relationship Id="rId6" Type="http://schemas.openxmlformats.org/officeDocument/2006/relationships/image" Target="../media/image170.png"/><Relationship Id="rId7" Type="http://schemas.openxmlformats.org/officeDocument/2006/relationships/image" Target="../media/image171.png"/><Relationship Id="rId8" Type="http://schemas.openxmlformats.org/officeDocument/2006/relationships/image" Target="../media/image172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75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76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8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8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85.png"/><Relationship Id="rId5" Type="http://schemas.openxmlformats.org/officeDocument/2006/relationships/image" Target="../media/image186.png"/><Relationship Id="rId6" Type="http://schemas.openxmlformats.org/officeDocument/2006/relationships/image" Target="../media/image187.png"/><Relationship Id="rId7" Type="http://schemas.openxmlformats.org/officeDocument/2006/relationships/image" Target="../media/image188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89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93.png"/><Relationship Id="rId5" Type="http://schemas.openxmlformats.org/officeDocument/2006/relationships/image" Target="../media/image194.png"/><Relationship Id="rId6" Type="http://schemas.openxmlformats.org/officeDocument/2006/relationships/image" Target="../media/image195.png"/><Relationship Id="rId7" Type="http://schemas.openxmlformats.org/officeDocument/2006/relationships/image" Target="../media/image196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97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Relationship Id="rId4" Type="http://schemas.openxmlformats.org/officeDocument/2006/relationships/image" Target="../media/image198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9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05.png"/><Relationship Id="rId5" Type="http://schemas.openxmlformats.org/officeDocument/2006/relationships/image" Target="../media/image206.png"/><Relationship Id="rId6" Type="http://schemas.openxmlformats.org/officeDocument/2006/relationships/image" Target="../media/image207.png"/><Relationship Id="rId7" Type="http://schemas.openxmlformats.org/officeDocument/2006/relationships/image" Target="../media/image208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04.png"/><Relationship Id="rId5" Type="http://schemas.openxmlformats.org/officeDocument/2006/relationships/image" Target="../media/image206.png"/><Relationship Id="rId6" Type="http://schemas.openxmlformats.org/officeDocument/2006/relationships/image" Target="../media/image209.png"/><Relationship Id="rId7" Type="http://schemas.openxmlformats.org/officeDocument/2006/relationships/image" Target="../media/image99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9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20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21.png"/><Relationship Id="rId5" Type="http://schemas.openxmlformats.org/officeDocument/2006/relationships/image" Target="../media/image222.png"/><Relationship Id="rId6" Type="http://schemas.openxmlformats.org/officeDocument/2006/relationships/image" Target="../media/image223.png"/><Relationship Id="rId7" Type="http://schemas.openxmlformats.org/officeDocument/2006/relationships/image" Target="../media/image224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25.png"/><Relationship Id="rId5" Type="http://schemas.openxmlformats.org/officeDocument/2006/relationships/image" Target="../media/image226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2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3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7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8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39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40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Relationship Id="rId6" Type="http://schemas.openxmlformats.org/officeDocument/2006/relationships/image" Target="../media/image219.png"/><Relationship Id="rId7" Type="http://schemas.openxmlformats.org/officeDocument/2006/relationships/image" Target="../media/image218.png"/><Relationship Id="rId8" Type="http://schemas.openxmlformats.org/officeDocument/2006/relationships/image" Target="../media/image243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44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45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46.png"/><Relationship Id="rId5" Type="http://schemas.openxmlformats.org/officeDocument/2006/relationships/image" Target="../media/image247.png"/><Relationship Id="rId6" Type="http://schemas.openxmlformats.org/officeDocument/2006/relationships/image" Target="../media/image248.png"/><Relationship Id="rId7" Type="http://schemas.openxmlformats.org/officeDocument/2006/relationships/image" Target="../media/image249.png"/><Relationship Id="rId8" Type="http://schemas.openxmlformats.org/officeDocument/2006/relationships/image" Target="../media/image250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51.png"/><Relationship Id="rId5" Type="http://schemas.openxmlformats.org/officeDocument/2006/relationships/image" Target="../media/image252.png"/><Relationship Id="rId6" Type="http://schemas.openxmlformats.org/officeDocument/2006/relationships/image" Target="../media/image253.png"/><Relationship Id="rId7" Type="http://schemas.openxmlformats.org/officeDocument/2006/relationships/image" Target="../media/image254.png"/><Relationship Id="rId8" Type="http://schemas.openxmlformats.org/officeDocument/2006/relationships/image" Target="../media/image255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56.png"/><Relationship Id="rId5" Type="http://schemas.openxmlformats.org/officeDocument/2006/relationships/image" Target="../media/image257.png"/><Relationship Id="rId6" Type="http://schemas.openxmlformats.org/officeDocument/2006/relationships/image" Target="../media/image258.png"/><Relationship Id="rId7" Type="http://schemas.openxmlformats.org/officeDocument/2006/relationships/image" Target="../media/image259.png"/><Relationship Id="rId8" Type="http://schemas.openxmlformats.org/officeDocument/2006/relationships/image" Target="../media/image26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1.png"/><Relationship Id="rId5" Type="http://schemas.openxmlformats.org/officeDocument/2006/relationships/image" Target="../media/image257.png"/><Relationship Id="rId6" Type="http://schemas.openxmlformats.org/officeDocument/2006/relationships/image" Target="../media/image259.png"/><Relationship Id="rId7" Type="http://schemas.openxmlformats.org/officeDocument/2006/relationships/image" Target="../media/image262.png"/><Relationship Id="rId8" Type="http://schemas.openxmlformats.org/officeDocument/2006/relationships/image" Target="../media/image26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4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5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6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7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04.png"/><Relationship Id="rId5" Type="http://schemas.openxmlformats.org/officeDocument/2006/relationships/image" Target="../media/image202.png"/><Relationship Id="rId6" Type="http://schemas.openxmlformats.org/officeDocument/2006/relationships/image" Target="../media/image268.png"/><Relationship Id="rId7" Type="http://schemas.openxmlformats.org/officeDocument/2006/relationships/image" Target="../media/image205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73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04.png"/><Relationship Id="rId7" Type="http://schemas.openxmlformats.org/officeDocument/2006/relationships/image" Target="../media/image276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image" Target="../media/image1.png"/><Relationship Id="rId4" Type="http://schemas.openxmlformats.org/officeDocument/2006/relationships/image" Target="../media/image277.png"/><Relationship Id="rId5" Type="http://schemas.openxmlformats.org/officeDocument/2006/relationships/image" Target="../media/image278.png"/><Relationship Id="rId6" Type="http://schemas.openxmlformats.org/officeDocument/2006/relationships/image" Target="../media/image279.png"/><Relationship Id="rId7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1ce686e98969e2773a36877ddc0d8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fab2587738c87046b2e18f531f14a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9ce74e31e0e9fa8489a6cc5074068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3350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6d8c1a192792e134f9835c97f629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96682db825ef68ff6d0bd318a5f2d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13350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ae8f782fc4d633d80f4e968a9e9b1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18f09912d5dae54d5a850bdcae3bc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0.1M solution, the colligative property will follow the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0eb2d98f4a58a89eddfb42eb0ef4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79ddfbf8d152dc168beb27fcaf3ea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90e8619df31942ad64a15bad31ff9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80078d04d32cd0e65f0ba3bd9b813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92428648998b10a51d9c881029f52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d656764642dff2b6d19b20cd048d5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c4900fa6557a5d7708b42683af28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38100c757c06d326bceb7a5f9f4b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c7bffbcbb13a26c1a03a80fa75dc4a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73cb4621906d668a66d0144184d795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1d0f068f5d934ec7cbf8aa8bbee052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de41e66c44df583099f3bb9e770e68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33a2e51d0c041807ba4ed099483ef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49f5df85cc266cc5ed5d619b36b79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tanks used by most scuba divers are filled with air diluted with helium of 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1425326ff301bd1c7cfaeb2b1f370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2db04ed6a7a1a5a041f4e99323cb8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7c8afa522972d1a62913a742a32f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7b9df19e34270e447a518246d630a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8009969dde283c39f3f8424d1cac6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f8aa062ec37e673f4da54a9858fbe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c55ed44393b8f83c41b198cd751c6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a8d4062543b826b22ff77bcb35084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and the reason is the correct explanation of the assertion.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 assertion.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30b1e0a78f24409d8c03b61e17b84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b7ef6d414154dda75a416dee63c75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de9ec37c8c444e427ebf6a9c8a7df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Ecell = E°cell - 0.0295 log (Cu2+/Zn)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33aaefe93a192324de4dfbbb52e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a28a85ba5b31296dfa273bd16b1e5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27536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754a3ecd5f7bd68160890d64f5c66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2f4a5b298d8f751042aab83492a32b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b645a27f6d88e865a3fa55881f426b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59f5b37af22c00b89771a4abcb5b70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(iv)  H2-O2 fuel cell.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Lead (Pb)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Hydrogen(H2) 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Zinc (Zn)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Zinc – Mercury amalgam(Zn(Hg))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1af4f91a5c63471142c9dd28989d1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04014618bb9264ed66e238662e3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62bc3484b862d405607a22da315b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c72f56f3de773253ab1c42855710e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68d873186bbe5088c6f2a6ebc5cd7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521474809cd372555384d89ad6e7c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2260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01370d677fd1ecbfecdf2a0d40e1c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41155e19d392d9a72191ea0759541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e29e8ee3360afd0a54dd762291878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fdde25464ee6ba2a1c22aa81f86145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1d68f5c3fc146231260fda8617cf3f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fe14ae0d906d0f9dd2ab60223acce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c56f63473ea9aaef2b48aa83dcf85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db0d313ce6cc759eb915dc316d4db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57630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fb7a83c5c2ec5bb133058d782dc9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17680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Cl2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6ac94eb768f0fa2fd40688c21ee25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40ab5368ea68246a493a01d7a1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801f2ffe8545642e9b8780f43aaf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16c26c662ef4078ce0405193390a1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5ca0d772d1df0084423472f113d38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e1e49b62f095f9975ae1a613380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b5dca1c114200308f893d84d33961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ffe9642b6b9d6cf01d14247bb254a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81915795be8bf62e659263a7f5839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4d21a76d5588946e08c3b8bb94807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ade90afdc45b833c3cad56a1b3c862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450eb430a8253bbe485cce9ac5d35d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b2f8d3c0f9408b9f6398f370f7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726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 temperature.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 temperature.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 temperature.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 temperature.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[R0]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log [R0]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 rate increases by a factor of 8 when the concentrations of both the reactants (A and B. are doubled. The rate law for the reaction can be written as: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Rate = K [A][B]2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Rate = K [A]2[B]2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Rate = K [A]2[B]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Rate = 𝐾 [A] [B]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3fa8428830d14bfb507b3909b109f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Rate of disappearance of Cl2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92aac8ab63eceaddf2918ea3720b3e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Rate of appearance of Cl2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4e4fb68d85b93e0efa69e0f9c9508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972603c01bc1e763fa89ebdb1668e1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51068d5643bbb7a17d7ae1372f3db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66914ad5e876a523cbf991a8d28e13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71651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3e69248a7503dd722030bed7693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6f3b8e0d60ef3d826ff5cfc5fa85e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bfe461779a7e860417b6fdb221975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553218e70f436f6fc1919cbe3645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number of collisions per second per unit volume of the reaction is known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of a chemical reaction having the rate expression, Rate = k[A] [B]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overall order of a reaction which has the rate expression Rate = K[A]1/2[B]3/2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order for a reaction with the rate law Rate=𝑘[𝐴]1[𝐵]1 is: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rate constant of a reaction is k = 2.3 × 10-5 L mol-1 s-1.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mol dm-3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mol dm-3 s-1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mol-1 dm3 s-1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slope of the Arrhenius plot (log k versus 1/T) for a given reaction is found to be −2000 K. What is the activation energy (Ea) of the reaction in J mol−1? (Given R = 8.314 J K−1mol−1)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2k / [R]0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[R]0 / 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[R]0 /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[R]0 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value of ‘x' if the total order of the reaction, which has the rate expression: Rate = k [A]ˣ [B]2ˣ is 3/2?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01f2e3fd774346ae3ec0590de6ff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t½ ∝ [R0]0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t½ ∝ [R0]2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t½ ∝ [R0]-1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t½ ∝ [R0]1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b7a1ff51b07d4795baf55c34f953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29055dfc3d38630c4743d9424dcb9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4720a9b5f41c8064cfbcf9b40eb29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190045fbabb92fe16bf2a2aaae0f9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c4b758b1e9f33b0d88348702e6f18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5d2fbb3f40de389effd92c5efbb6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ef4d878e44e16db01f3259e987364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e36aa2ad4bc9e5d3d1892dd5d7664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6ef294536c7a40c5d0ec6ea536b0c5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1c66e93da63f4f1ef55200002fd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14cf857264404b68b8e2ace470fa4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fc344b4ead3ffde4294baab484567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b1666c4b103f44a8b1d982a792750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b6e2f46c5adc91153b21eeb326fd8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35968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aqueous solution, copper (I) ions undergo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d957f21a6cb94f811873bfcc20b4d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d8502b345c3f2d97e011e3e1d89a2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60d0377befffe4da7f25314a2ea4068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4f1e868039a01b4c634f44d5f1201f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ee121c59e3dbd3ba67fc4867f731c9b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7f8ea50192d5a5627ac2879d9d70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2f85f05e401775bd66970c4071fd4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1f30df63d087a49085e6a6d8e64c39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8f3ea51320f6c85d5b587bc8c9168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1f25d22f42e04af4265686b69114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76c00ee22d017a384c33ec45e8aea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673d4acd2a8dc4d560d9c4cb9005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2e13d86b12f1ed54c30b93baff05d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0f52ed29be079dceb41dc2173d65e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68834b471fecbbabb2ab79e80726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65088737a5a88e66e3a00020051a6b2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ef70a05da797fcb91684331f3ada1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d3c493d4b4b9eebff03c1aec366c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c328032a450d73c0c63d02e073826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ef4d878e44e16db01f3259e987364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fc7585f4f7284e7ea992cf331a1737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48947a2b4bcccaa9c8536eff3e6ff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3aaf0922e5f94072b64fed1567e0c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6c6cf2d033a3e8f8579fd88ceb08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340705ca4f1ccfc35e064b262ea7b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7a5211bc750846b8b17cc06c48de0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5c31d602a9807197eb522a9e31bff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ae892f79353332e6c815c313c8ec2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915d590d1e2f98a911bbfa0efee9b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99d9dde7ddea25730edc88470cd61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2760d8d63279f6f34505a41c38dc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1c05846f6ed6442b396631a0b28a4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a52caf942abc958014b1fdc195d2d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e48fdcc0c00719d4bc92114a38b18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9ac980dd15936a6d362c18cae490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48f910cdcf791b355234a31e85b19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6f24676aa0a0b60999cb1ee29e0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99d9dde7ddea25730edc88470cd61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5915d590d1e2f98a911bbfa0efee9b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4df93942aa801372e8bfd7e58778a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8fe8efef444e70704436ddfd69aa3e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25072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f9a8d0e72d5a68c9c2889fbb216c3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28c5e844398ed360124b12ba0266e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df48958fe187c961c3b3b49f286cb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2f241cf54d769d816d96a0a159e37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cb596771ff8b7175041068a1eaf18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00d1046e54d2cd0caafca4a9c1b6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97296"/>
            <a:ext cx="517550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807f16ae2979b3a0cf87a85c9cf8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d2bd471e8812cc28bfc35745e1b92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7d0a8c9704f0c114ee7660031fc2dd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74c597b7b46b7435a728c6d43fddf2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44794865040c4d99bb375a275ca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920240"/>
            <a:ext cx="5724144" cy="585216"/>
          </a:xfrm>
          <a:prstGeom prst="rect">
            <a:avLst/>
          </a:prstGeom>
        </p:spPr>
      </p:pic>
      <p:pic>
        <p:nvPicPr>
          <p:cNvPr id="8" name="Picture 7" descr="f0c8e2dbe15be99ca9455c95ec742b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916" y="1920240"/>
            <a:ext cx="5724144" cy="58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920240"/>
            <a:ext cx="18288" cy="2103120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ed322e329efef66c33bf6b9015aa4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194560"/>
            <a:ext cx="5724144" cy="585216"/>
          </a:xfrm>
          <a:prstGeom prst="rect">
            <a:avLst/>
          </a:prstGeom>
        </p:spPr>
      </p:pic>
      <p:pic>
        <p:nvPicPr>
          <p:cNvPr id="11" name="Picture 10" descr="6a748cbabedff6adebaa55c7871a6c4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651760"/>
            <a:ext cx="5724144" cy="585216"/>
          </a:xfrm>
          <a:prstGeom prst="rect">
            <a:avLst/>
          </a:prstGeom>
        </p:spPr>
      </p:pic>
      <p:pic>
        <p:nvPicPr>
          <p:cNvPr id="12" name="Picture 11" descr="c202b59c778833036d5230aa4566b75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108960"/>
            <a:ext cx="5724144" cy="585216"/>
          </a:xfrm>
          <a:prstGeom prst="rect">
            <a:avLst/>
          </a:prstGeom>
        </p:spPr>
      </p:pic>
      <p:pic>
        <p:nvPicPr>
          <p:cNvPr id="13" name="Picture 12" descr="c66dcca6b4d0eacab93e499a2f4e9ea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66160"/>
            <a:ext cx="5724144" cy="5852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5916" y="21945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(A)  Fire extinguisher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26517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(B)  Antiseptic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31089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(C)  Solvent for fats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3566160"/>
            <a:ext cx="55458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Arial"/>
              </a:rPr>
              <a:t>(D)  Paint remover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cd57849986ed0842bc714ca1af813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50fddf6950fbc07485acc5da3a0e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36b17426c2130c8df132a3dfa2feb6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f0470a377fe896a9c649c6eb028ad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6f1e2fc72913ad3e64547a451173d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3c9161746dfc2afa5260081782290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835ae0cccae84dc2c26fce69ddb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3af0e0f11053039aa502664ea42fb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911367087df608d98fb0c4e748c626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af0e0f11053039aa502664ea42fb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2c3777c191010e7d49c6f07cfb15e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897dfd90433dbba03de0356c14e6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1057b3e35e09d4476501b1e380475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5d09212a5a26fe60fe21dcc6f0cff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4ad117f4b49bcc0f02d7fc5e8d709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a9c2c7094022e5d276da837e37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81d04f4c6954904ea918f576328e0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8c76c0e74611d5d4c838e14403f71e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eab389ac4586dc86eec7642b0baca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dfa739b6a355df130d604866a09d2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539688608fd99f2377631fe308db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62233a72850253ff1f6e397d29510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e66fba5d984d343d9cfaea0a65de9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3cae605488719b7568bb542d29f6d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4d1dc6538aa6eb95999281c285370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e1c798205a7a43b3bf0810345d3056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da9047048daa285f701f67d414b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22372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143438ada32e8b2b2a86c4444b7bd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813792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1666a567f9f14394b6e7f11d7a6e4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923776" cy="2164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adda973625692e7f1d667812b3249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ddd68126e7d0865f840a4ae30611c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235ed843f3b9ec9f047c57852d99a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933c9bb279e30b1833a945d505c93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90a12987510b986bf40f4db86c5c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1168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8ce418d23512fb417d6f6e957777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2dd3a5a2979b2f6667c0f9d0f65f9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d8c536d4cbe6a0cf09468d996c22f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17784206e291b0549e0af15a97dde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eeccdd720d8700c9f425fc092fc1b0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b50f6484ce615122104a46a1be744f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5f6ffa3b071be0c8e9b62f8bce5fd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7cf5a6faae79682c8ee876a9dd204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1d41ac3ff9510d81ba6dffd02f215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410f02312f0e63f361c6b7c183493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35a72f3097033e7dd4d863a441dd6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fb8357a9771107df97f50f0e30818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8ac5a17fb5602de5d617fbc6f0abb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fe7a9da2551543a247df190267e1d7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364bc41dd72c21d73384936d24a5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be2f525d4f07ee34dce344db44581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05dfe5d1ad5385d1d395ac93c7e5d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c4b6a6aba0cd1fdf9211003dbf364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743712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3b17071094c6bc87c39350eeee18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f9a5528a5bd669eadf67e523315ea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5c88d05e39ed77eab35c04dbb07f9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7c54cabd942300e53086055b266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2102fd2ecdb72025c4af788bca0816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a07fcf6a92c840b019aa55e4f2637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bfdf584f205715030f31bcc7ee27f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0d0377befffe4da7f25314a2ea4068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5f900c92041064e1ed8890a52dc7e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74409c43524a0925c92d99855eac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2dbbc80403d4dac12fb29395f0da8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1b6557b3c7935e7093759cdf572640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09d43246f6b63d0380ea1c5f46ff4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da977c393ee416033bd6cb935c9f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835b1491c8747b70a30fc60fbca7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2a92919519ddcbe0019da8deb7434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e5f7ec067f488d9141a6f5479d57a2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ec96b406c98a5221e68e4683b1b33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f0bf5d091c5986d4c60aaf14f87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25bdd5092806ecd016a7c80c241b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3288c52954ed80bc5402de6efad24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779fce9bfbea8799db31a0eed55fa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72373e5f3d6d23b18f729e0febf59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54869f260eea2ff238f2ca966cdef4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40649d72c4e3457c059f4d016c1cc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752e3d6fd2eaab528b0354d3c6c66a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cb6391b9bd178d8bf1eb53f796687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aad8d2acb92abfd501fa650d4c0a8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736336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84151c452414a1775981a44f38341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9afb25e9783a768f8de590bc7184f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af98c6324f63ff882ee6bcf5ecd29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aedf2898a76b4f9fb4dbefe8349b9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057888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9f95fc72ada04ff3351f7045d332f4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ddbfee10a7c22fd6ec7f52befea305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778b6e54964a97c7cffe782d62226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a195046a5c1c8dcb57af62bd4c191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7aa198496262f4ccc135e0cb0b065a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e92bc3dd12adc0b5a3d0edf7a8db5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1ce0365ce4c953eae2b66df7ae92a3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63726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2f02ceefdcc5ff10941afee21af8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e5f7ec067f488d9141a6f5479d57a2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caa923f187ecb8b295992aaaeb95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62ce9a5e159384f7b0a796a0e3ff15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c7b5f0eafae6be2e9d1dad1c001bc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6ed919189f6c3dfbaad1882c7e929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47bebf4482e092932e0971cc8e0dd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9dd27352f9d6b95506f88515e3e13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1284d021171553ef7d85c4877c8d0c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d3316cf758a30cfb77339ed966b8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ecfe63a2ba583b12473e452fbc139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93822e442ce1dce21e1bae2cc2a36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47dbfa08c300588d14e08419facd9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c57cc83d54bc9501905f4500a6a1c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7c03e80126dc6128c7558a0c5b3509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0897f66d66bde8f1eedb930df5418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cdc116029e01f4c1666f5e2425a586b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1abc045db7a6541bc6e4aed08911e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8384edba8213d194218c18330e0d1a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7876468ce0f55c0708059b7bc6890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a0db366ab5413a292262ed7794a9f5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9b658fddc27ba6544a24fca40329c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8384edba8213d194218c18330e0d1a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6b26e4c1a19b9a53e232638c96e1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a0132f955031776fa06db56f56fc66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09a716b181b4c47cd78d2bc1a8235d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7437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476a4bfeb173358ee44458318865e9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9f0192bf34049f1f94e848809442d4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3f6f63e772e8c0865805329607ba21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b0759a13943b411c3c41380b48e5a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d01eff3bc0f126b2fb097854309c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c88d05e39ed77eab35c04dbb07f9f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c1f1e0ddd69df626660165b46127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9814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a0a4ed170920909aa453474a8bd69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f5d954c22040609c8b329777e4c90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981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e9c05f52207a73a09f59cd37771d7a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bc21e518677884e1e42c091786b97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b68266d533b4a4deae830c6974c72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b6cc2b1e9f86ffbde1aa98eea9a1e7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b0759a13943b411c3c41380b48e5a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e2346f8e2451aae285c9e64df76c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95bed337a6101ba2f5d33fa5b3ab5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b0759a13943b411c3c41380b48e5a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b0e09fc493a71b99d850b78ea71d7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of the following statements regarding primary and secondary valencies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004627ad6c848536a2c64d616987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b1f8a014001e89249969f3594bee6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8289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9a14397f98959b2106984023588b3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4882896"/>
            <a:ext cx="5175504" cy="627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c9564b83e80cad4d8de3b8177f4f2f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357f5731283d0206ed3bb843d442af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5797296"/>
            <a:ext cx="5175504" cy="62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