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17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4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21.png"/><Relationship Id="rId8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0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7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2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8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86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87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88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90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.png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Integrals - Final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b64b61e52944f0cf78f1ce9356b9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f01a1c458ca5ca6b4e5e608a7bb3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0ba3da5fe22faf6f3adfda7b1a65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4d95a90bf8a1bb9b2df6e31c6267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21ab9c7dcd1fee05356a48d1136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a28be7739ac9d3331650b13d450fa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f1f51dd5ebcc619776707fe486c9d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8d2fecb84783b553d200c336a93ea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89ebd30d0409396c7ddbaaa6c9cb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913e42d03122a367bbdc8140375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16f29fc0c7ee705786da56f3beea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8c3499612ab85092cb114ab8fde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554e9bdeb510e41ce8f516d024b4a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e50bcd042c73a05ca81465e72ea41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3240cb227dd1d7740653348dda7f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ac84f2f8fbb8577e27ea5d93f153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6cf95840767fdd5f0571656dc969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6acb04415eb732b5fa90f88aa979a2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00791a0c1479f19f47cca4155630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097d9089573ba01399bd32e47eb3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bec4c0d8827010ac359ed999bcd829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3866543b1011b81d7b0aac3975dea1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bb75f8e79ba108a8797df6d96ec36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5d4a7d759c0079e2d8f7464665d41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12cca5f603eeb3d258a8c5af5ef1d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1335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f1cea2f17bb91ae4c6bfeacc06d7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9b5337117367dd2e47b96ed7450a7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0a964089291599973b25243b6bfe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cc5ceefe1b338becd4aabcb01274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-cosec⁡^{-1}x+C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ea0636e28e2a79a115080204f3eb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783869b05a59ca5a38fdea691050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8d3e3172defdb2a0a14d3b47c7e9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8192307656f8f1f771e044a8d80e4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f80ba161586284e187b0ffd5bbed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7d099292d93d50f75d43b8600d0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192f51b1e7d327a8a5384a21acee5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5dc831e9b2a737d606a6e9aed0bdc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d89138c30e406eccb51d0e8288e6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∫_{0}^{π} (sin^{2}(x)/(2)-cos^{2}(x)/(2))dx=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844ff9d124da38e9db390563b29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cbc6ca12eef238d9bbbd838f62bf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d76815bd1abe4bf7c55fa56b196c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6043d6ce64e6251905fd97087594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20f110a716a20b64cfbc2f98c0afb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ff45bfca1f37e205fe05578f7e38d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b5438ba1e1c0ae442cd52bb8554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3240cb227dd1d7740653348dda7f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056cc87bc8b4b34bf62a39eb750d1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d4aa88549e451a243ed2874b726b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∫_{0}^{π/3} (sqrt(3))/(1+x^{2}) dx is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e28b68c3bb4c3746d75f298a3f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07dec9d0ef0fae4d395e63208c969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00699f9425b1648c73710109953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9f81ad86b2e840cd76a5f805d4cc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4ffb89f52d885409b74ded02e25cf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17f346c052b86946700c21d2e95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d29ad1b6db2e46d985d48469cbfcf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ad5df35e891e67082532733222844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96ffd75f71789cdc863ff26161344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ed09033abb22e909f3ae05f1aa20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b3fb7fd7b4f67e9663fd50c6732c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5fd114c98fafa893de9b10f184ee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da57e42348208951e4b25c43f97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2d4e14e395a143b8f1014c76cbf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cca71cb6fbe5b53619dc922eb43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cb5513bfc73395f5cb0e867b04012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3a0dca2a10f78c6aebd4ff9cf707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732d5de3fcd2560aa52786eba0de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c180117452a623998560fd81d3e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- tan x - sec x + c (2024-1)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88241bcdc499d6fe9a3da82fef37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6ace4290e21b60ccbdde98c474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d63fb74d7b2cf28700dd0e6df80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8bfe7cca89b7c89e7c72bc8c43f4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07b5c061b554094b00670b051954f5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eb18dbcc37760955cbf8eb2147a2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7dec9d0ef0fae4d395e63208c969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736fe7f74184bec1fbf8ce917f201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2e13a9186ada04fc47258775e93a0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9a831cb3e19219187987a92e79ec2a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∫e^{x}(sin⁡x-cos⁡x) dx is (2025-1)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ee8736f56a670df8ab6501881ca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cb15b5154d8a6d03bfc854c3b7f87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f872b99265d0a6984bf372a0c53b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64ed50142d314cc25efcbb550a81b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49411fbd29844530f3feb5beb82f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3712bee364e7e5f39672dc19e02e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56a8aefc0da6ea0a273a74a9658cf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58589b4e8af174381b242747493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3097d9089573ba01399bd32e47eb3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∫_{-(π)/(2)}^{(π)/(2)} sin^{7} x dx is: (2024-3,2026-1)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12f043b022c909ae3e51bf4700e51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8bb01638d4dffd0be438c2b7cd23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00e6a2cf49b911841e7520017018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75d66cbd8feaabc5fbf0e3e65b9d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4cb7a3b7943e4fe76903d62c2515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86d3735694627c384eb1cb3ba159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ac1feae88bbd09ecd513572a3eee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d24be1261266486eaafec8ffb79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02fbb6aa5224d89d6df16c741974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03bb0938ae453849c401d7e1d789b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a393f7cf5e8171b9f27a408227749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ceb1bb176dc1ab61842495a43f02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809bda6ed92624c24841d2dfabb4e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cc3d5ec94b9a9bb796e9777c049fc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fa0936728aef43fd63c44820e5dc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ee110a9141d34378a32839a6f43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33589e402c6c279e5fff6b603c1b2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7a9a7249e576ae07d5dc7b88f68d9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559ef566ac16306e6c63a9be65439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5934fb3393ca1b5bd7ae9350771e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faf179de0917cfa0d825888b9de3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(1)/(sinxcos^{3}x)dx.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∫_{0}^{π} sin^{2}(x)/(2)-cos^{2}(x)/(2) dx (2016,2021m)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a39b8f291eb616f12e44c18312a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29829fd1fd80f40ee34b7aea8539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4f511d365c3ee6a1145a6620a583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3a87a3243c96c0bd659d535ccf5dd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3383223847e8ad8a9e943f151908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a77c82aee46da9d4d2b4aa73af3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c4288da1a92c0f5fe62fbcf125ca7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192885b2c6a2d8cec4602e6da2de2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d689568818daf9add829f5d33904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4795afbc144e477fd4abdec622d4a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(dx)/(cos^{2}x(1-tanx)^{2}) (2019)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d4321de10dab1b05fe761ccfc0bf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8b1bb124dbba757a9662a265da5a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4ff759903985a7f0ac8ff4784f5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2ef1f1c90fd382dab32ee7baf03d1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ca54e9980b16afb6fb592f1a570bd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c3d8da3e9fe3340df2ed993a2d29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ff0dc7fb86e2824ff0f535822eed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7051ef0051c0cccfc4adaf29642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log⁡(x) (2021m) ∫_{0}^{π/2} sin^{2}(x)/(2)-cos^{2}(x)/(2) dx (2024m)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4b3396b42dc40a88f86737a569d8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∫_{0}^{π/2} cos^{2}x dx. (2024-2)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faa51bba544692578f9e82a09fad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7f80319d6a6e2a7c2ab57a0489300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335d8c24218d373bdfce99eae9ca5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2a3828f0e0f20f5d4442b504ee9ad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ff167f57e5c3ccf16f85efa3091e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a2cd108b726dc21b2579f873ca69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27f6635d36172cd9128961b4d889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48d0d0a1eb629d25dd54ddc83ddf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6e5410fe75efa7a3fa5474a155eee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d347c88af3962603fbc29f6016c7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cd4b8df6164209c2d6fc946547505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17a03582aeda036ce660ae693f22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5e1d34f68d5c31e6a1e7e4c1a94a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e3b9946c2c3d63995b834e6a07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9875ebcdf12591390a992c673b8a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fb77410e169955558738678557311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5d68491ac6570b6f5ba28884b07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83eb288467fcd03b68500def31e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eb0617de47c48768646e81dfc02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5fbef206c831a315acd239f33669b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(sinsin x)/(1+cos^{2}x) dx (2019) ∫ ((x-3)e^{x})/((x-1)^{3}) dx (2020,2021m,2023)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cos^{2}x dx (2020)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f1d9120b2f82ff6c95489bc3cd732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∫_{0}^{(π)/(4)} sin2x dx (2021m,2022)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fe125bb180f2a838538ace06d89c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0fcf8d82dd96b3a31a0bce7ea096d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8c273f8495e36aa2f45ecd9e67b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36bc817c10a6660b9cf068c51103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3cbc63d00b4f7b52009fc0cfb402f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ba04871421315c9c4bfe52a9ed0f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66c0de031259024c00ad40a3fff5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89ec040ce387e59eb5a6962918870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27cf2cafe9c997f192b3c36cb90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12b039c0f55424a863f67743b1f2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856063b7d098c6a22db832c6fd1e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21d5db63e7df08752b19af345043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d1db9ac3ce73edd9fce4b8703c9c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7126b60b8d94bfa0ae98c2d11bfec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48458a2f1007724a38fbb22ecdf5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db8f8d3fa95c5fd48e665e380bd70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07748252dcd86d731b050362fb0ed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e31f8cf2e4cb140cc21cc0d02456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a4f95de9f7df0b99872c58b87568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f7df901955453e34ed4520080d0de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32e7c26c50e773ba31209ceb9b29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4af51e4dbbeb00956171e5dca0e6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202e505d2b152592c820f8c1b3acb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b77cd3f08c320ac1ad9a194a665a2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600f6ae82363a5db7bccd8d0c027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d06289a8a8eaad54d75c6067ae40d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506c3acdf9bf4679c2bcdcfa43ad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a268751bc3d7d9f843d4ebc7cf2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loglog (1+tanx)dx (2014)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f(a+b-x)dxand hence evaluate ∫_{(π)/(6)}^{(π)/(3)} (1)/(1+sqrt(tanx)) dx (2014s,2019s)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58a60c98b66448f0c471456804738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 and hence evaluate ∫_{(π)/(6)}^{(π)/(3)} (1)/(1+sqrt(tanx)) dx (2014,2015s,2019,2021m)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that∫_{0}^{a} f(x).dx={2∫_{0}^{a} f(x)dx, if f(2a-x)=f(x) 0, if f(2a-x)= -f(x) and hence evaluate ∫_{0}^{2π} cos^{5}x dx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(sqrt(sinx))/(sqrt(sinx)sqrt(cosx)) (2016s,2022,2026-1)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(2loglog sinx-loglog sin2x) 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3fe2a118071e5609adbaca47fb1a2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∫_{-a}^{a} f(x)dx={2∫_{0}^{a} f(x)dx if f(x) is even function 0,if f (x)is odd function And hence evaluate ∫_{-(π)/(2)}^{(π)/(2)} sin7x dx (2018s,2024m)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(cos^{5}x)/(cos^{5}x+sin^{5}x) dx (2019,2023,2024-2)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41a980fbd9acb6b89a905ca9ae62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f935aad0de1646b6e721ef83fd9c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 x- cosx)/(1+sinx cosx) dx.(2024-1)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(sin^{(3)/(2)}x)/(2) dx.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log(1+tan x)dx.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22ff660034ee30dc06f503e498a1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d41cba2d6920f13c1baef2ffe3fc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