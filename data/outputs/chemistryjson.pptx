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Relationship Id="rId4" Type="http://schemas.openxmlformats.org/officeDocument/2006/relationships/image" Target="../media/image8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Relationship Id="rId5" Type="http://schemas.openxmlformats.org/officeDocument/2006/relationships/image" Target="../media/image72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9.png"/><Relationship Id="rId7" Type="http://schemas.openxmlformats.org/officeDocument/2006/relationships/image" Target="../media/image15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Relationship Id="rId8" Type="http://schemas.openxmlformats.org/officeDocument/2006/relationships/image" Target="../media/image16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52.png"/><Relationship Id="rId7" Type="http://schemas.openxmlformats.org/officeDocument/2006/relationships/image" Target="../media/image18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.png"/><Relationship Id="rId4" Type="http://schemas.openxmlformats.org/officeDocument/2006/relationships/image" Target="../media/image196.png"/><Relationship Id="rId5" Type="http://schemas.openxmlformats.org/officeDocument/2006/relationships/image" Target="../media/image167.png"/><Relationship Id="rId6" Type="http://schemas.openxmlformats.org/officeDocument/2006/relationships/image" Target="../media/image190.png"/><Relationship Id="rId7" Type="http://schemas.openxmlformats.org/officeDocument/2006/relationships/image" Target="../media/image18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19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Relationship Id="rId6" Type="http://schemas.openxmlformats.org/officeDocument/2006/relationships/image" Target="../media/image20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Relationship Id="rId7" Type="http://schemas.openxmlformats.org/officeDocument/2006/relationships/image" Target="../media/image20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07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08.png"/><Relationship Id="rId5" Type="http://schemas.openxmlformats.org/officeDocument/2006/relationships/image" Target="../media/image209.png"/><Relationship Id="rId6" Type="http://schemas.openxmlformats.org/officeDocument/2006/relationships/image" Target="../media/image210.png"/><Relationship Id="rId7" Type="http://schemas.openxmlformats.org/officeDocument/2006/relationships/image" Target="../media/image211.png"/><Relationship Id="rId8" Type="http://schemas.openxmlformats.org/officeDocument/2006/relationships/image" Target="../media/image21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216.png"/><Relationship Id="rId10" Type="http://schemas.openxmlformats.org/officeDocument/2006/relationships/image" Target="../media/image217.png"/><Relationship Id="rId11" Type="http://schemas.openxmlformats.org/officeDocument/2006/relationships/image" Target="../media/image218.png"/><Relationship Id="rId12" Type="http://schemas.openxmlformats.org/officeDocument/2006/relationships/image" Target="../media/image219.png"/><Relationship Id="rId13" Type="http://schemas.openxmlformats.org/officeDocument/2006/relationships/image" Target="../media/image220.png"/><Relationship Id="rId14" Type="http://schemas.openxmlformats.org/officeDocument/2006/relationships/image" Target="../media/image221.png"/><Relationship Id="rId15" Type="http://schemas.openxmlformats.org/officeDocument/2006/relationships/image" Target="../media/image222.png"/><Relationship Id="rId16" Type="http://schemas.openxmlformats.org/officeDocument/2006/relationships/image" Target="../media/image223.png"/><Relationship Id="rId17" Type="http://schemas.openxmlformats.org/officeDocument/2006/relationships/image" Target="../media/image224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25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2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32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3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38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Relationship Id="rId7" Type="http://schemas.openxmlformats.org/officeDocument/2006/relationships/image" Target="../media/image24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4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247.png"/><Relationship Id="rId8" Type="http://schemas.openxmlformats.org/officeDocument/2006/relationships/image" Target="../media/image24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9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Relationship Id="rId8" Type="http://schemas.openxmlformats.org/officeDocument/2006/relationships/image" Target="../media/image256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57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5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59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60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26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64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65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69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7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Relationship Id="rId4" Type="http://schemas.openxmlformats.org/officeDocument/2006/relationships/image" Target="../media/image273.png"/><Relationship Id="rId5" Type="http://schemas.openxmlformats.org/officeDocument/2006/relationships/image" Target="../media/image274.png"/><Relationship Id="rId6" Type="http://schemas.openxmlformats.org/officeDocument/2006/relationships/image" Target="../media/image275.png"/><Relationship Id="rId7" Type="http://schemas.openxmlformats.org/officeDocument/2006/relationships/image" Target="../media/image276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79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282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82.png"/><Relationship Id="rId5" Type="http://schemas.openxmlformats.org/officeDocument/2006/relationships/image" Target="../media/image284.png"/><Relationship Id="rId6" Type="http://schemas.openxmlformats.org/officeDocument/2006/relationships/image" Target="../media/image287.png"/><Relationship Id="rId7" Type="http://schemas.openxmlformats.org/officeDocument/2006/relationships/image" Target="../media/image163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image" Target="../media/image290.png"/><Relationship Id="rId7" Type="http://schemas.openxmlformats.org/officeDocument/2006/relationships/image" Target="../media/image291.png"/><Relationship Id="rId8" Type="http://schemas.openxmlformats.org/officeDocument/2006/relationships/image" Target="../media/image29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93.png"/><Relationship Id="rId5" Type="http://schemas.openxmlformats.org/officeDocument/2006/relationships/image" Target="../media/image294.png"/><Relationship Id="rId6" Type="http://schemas.openxmlformats.org/officeDocument/2006/relationships/image" Target="../media/image295.png"/><Relationship Id="rId7" Type="http://schemas.openxmlformats.org/officeDocument/2006/relationships/image" Target="../media/image296.png"/><Relationship Id="rId8" Type="http://schemas.openxmlformats.org/officeDocument/2006/relationships/image" Target="../media/image297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98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99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image" Target="../media/image30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05.png"/><Relationship Id="rId5" Type="http://schemas.openxmlformats.org/officeDocument/2006/relationships/image" Target="../media/image306.png"/><Relationship Id="rId6" Type="http://schemas.openxmlformats.org/officeDocument/2006/relationships/image" Target="../media/image307.png"/><Relationship Id="rId7" Type="http://schemas.openxmlformats.org/officeDocument/2006/relationships/image" Target="../media/image308.png"/><Relationship Id="rId8" Type="http://schemas.openxmlformats.org/officeDocument/2006/relationships/image" Target="../media/image309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0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5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6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7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8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19.png"/><Relationship Id="rId5" Type="http://schemas.openxmlformats.org/officeDocument/2006/relationships/image" Target="../media/image320.png"/><Relationship Id="rId6" Type="http://schemas.openxmlformats.org/officeDocument/2006/relationships/image" Target="../media/image297.png"/><Relationship Id="rId7" Type="http://schemas.openxmlformats.org/officeDocument/2006/relationships/image" Target="../media/image296.png"/><Relationship Id="rId8" Type="http://schemas.openxmlformats.org/officeDocument/2006/relationships/image" Target="../media/image32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22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23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24.png"/><Relationship Id="rId5" Type="http://schemas.openxmlformats.org/officeDocument/2006/relationships/image" Target="../media/image325.png"/><Relationship Id="rId6" Type="http://schemas.openxmlformats.org/officeDocument/2006/relationships/image" Target="../media/image326.png"/><Relationship Id="rId7" Type="http://schemas.openxmlformats.org/officeDocument/2006/relationships/image" Target="../media/image327.png"/><Relationship Id="rId8" Type="http://schemas.openxmlformats.org/officeDocument/2006/relationships/image" Target="../media/image32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34.png"/><Relationship Id="rId5" Type="http://schemas.openxmlformats.org/officeDocument/2006/relationships/image" Target="../media/image335.png"/><Relationship Id="rId6" Type="http://schemas.openxmlformats.org/officeDocument/2006/relationships/image" Target="../media/image336.png"/><Relationship Id="rId7" Type="http://schemas.openxmlformats.org/officeDocument/2006/relationships/image" Target="../media/image337.png"/><Relationship Id="rId8" Type="http://schemas.openxmlformats.org/officeDocument/2006/relationships/image" Target="../media/image33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39.png"/><Relationship Id="rId5" Type="http://schemas.openxmlformats.org/officeDocument/2006/relationships/image" Target="../media/image335.png"/><Relationship Id="rId6" Type="http://schemas.openxmlformats.org/officeDocument/2006/relationships/image" Target="../media/image337.png"/><Relationship Id="rId7" Type="http://schemas.openxmlformats.org/officeDocument/2006/relationships/image" Target="../media/image340.png"/><Relationship Id="rId8" Type="http://schemas.openxmlformats.org/officeDocument/2006/relationships/image" Target="../media/image34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42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43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44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4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282.png"/><Relationship Id="rId5" Type="http://schemas.openxmlformats.org/officeDocument/2006/relationships/image" Target="../media/image280.png"/><Relationship Id="rId6" Type="http://schemas.openxmlformats.org/officeDocument/2006/relationships/image" Target="../media/image346.png"/><Relationship Id="rId7" Type="http://schemas.openxmlformats.org/officeDocument/2006/relationships/image" Target="../media/image28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47.png"/><Relationship Id="rId5" Type="http://schemas.openxmlformats.org/officeDocument/2006/relationships/image" Target="../media/image348.png"/><Relationship Id="rId6" Type="http://schemas.openxmlformats.org/officeDocument/2006/relationships/image" Target="../media/image349.png"/><Relationship Id="rId7" Type="http://schemas.openxmlformats.org/officeDocument/2006/relationships/image" Target="../media/image350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51.png"/><Relationship Id="rId5" Type="http://schemas.openxmlformats.org/officeDocument/2006/relationships/image" Target="../media/image280.png"/><Relationship Id="rId6" Type="http://schemas.openxmlformats.org/officeDocument/2006/relationships/image" Target="../media/image281.png"/><Relationship Id="rId7" Type="http://schemas.openxmlformats.org/officeDocument/2006/relationships/image" Target="../media/image28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52.png"/><Relationship Id="rId5" Type="http://schemas.openxmlformats.org/officeDocument/2006/relationships/image" Target="../media/image353.png"/><Relationship Id="rId6" Type="http://schemas.openxmlformats.org/officeDocument/2006/relationships/image" Target="../media/image282.png"/><Relationship Id="rId7" Type="http://schemas.openxmlformats.org/officeDocument/2006/relationships/image" Target="../media/image354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1.png"/><Relationship Id="rId4" Type="http://schemas.openxmlformats.org/officeDocument/2006/relationships/image" Target="../media/image35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1.png"/><Relationship Id="rId4" Type="http://schemas.openxmlformats.org/officeDocument/2006/relationships/image" Target="../media/image356.png"/><Relationship Id="rId5" Type="http://schemas.openxmlformats.org/officeDocument/2006/relationships/image" Target="../media/image357.png"/><Relationship Id="rId6" Type="http://schemas.openxmlformats.org/officeDocument/2006/relationships/image" Target="../media/image358.png"/><Relationship Id="rId7" Type="http://schemas.openxmlformats.org/officeDocument/2006/relationships/image" Target="../media/image3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3d8eb37276e33f6cbbb3772f30df2d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3199c9336c5a0a064766f1f8346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43528b4c3074c9f8d4f418003a3f1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2492650bee75630023c7ec706ed07c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58d423f47dd01c6385fa8adfd909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ce87d7b9c4fe0dc8e4fce49276daa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20622f25c50e1feab76b66c453f5b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0860b390d6f03a2b1091f3bf7b19d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7cce0b1b7dd348328f467fbf20a9c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7db654f97d022d37268c335833574c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db65558c9cf63ec51aeef7af888f2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3b5f3a74c7fc3fc29bcf5fa5def7a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20679a45b08e5b9e948e9fe6888c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a5949fadf5866743c92eacad75980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4779fba2ea72d3f1cdc6df0593e0f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85d0c139d7a4ca470d9f710f46a7f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7462207cd7be27f5584ae698a435c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d696e3aa68f2eb993e628a974f8eca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347e32d489f6f5d170546021de5d6d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f8ffc15ef1333d7e9bb967b7108af46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cc9cd9f6bb421351cc62ec14ae6d3f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9d412de7768d5765b56fc3c2b08725c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fcdb5c3492fc2536e98decb20f0e9d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dab8dc8eaa04fd64fcc9f8725eed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7630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790635f326e49a1e1b1965043ee9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a5695d45bf1f5670712023e85ff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1ed7c1f4b334e20181a14b10083c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8de20d815d0c06b661d3fd759b0d2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82165e5fd0e2d91ef3cc76321c040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7a6633738f2a1452cb99f391f639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daeadf0e2f61062319a183fd1616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d6bad9f5ab39d1ffebb0a2d0c71b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4f7a221432f1932e698c3a7d6cf0c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2e9bb9ed53858cc3d9d55a1b58b1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09d66f2ec88fe455912b2c2c7c79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0548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40c9cc1e6505a364cb44406f93f2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c6f00169494283bb6adb4533ca3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dbf52ead6ebd209e16769208fdc0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9e1fcaee755ce88c65e2b8728501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a92c7cdae41bc5c4b1cfb256a733f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197159d5c715a6fc7342d2ef4a98f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755f899b9b8acdb506a1276cd779a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9b63e8b86bd44fac0b225cb24fc8e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8d797ff62ffb3ade0455ec5c86d85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ec22411e4b4550aca8944350cacd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ffee9fca68b046a95fc68383c083f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3ceda79f53040cdf4fb2a17cd3eeb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8ac196f0d5279b1f145938aa02c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7511006fcd97d0d9c76a7cb6f399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2080d4d51958e41483646a788987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5841b787cac21bed11d0c5961679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4d1da9a6d2ff20b992e3072454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3f51df7742e6217ff4db149a137a4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aa0456dd6da400124e6644b27d03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83843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a323e5d3987d5234e7291652fcaba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b2fc9c4352efa6edc99226ac2440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342680d8d9470d993e81d5fcd1b9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88368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4df689e0577064fb55a62058e0a15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eb15617e276497cc7eb7de1542ae3b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4be47bc9315743c964c9d3c21e048c8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1e127329375924b5876ad19e0cc65d7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c4df2ade7144f28de1b69d14e1e58b7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86290bc90f221daa9f90fc9342c022c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8e7749f42a488bbcf55e5ba9d2258f3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982da5cb6636224fc1c42532d924462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c5aefebf8cbc9f37581e6ba7e9ce5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06c7c63fc6e8986bc8918ab690cf1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3b06b10bbaf4bbe0ebe0794b3f4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118848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26efc5d1579cb5ba40072269c6ec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b43ec1fee2b2027d33a6e8368937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88ffdcfc3b9fd4a2d6c56778064a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bafeeae7b0f1cefaa3a31de8ac1e4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3af8d6f7de675a35bcc62e2ddeccc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17fe8709e972e6e3d8e9ee15eb6e3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421b332d07ced52023fbf6173ddc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0968e374bfdb2d6871b8ae8122d24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54ec1b466b605330cb23086f8be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04b22c0ac95cd4ae00742400e6417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2f14af532ab23344d4207164419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70ad5aefca54b24e3033d2c0440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5c64db840b770d66c336e45c4e53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804b09fdee5bb2e0d532281eab6e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