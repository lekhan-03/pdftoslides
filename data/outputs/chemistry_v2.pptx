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ableStyles" Target="tableStyle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1.png"/><Relationship Id="rId7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9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6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64.png"/><Relationship Id="rId4" Type="http://schemas.openxmlformats.org/officeDocument/2006/relationships/image" Target="../media/image10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.png"/><Relationship Id="rId7" Type="http://schemas.openxmlformats.org/officeDocument/2006/relationships/image" Target="../media/image11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1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.png"/><Relationship Id="rId7" Type="http://schemas.openxmlformats.org/officeDocument/2006/relationships/image" Target="../media/image12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.png"/><Relationship Id="rId7" Type="http://schemas.openxmlformats.org/officeDocument/2006/relationships/image" Target="../media/image12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5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5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9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5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.png"/><Relationship Id="rId7" Type="http://schemas.openxmlformats.org/officeDocument/2006/relationships/image" Target="../media/image159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4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7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.png"/><Relationship Id="rId7" Type="http://schemas.openxmlformats.org/officeDocument/2006/relationships/image" Target="../media/image185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0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5" Type="http://schemas.openxmlformats.org/officeDocument/2006/relationships/image" Target="../media/image158.png"/><Relationship Id="rId4" Type="http://schemas.openxmlformats.org/officeDocument/2006/relationships/image" Target="../media/image18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7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8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.png"/><Relationship Id="rId7" Type="http://schemas.openxmlformats.org/officeDocument/2006/relationships/image" Target="../media/image202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3" Type="http://schemas.openxmlformats.org/officeDocument/2006/relationships/image" Target="../media/image1.pn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189.png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Relationship Id="rId14" Type="http://schemas.openxmlformats.org/officeDocument/2006/relationships/image" Target="../media/image214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6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9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5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4" Type="http://schemas.openxmlformats.org/officeDocument/2006/relationships/image" Target="../media/image23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5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1.png"/><Relationship Id="rId7" Type="http://schemas.openxmlformats.org/officeDocument/2006/relationships/image" Target="../media/image24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4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image" Target="../media/image1.png"/><Relationship Id="rId7" Type="http://schemas.openxmlformats.org/officeDocument/2006/relationships/image" Target="../media/image248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2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6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5.png"/><Relationship Id="rId5" Type="http://schemas.openxmlformats.org/officeDocument/2006/relationships/image" Target="../media/image254.png"/><Relationship Id="rId4" Type="http://schemas.openxmlformats.org/officeDocument/2006/relationships/image" Target="../media/image253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7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59.png"/><Relationship Id="rId4" Type="http://schemas.openxmlformats.org/officeDocument/2006/relationships/image" Target="../media/image258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2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5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9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5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9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4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5" Type="http://schemas.openxmlformats.org/officeDocument/2006/relationships/image" Target="../media/image277.png"/><Relationship Id="rId4" Type="http://schemas.openxmlformats.org/officeDocument/2006/relationships/image" Target="../media/image275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3" Type="http://schemas.openxmlformats.org/officeDocument/2006/relationships/image" Target="../media/image1.png"/><Relationship Id="rId7" Type="http://schemas.openxmlformats.org/officeDocument/2006/relationships/image" Target="../media/image284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3.png"/><Relationship Id="rId5" Type="http://schemas.openxmlformats.org/officeDocument/2006/relationships/image" Target="../media/image282.png"/><Relationship Id="rId4" Type="http://schemas.openxmlformats.org/officeDocument/2006/relationships/image" Target="../media/image281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1.png"/><Relationship Id="rId7" Type="http://schemas.openxmlformats.org/officeDocument/2006/relationships/image" Target="../media/image289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4" Type="http://schemas.openxmlformats.org/officeDocument/2006/relationships/image" Target="../media/image28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5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4.png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7.png"/><Relationship Id="rId4" Type="http://schemas.openxmlformats.org/officeDocument/2006/relationships/image" Target="../media/image296.pn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3" Type="http://schemas.openxmlformats.org/officeDocument/2006/relationships/image" Target="../media/image1.png"/><Relationship Id="rId7" Type="http://schemas.openxmlformats.org/officeDocument/2006/relationships/image" Target="../media/image30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5" Type="http://schemas.openxmlformats.org/officeDocument/2006/relationships/image" Target="../media/image299.png"/><Relationship Id="rId4" Type="http://schemas.openxmlformats.org/officeDocument/2006/relationships/image" Target="../media/image298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3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4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4" Type="http://schemas.openxmlformats.org/officeDocument/2006/relationships/image" Target="../media/image305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8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9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1.png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png"/><Relationship Id="rId3" Type="http://schemas.openxmlformats.org/officeDocument/2006/relationships/image" Target="../media/image1.png"/><Relationship Id="rId7" Type="http://schemas.openxmlformats.org/officeDocument/2006/relationships/image" Target="../media/image289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0.png"/><Relationship Id="rId5" Type="http://schemas.openxmlformats.org/officeDocument/2006/relationships/image" Target="../media/image313.png"/><Relationship Id="rId4" Type="http://schemas.openxmlformats.org/officeDocument/2006/relationships/image" Target="../media/image312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5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6.png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1.png"/><Relationship Id="rId7" Type="http://schemas.openxmlformats.org/officeDocument/2006/relationships/image" Target="../media/image32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317.png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3" Type="http://schemas.openxmlformats.org/officeDocument/2006/relationships/image" Target="../media/image1.png"/><Relationship Id="rId7" Type="http://schemas.openxmlformats.org/officeDocument/2006/relationships/image" Target="../media/image325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4.png"/><Relationship Id="rId5" Type="http://schemas.openxmlformats.org/officeDocument/2006/relationships/image" Target="../media/image323.png"/><Relationship Id="rId4" Type="http://schemas.openxmlformats.org/officeDocument/2006/relationships/image" Target="../media/image322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1.png"/><Relationship Id="rId7" Type="http://schemas.openxmlformats.org/officeDocument/2006/relationships/image" Target="../media/image33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9.png"/><Relationship Id="rId5" Type="http://schemas.openxmlformats.org/officeDocument/2006/relationships/image" Target="../media/image328.png"/><Relationship Id="rId4" Type="http://schemas.openxmlformats.org/officeDocument/2006/relationships/image" Target="../media/image327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3" Type="http://schemas.openxmlformats.org/officeDocument/2006/relationships/image" Target="../media/image1.png"/><Relationship Id="rId7" Type="http://schemas.openxmlformats.org/officeDocument/2006/relationships/image" Target="../media/image333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0.png"/><Relationship Id="rId5" Type="http://schemas.openxmlformats.org/officeDocument/2006/relationships/image" Target="../media/image328.png"/><Relationship Id="rId4" Type="http://schemas.openxmlformats.org/officeDocument/2006/relationships/image" Target="../media/image332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5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7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8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6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9.png"/><Relationship Id="rId5" Type="http://schemas.openxmlformats.org/officeDocument/2006/relationships/image" Target="../media/image273.png"/><Relationship Id="rId4" Type="http://schemas.openxmlformats.org/officeDocument/2006/relationships/image" Target="../media/image275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2.png"/><Relationship Id="rId5" Type="http://schemas.openxmlformats.org/officeDocument/2006/relationships/image" Target="../media/image341.png"/><Relationship Id="rId4" Type="http://schemas.openxmlformats.org/officeDocument/2006/relationships/image" Target="../media/image34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5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344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7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5.png"/><Relationship Id="rId5" Type="http://schemas.openxmlformats.org/officeDocument/2006/relationships/image" Target="../media/image346.png"/><Relationship Id="rId4" Type="http://schemas.openxmlformats.org/officeDocument/2006/relationships/image" Target="../media/image345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8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1.png"/><Relationship Id="rId5" Type="http://schemas.openxmlformats.org/officeDocument/2006/relationships/image" Target="../media/image350.png"/><Relationship Id="rId4" Type="http://schemas.openxmlformats.org/officeDocument/2006/relationships/image" Target="../media/image3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Questions</a:t>
            </a:r>
          </a:p>
        </p:txBody>
      </p:sp>
      <p:pic>
        <p:nvPicPr>
          <p:cNvPr id="5" name="Picture 4" descr="973fffade1c7856879440b7756ddea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11454384" cy="743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3199c9336c5a0a064766f1f83465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8824adc6d255c9b54fb977b0aec0d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85e11ff420e0691760b4406b44d7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43528b4c3074c9f8d4f418003a3f1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2492650bee75630023c7ec706ed07c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58d423f47dd01c6385fa8adfd909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ce87d7b9c4fe0dc8e4fce49276daa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47f43738a42016cf4776aa2bf0b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758a0f11f1905994537646c8f1aa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20622f25c50e1feab76b66c453f5b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0860b390d6f03a2b1091f3bf7b19d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7cce0b1b7dd348328f467fbf20a9ca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7db654f97d022d37268c335833574c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db65558c9cf63ec51aeef7af888f2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3b5f3a74c7fc3fc29bcf5fa5def7a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20679a45b08e5b9e948e9fe6888c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a5949fadf5866743c92eacad75980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1e939c6584f4da371d0dfffdc1d3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639749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a208cdca91f635d5e475ebe1b27c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639749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4779fba2ea72d3f1cdc6df0593e0f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85d0c139d7a4ca470d9f710f46a7f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7462207cd7be27f5584ae698a435c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d696e3aa68f2eb993e628a974f8eca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21474809cd372555384d89ad6e7c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2260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dab8dc8eaa04fd64fcc9f8725eed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7630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790635f326e49a1e1b1965043ee9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a5695d45bf1f5670712023e85ffc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1ed7c1f4b334e20181a14b10083c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8de20d815d0c06b661d3fd759b0d2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82165e5fd0e2d91ef3cc76321c040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7a6633738f2a1452cb99f391f639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1daeadf0e2f61062319a183fd1616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3d6bad9f5ab39d1ffebb0a2d0c71b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d4f7a221432f1932e698c3a7d6cf0c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7d07df8ebdcee0d14811793fb912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855e102e941860c22e5f738315c61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688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94537151d97d51098397c95684ab7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1688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2e9bb9ed53858cc3d9d55a1b58b1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009d66f2ec88fe455912b2c2c7c79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0548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40c9cc1e6505a364cb44406f93f2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c6f00169494283bb6adb4533ca30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9672d2253c8f2aa49fad1c7092f0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2a23d5f5a2d464e390663fba13fe4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7dbf52ead6ebd209e16769208fdc0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e9e1fcaee755ce88c65e2b8728501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a92c7cdae41bc5c4b1cfb256a733f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197159d5c715a6fc7342d2ef4a98f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602ac868b25a161706349e33f6637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9b63e8b86bd44fac0b225cb24fc8e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8d797ff62ffb3ade0455ec5c86d85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8356637bddf5fc12c83f3797f3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38e131ca1ecd89a7bcb8d37a4a42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91dfbe48a8f1da87ba160afc04196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151c63cb3571b290763026c8d279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ec22411e4b4550aca8944350cacd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ffee9fca68b046a95fc68383c083f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3ceda79f53040cdf4fb2a17cd3eeb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8ac196f0d5279b1f145938aa02c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7511006fcd97d0d9c76a7cb6f399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2080d4d51958e41483646a7889873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ba6494a38ecaef7fb1df821bd669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953533c96d060080f8c5e8dd6441c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af506053a4bffc9bf9256c8ad70d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52e60b6c925143a03bba7ca46e8a9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5841b787cac21bed11d0c5961679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f723560fd37fcc3ab4af865c4f475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7d3b9b94ff81fcd9d6ff4060e9e0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3f765605da68e084fd373239b974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6a3c6c719af37689617b153e3177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4d1da9a6d2ff20b992e30724546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3f51df7742e6217ff4db149a137a4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aa0456dd6da400124e6644b27d03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83843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a323e5d3987d5234e7291652fcaba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5af7f72f81a14f117fe5417b1939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52b15fb1d70f34c59320bfb560a7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b2fc9c4352efa6edc99226ac24405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342680d8d9470d993e81d5fcd1b9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88368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4df689e0577064fb55a62058e0a15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eb15617e276497cc7eb7de1542ae3b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4be47bc9315743c964c9d3c21e048c8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1e127329375924b5876ad19e0cc65d7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303146f291d3bb113dd85c139e6b34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698cbba4d39c0ba267387780e8d6d0a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42860fbfb1865b4c18e7dda726fa2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b92fa5b0a8343d83471b2328f3b8db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c4df2ade7144f28de1b69d14e1e58b7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86290bc90f221daa9f90fc9342c022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074920"/>
            <a:ext cx="11045952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8e7749f42a488bbcf55e5ba9d2258f3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577840"/>
            <a:ext cx="11045952" cy="585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982da5cb6636224fc1c42532d924462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59131" y="5008418"/>
            <a:ext cx="11045952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c5aefebf8cbc9f37581e6ba7e9ce5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06c7c63fc6e8986bc8918ab690cf1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3b06b10bbaf4bbe0ebe0794b3f4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118848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26efc5d1579cb5ba40072269c6ec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cb43ec1fee2b2027d33a6e8368937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388ffdcfc3b9fd4a2d6c56778064a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bafeeae7b0f1cefaa3a31de8ac1e4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1c92bcf033712b2700098c192c33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3af8d6f7de675a35bcc62e2ddeccc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17fe8709e972e6e3d8e9ee15eb6e3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421b332d07ced52023fbf6173ddc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0968e374bfdb2d6871b8ae8122d24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c54ec1b466b605330cb23086f8be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04b22c0ac95cd4ae00742400e6417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462528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c4c8a50c20f6e059c75f7a6f915e8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a0d85ac477b1424e21b6bf54373d1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9071dd698d40ef29bda3d0f2b9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6b7a71d37212385c1395dff5d02f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6ba8eb60198180df5b5fe24ab50e9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3288c52954ed80bc5402de6efad2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ef95105981ad273f138307b78f4d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2f14af532ab23344d4207164419c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11dfee94e22e18df0c069488778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70ad5aefca54b24e3033d2c0440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5c64db840b770d66c336e45c4e53f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fe2c07cea8c8f699b4c8f8838918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4a3041eb7f871f9f38f2a40d891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9693a3d3418246f200f2378d4759b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3804b09fdee5bb2e0d532281eab6e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b7c83edf2d62cfa7ba9b9794e0d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331a9f5fbcfd1351651369eb6a1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70fe3fe68440e019ee6c077e2c26a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917917abc1cf522357e36e4f7f723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4679</Words>
  <Application>Microsoft Office PowerPoint</Application>
  <PresentationFormat>Custom</PresentationFormat>
  <Paragraphs>887</Paragraphs>
  <Slides>204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204</vt:i4>
      </vt:variant>
    </vt:vector>
  </HeadingPairs>
  <TitlesOfParts>
    <vt:vector size="20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Lekhan Dayananda sagar</cp:lastModifiedBy>
  <cp:revision>2</cp:revision>
  <dcterms:created xsi:type="dcterms:W3CDTF">2013-01-27T09:14:16Z</dcterms:created>
  <dcterms:modified xsi:type="dcterms:W3CDTF">2026-10-01T08:21:15Z</dcterms:modified>
  <cp:category/>
</cp:coreProperties>
</file>