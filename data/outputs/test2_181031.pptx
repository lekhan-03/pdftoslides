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f17034d967677d89ca97fdc72e4a4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11454384" cy="1139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47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479bfcff4d8aa332e461daf65acfc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6702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increases kinetic energy of photoelectrons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36702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increases photoelectric 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39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decreases kinetic energy of photoelectrons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9339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photoelectric current remains constant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096e065b4a89df04243e662d36e3b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606784" cy="16885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2162556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f280ed490b6308a65f870c9456f25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153412"/>
            <a:ext cx="5248656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4496" y="2162556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9683f3382101f4f199bae72779935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2153412"/>
            <a:ext cx="5248656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729484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0204b671e16f3c36f23bd7de238cae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720340"/>
            <a:ext cx="5248656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54496" y="2729484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31c33ca06f6e75d17eaa073b9f885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2720340"/>
            <a:ext cx="5248656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Following particles are moving with same speed, which one of them has longest de Broglie wavelength?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proton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neutron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alpha particle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electron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Macroscopic particles in our daily life do not show wave-like properties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they are not associated with waves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their wavelength is extremely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their wavelength is 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their wavelength is negligibly small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4c03e0d6dd76d8c9853473a825de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h/e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e/h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Emission of electrons from a metal surface by heating is called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Photo-electric emission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Secondary emission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Field emission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Thermionic emission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ball is dropped from a certain height and it falls freely under gravity. During the fall, the de Broglie wavelength associated with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keeps increasing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keeps decreasing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is 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may increase or decrease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080f119f8084c321cd1cde0e420ab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proton.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electron.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neutron.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639cd47d6db4da6d38962b7cbc3b2b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0314" y="1623060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95755dd831833e68824805152c162e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proton.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electron.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neutron.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639cd47d6db4da6d38962b7cbc3b2b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0314" y="1623060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interaction of radiation with matter, radiation behaves as if it is made up of packet of energy called ______.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Photoelectric effect is a/an _____________ effect.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tiny packet of energy of light is called ________.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74801564b0911deed4706e632c7ac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Mention any one type of electron emission.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is the rest mass of photon?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How does the stopping potential of a photosensitive material vary with intensity of incident radiation?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61ecb47bedf4258d621ecb0cb692e2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Write any two types of electron emission?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Mention two applications of infrared radiation.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Define: Photoelectric work function Electron volt(ev)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are De-Broglie Waves? How does the De-Broglie wavelength vary with momentum of moving particle?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47af25628e9d75913597be2a8f738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alpha particle, a proton and an electron are moving with equal kinetic energy. Which one of these particles has the longest de Broglie wavelength? Give reason.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Give three characteristics of photon.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d2a5167cfce82b844fafc90c953b94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357530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33741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2016,2018S,2025-3,2026-1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b45d8e0e1acf1ffd8c07cd8e57cb6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Define the terms: a) Threshold frequency b) Work function c) Stopping potential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c1f1af58d3525f1e4c9b8452bd8ec0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90960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2017,2019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47c1701056d9bfa5ba951f91a33994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Name the three types of electron Emission.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f31e97e30ef8a5dca9a951e1f838c7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7e9a11076827aa17a78de5a4e87b25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877fb701b51eeacdc7819d322110a2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3500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5 MARKS (THEORY)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Explain Hallwach’s and Lenard’s observations on photoelectric effect.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Define: Work function Threshold frequency Stopping potential.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5b45d8e0e1acf1ffd8c07cd8e57cb6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2022,2024-3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5e641806b73394b5c6dcf21217e9b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48732f452e5168a3d5017a46759802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35000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5 MARKS (THEORY)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(ii) Mention any two properties of photons.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82bedb0020447eb1df34b616058d6c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0db573dbc93407ff23088b43306973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923776" cy="168859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e264c30e254e1cbd67958bb95f2b3f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204216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1bc94bc6a728f8b675e22f5bd98684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2697968" cy="168859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a03ad881f464fb2f115f8f9a08ef0a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832336" cy="133502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e1a62d4f8d79d881aa3690834e72b8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2192000" cy="168859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6ca325dbe26ced9c3ae29065d0a20d9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2423648" cy="168859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7744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82880"/>
            <a:ext cx="217627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6" name="Picture 5" descr="8c9d07ecbb1bc6d5b74b1d8de261c4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801856" cy="13350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