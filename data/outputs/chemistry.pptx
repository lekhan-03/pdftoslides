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3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7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5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Relationship Id="rId6" Type="http://schemas.openxmlformats.org/officeDocument/2006/relationships/image" Target="../media/image136.png"/><Relationship Id="rId7" Type="http://schemas.openxmlformats.org/officeDocument/2006/relationships/image" Target="../media/image13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6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20.png"/><Relationship Id="rId6" Type="http://schemas.openxmlformats.org/officeDocument/2006/relationships/image" Target="../media/image14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Relationship Id="rId5" Type="http://schemas.openxmlformats.org/officeDocument/2006/relationships/image" Target="../media/image153.png"/><Relationship Id="rId6" Type="http://schemas.openxmlformats.org/officeDocument/2006/relationships/image" Target="../media/image154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5.png"/><Relationship Id="rId4" Type="http://schemas.openxmlformats.org/officeDocument/2006/relationships/image" Target="../media/image156.png"/><Relationship Id="rId5" Type="http://schemas.openxmlformats.org/officeDocument/2006/relationships/image" Target="../media/image157.png"/><Relationship Id="rId6" Type="http://schemas.openxmlformats.org/officeDocument/2006/relationships/image" Target="../media/image158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9.png"/><Relationship Id="rId4" Type="http://schemas.openxmlformats.org/officeDocument/2006/relationships/image" Target="../media/image1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3.png"/><Relationship Id="rId4" Type="http://schemas.openxmlformats.org/officeDocument/2006/relationships/image" Target="../media/image135.png"/><Relationship Id="rId5" Type="http://schemas.openxmlformats.org/officeDocument/2006/relationships/image" Target="../media/image158.png"/><Relationship Id="rId6" Type="http://schemas.openxmlformats.org/officeDocument/2006/relationships/image" Target="../media/image15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3.png"/><Relationship Id="rId4" Type="http://schemas.openxmlformats.org/officeDocument/2006/relationships/image" Target="../media/image174.png"/><Relationship Id="rId5" Type="http://schemas.openxmlformats.org/officeDocument/2006/relationships/image" Target="../media/image175.png"/><Relationship Id="rId6" Type="http://schemas.openxmlformats.org/officeDocument/2006/relationships/image" Target="../media/image17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177.png"/><Relationship Id="rId6" Type="http://schemas.openxmlformats.org/officeDocument/2006/relationships/image" Target="../media/image178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82.png"/><Relationship Id="rId11" Type="http://schemas.openxmlformats.org/officeDocument/2006/relationships/image" Target="../media/image183.png"/><Relationship Id="rId12" Type="http://schemas.openxmlformats.org/officeDocument/2006/relationships/image" Target="../media/image184.png"/><Relationship Id="rId13" Type="http://schemas.openxmlformats.org/officeDocument/2006/relationships/image" Target="../media/image185.png"/><Relationship Id="rId14" Type="http://schemas.openxmlformats.org/officeDocument/2006/relationships/image" Target="../media/image186.png"/><Relationship Id="rId15" Type="http://schemas.openxmlformats.org/officeDocument/2006/relationships/image" Target="../media/image187.png"/><Relationship Id="rId16" Type="http://schemas.openxmlformats.org/officeDocument/2006/relationships/image" Target="../media/image188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9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0.png"/><Relationship Id="rId4" Type="http://schemas.openxmlformats.org/officeDocument/2006/relationships/image" Target="../media/image191.png"/><Relationship Id="rId5" Type="http://schemas.openxmlformats.org/officeDocument/2006/relationships/image" Target="../media/image192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4.png"/><Relationship Id="rId4" Type="http://schemas.openxmlformats.org/officeDocument/2006/relationships/image" Target="../media/image195.png"/><Relationship Id="rId5" Type="http://schemas.openxmlformats.org/officeDocument/2006/relationships/image" Target="../media/image196.png"/><Relationship Id="rId6" Type="http://schemas.openxmlformats.org/officeDocument/2006/relationships/image" Target="../media/image197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6.png"/><Relationship Id="rId4" Type="http://schemas.openxmlformats.org/officeDocument/2006/relationships/image" Target="../media/image198.png"/><Relationship Id="rId5" Type="http://schemas.openxmlformats.org/officeDocument/2006/relationships/image" Target="../media/image199.png"/><Relationship Id="rId6" Type="http://schemas.openxmlformats.org/officeDocument/2006/relationships/image" Target="../media/image200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2.png"/><Relationship Id="rId4" Type="http://schemas.openxmlformats.org/officeDocument/2006/relationships/image" Target="../media/image203.png"/><Relationship Id="rId5" Type="http://schemas.openxmlformats.org/officeDocument/2006/relationships/image" Target="../media/image204.png"/><Relationship Id="rId6" Type="http://schemas.openxmlformats.org/officeDocument/2006/relationships/image" Target="../media/image205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6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7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8.png"/><Relationship Id="rId4" Type="http://schemas.openxmlformats.org/officeDocument/2006/relationships/image" Target="../media/image209.png"/><Relationship Id="rId5" Type="http://schemas.openxmlformats.org/officeDocument/2006/relationships/image" Target="../media/image210.png"/><Relationship Id="rId6" Type="http://schemas.openxmlformats.org/officeDocument/2006/relationships/image" Target="../media/image211.png"/><Relationship Id="rId7" Type="http://schemas.openxmlformats.org/officeDocument/2006/relationships/image" Target="../media/image212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3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4.png"/><Relationship Id="rId4" Type="http://schemas.openxmlformats.org/officeDocument/2006/relationships/image" Target="../media/image215.png"/><Relationship Id="rId5" Type="http://schemas.openxmlformats.org/officeDocument/2006/relationships/image" Target="../media/image216.png"/><Relationship Id="rId6" Type="http://schemas.openxmlformats.org/officeDocument/2006/relationships/image" Target="../media/image217.png"/><Relationship Id="rId7" Type="http://schemas.openxmlformats.org/officeDocument/2006/relationships/image" Target="../media/image218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9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0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Relationship Id="rId5" Type="http://schemas.openxmlformats.org/officeDocument/2006/relationships/image" Target="../media/image223.png"/><Relationship Id="rId6" Type="http://schemas.openxmlformats.org/officeDocument/2006/relationships/image" Target="../media/image224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9.png"/><Relationship Id="rId4" Type="http://schemas.openxmlformats.org/officeDocument/2006/relationships/image" Target="../media/image230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6.png"/><Relationship Id="rId4" Type="http://schemas.openxmlformats.org/officeDocument/2006/relationships/image" Target="../media/image237.png"/><Relationship Id="rId5" Type="http://schemas.openxmlformats.org/officeDocument/2006/relationships/image" Target="../media/image238.png"/><Relationship Id="rId6" Type="http://schemas.openxmlformats.org/officeDocument/2006/relationships/image" Target="../media/image239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5.png"/><Relationship Id="rId4" Type="http://schemas.openxmlformats.org/officeDocument/2006/relationships/image" Target="../media/image237.png"/><Relationship Id="rId5" Type="http://schemas.openxmlformats.org/officeDocument/2006/relationships/image" Target="../media/image240.png"/><Relationship Id="rId6" Type="http://schemas.openxmlformats.org/officeDocument/2006/relationships/image" Target="../media/image13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1.png"/><Relationship Id="rId4" Type="http://schemas.openxmlformats.org/officeDocument/2006/relationships/image" Target="../media/image242.png"/><Relationship Id="rId5" Type="http://schemas.openxmlformats.org/officeDocument/2006/relationships/image" Target="../media/image243.png"/><Relationship Id="rId6" Type="http://schemas.openxmlformats.org/officeDocument/2006/relationships/image" Target="../media/image244.png"/><Relationship Id="rId7" Type="http://schemas.openxmlformats.org/officeDocument/2006/relationships/image" Target="../media/image245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6.png"/><Relationship Id="rId4" Type="http://schemas.openxmlformats.org/officeDocument/2006/relationships/image" Target="../media/image247.png"/><Relationship Id="rId5" Type="http://schemas.openxmlformats.org/officeDocument/2006/relationships/image" Target="../media/image248.png"/><Relationship Id="rId6" Type="http://schemas.openxmlformats.org/officeDocument/2006/relationships/image" Target="../media/image249.png"/><Relationship Id="rId7" Type="http://schemas.openxmlformats.org/officeDocument/2006/relationships/image" Target="../media/image250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2.png"/><Relationship Id="rId4" Type="http://schemas.openxmlformats.org/officeDocument/2006/relationships/image" Target="../media/image253.png"/><Relationship Id="rId5" Type="http://schemas.openxmlformats.org/officeDocument/2006/relationships/image" Target="../media/image254.png"/><Relationship Id="rId6" Type="http://schemas.openxmlformats.org/officeDocument/2006/relationships/image" Target="../media/image255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6.png"/><Relationship Id="rId4" Type="http://schemas.openxmlformats.org/officeDocument/2006/relationships/image" Target="../media/image257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8.png"/><Relationship Id="rId4" Type="http://schemas.openxmlformats.org/officeDocument/2006/relationships/image" Target="../media/image259.png"/><Relationship Id="rId5" Type="http://schemas.openxmlformats.org/officeDocument/2006/relationships/image" Target="../media/image260.png"/><Relationship Id="rId6" Type="http://schemas.openxmlformats.org/officeDocument/2006/relationships/image" Target="../media/image261.png"/><Relationship Id="rId7" Type="http://schemas.openxmlformats.org/officeDocument/2006/relationships/image" Target="../media/image262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3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4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5.png"/><Relationship Id="rId4" Type="http://schemas.openxmlformats.org/officeDocument/2006/relationships/image" Target="../media/image266.png"/><Relationship Id="rId5" Type="http://schemas.openxmlformats.org/officeDocument/2006/relationships/image" Target="../media/image267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8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9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0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2.png"/><Relationship Id="rId4" Type="http://schemas.openxmlformats.org/officeDocument/2006/relationships/image" Target="../media/image273.png"/><Relationship Id="rId5" Type="http://schemas.openxmlformats.org/officeDocument/2006/relationships/image" Target="../media/image250.png"/><Relationship Id="rId6" Type="http://schemas.openxmlformats.org/officeDocument/2006/relationships/image" Target="../media/image249.png"/><Relationship Id="rId7" Type="http://schemas.openxmlformats.org/officeDocument/2006/relationships/image" Target="../media/image274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5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6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7.png"/><Relationship Id="rId4" Type="http://schemas.openxmlformats.org/officeDocument/2006/relationships/image" Target="../media/image278.png"/><Relationship Id="rId5" Type="http://schemas.openxmlformats.org/officeDocument/2006/relationships/image" Target="../media/image279.png"/><Relationship Id="rId6" Type="http://schemas.openxmlformats.org/officeDocument/2006/relationships/image" Target="../media/image280.png"/><Relationship Id="rId7" Type="http://schemas.openxmlformats.org/officeDocument/2006/relationships/image" Target="../media/image28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2.png"/><Relationship Id="rId4" Type="http://schemas.openxmlformats.org/officeDocument/2006/relationships/image" Target="../media/image283.png"/><Relationship Id="rId5" Type="http://schemas.openxmlformats.org/officeDocument/2006/relationships/image" Target="../media/image284.png"/><Relationship Id="rId6" Type="http://schemas.openxmlformats.org/officeDocument/2006/relationships/image" Target="../media/image285.png"/><Relationship Id="rId7" Type="http://schemas.openxmlformats.org/officeDocument/2006/relationships/image" Target="../media/image286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7.png"/><Relationship Id="rId4" Type="http://schemas.openxmlformats.org/officeDocument/2006/relationships/image" Target="../media/image288.png"/><Relationship Id="rId5" Type="http://schemas.openxmlformats.org/officeDocument/2006/relationships/image" Target="../media/image289.png"/><Relationship Id="rId6" Type="http://schemas.openxmlformats.org/officeDocument/2006/relationships/image" Target="../media/image290.png"/><Relationship Id="rId7" Type="http://schemas.openxmlformats.org/officeDocument/2006/relationships/image" Target="../media/image29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2.png"/><Relationship Id="rId4" Type="http://schemas.openxmlformats.org/officeDocument/2006/relationships/image" Target="../media/image288.png"/><Relationship Id="rId5" Type="http://schemas.openxmlformats.org/officeDocument/2006/relationships/image" Target="../media/image290.png"/><Relationship Id="rId6" Type="http://schemas.openxmlformats.org/officeDocument/2006/relationships/image" Target="../media/image293.png"/><Relationship Id="rId7" Type="http://schemas.openxmlformats.org/officeDocument/2006/relationships/image" Target="../media/image294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5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7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8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5.png"/><Relationship Id="rId4" Type="http://schemas.openxmlformats.org/officeDocument/2006/relationships/image" Target="../media/image233.png"/><Relationship Id="rId5" Type="http://schemas.openxmlformats.org/officeDocument/2006/relationships/image" Target="../media/image299.png"/><Relationship Id="rId6" Type="http://schemas.openxmlformats.org/officeDocument/2006/relationships/image" Target="../media/image236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0.png"/><Relationship Id="rId4" Type="http://schemas.openxmlformats.org/officeDocument/2006/relationships/image" Target="../media/image301.png"/><Relationship Id="rId5" Type="http://schemas.openxmlformats.org/officeDocument/2006/relationships/image" Target="../media/image302.png"/><Relationship Id="rId6" Type="http://schemas.openxmlformats.org/officeDocument/2006/relationships/image" Target="../media/image303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4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5.png"/><Relationship Id="rId4" Type="http://schemas.openxmlformats.org/officeDocument/2006/relationships/image" Target="../media/image306.png"/><Relationship Id="rId5" Type="http://schemas.openxmlformats.org/officeDocument/2006/relationships/image" Target="../media/image235.png"/><Relationship Id="rId6" Type="http://schemas.openxmlformats.org/officeDocument/2006/relationships/image" Target="../media/image307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8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9.png"/><Relationship Id="rId4" Type="http://schemas.openxmlformats.org/officeDocument/2006/relationships/image" Target="../media/image310.png"/><Relationship Id="rId5" Type="http://schemas.openxmlformats.org/officeDocument/2006/relationships/image" Target="../media/image311.png"/><Relationship Id="rId6" Type="http://schemas.openxmlformats.org/officeDocument/2006/relationships/image" Target="../media/image3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c3625d87f79833859665cb03ef46f2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1e86bf567b2329b0f3ba013f92917d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9900c8b19842bdb447a972ea71073e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5248656" cy="902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632204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d08938ae28ced8b42e8c17f1ede33d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623060"/>
            <a:ext cx="5248656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41858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0f4a8880f8c328c2f7fa3f557613db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09444"/>
            <a:ext cx="5248656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241858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f85f1c119a186793c42c0197105fcf5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409444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d6c4fc5786677c526e6419605c6f4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b9861450f187907cd4f028125358ed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51155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7fb54169f961e920a0e179fd9837cd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51155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9cf2bdad4fcc3f68bd9c56b09dc411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51155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f284759ab44729abe0fb4a1df699ca3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590800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84c3f92326c5db092941b9209e24a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97380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c6f7f561ec69394a3043802237bc820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88236"/>
            <a:ext cx="2450592" cy="902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897380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9303e8494f4c87adaf9a8c57eca5a1d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888236"/>
            <a:ext cx="2450592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897380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966ef1bf5833dc7a38245e9487886c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888236"/>
            <a:ext cx="2450592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897380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49cda66820c30186e3d95f85009c27d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888236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05568a0b91675ed91aff52e879e0c0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fc7986406c203fa05819c567cdc3b4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902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f2e2acac210691bcd3716bbd2bc1a7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f84d490dfe82489c31200519d25a2b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472e1ce779e06a3fbe6cb541276ef5a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7c06805fd764ba7601fc49bc7811d4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e25f33f0054eaa34d227bdb7cbb444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5766763a3b20bc54a31808e2f6aa26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9339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23c2361d67e0661d21321ef212f3d4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61a24448a616fa7b5d0ea65d9dfae2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4fb046e37ba63a1ec257d839fab374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f0200561a40a0af3c35588a8967139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af50483875c718019b73ee4d2f331b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95958"/>
            <a:ext cx="5248656" cy="121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505102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d66dae0f08e0fef20ece185137b8ab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495958"/>
            <a:ext cx="5248656" cy="121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5292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25292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d21a018a6ca1148ccdc76a25c31661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5248656" cy="902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216151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a8011ef8434ddf9d607413e12577bb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207007"/>
            <a:ext cx="5248656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002536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faa509c099bbd7537ec7ca9ae3e870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93392"/>
            <a:ext cx="5248656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2002536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b4e242cfcf03f2b4d348d8a2bbc4937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1993392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8" name="Picture 7" descr="c080c7cf02888df161197d81b1ab0f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E0cell for a given reaction has a negative value, then which of the following is the correct relationship for the value of ΔG0 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ΔG0&gt;0 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ΔG0&lt;0 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ΔG0&gt;0 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ΔG0&lt;0 and Keq&gt;1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pic>
        <p:nvPicPr>
          <p:cNvPr id="4" name="Picture 3" descr="beb458945f987e4a312d9f6a3db47c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6151"/>
            <a:ext cx="5724144" cy="548640"/>
          </a:xfrm>
          <a:prstGeom prst="rect">
            <a:avLst/>
          </a:prstGeom>
        </p:spPr>
      </p:pic>
      <p:pic>
        <p:nvPicPr>
          <p:cNvPr id="5" name="Picture 4" descr="5af920b47e3dde24c10492c5dc7159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916" y="1216151"/>
            <a:ext cx="5724144" cy="548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pic>
        <p:nvPicPr>
          <p:cNvPr id="10" name="Picture 9" descr="70e12e45ac3374e7c03a11e0472ea2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46604"/>
            <a:ext cx="5724144" cy="548640"/>
          </a:xfrm>
          <a:prstGeom prst="rect">
            <a:avLst/>
          </a:prstGeom>
        </p:spPr>
      </p:pic>
      <p:pic>
        <p:nvPicPr>
          <p:cNvPr id="11" name="Picture 10" descr="9fd5f1ab5434de77f4755aea7f2f89d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916" y="1517904"/>
            <a:ext cx="5724144" cy="548640"/>
          </a:xfrm>
          <a:prstGeom prst="rect">
            <a:avLst/>
          </a:prstGeom>
        </p:spPr>
      </p:pic>
      <p:pic>
        <p:nvPicPr>
          <p:cNvPr id="12" name="Picture 11" descr="f96e320ff1966555cae5ac7d36dd74b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5916" y="1860804"/>
            <a:ext cx="5724144" cy="548640"/>
          </a:xfrm>
          <a:prstGeom prst="rect">
            <a:avLst/>
          </a:prstGeom>
        </p:spPr>
      </p:pic>
      <p:pic>
        <p:nvPicPr>
          <p:cNvPr id="13" name="Picture 12" descr="81166b49445da3a95d5cab24a92ccb8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5916" y="2203704"/>
            <a:ext cx="5724144" cy="548640"/>
          </a:xfrm>
          <a:prstGeom prst="rect">
            <a:avLst/>
          </a:prstGeom>
        </p:spPr>
      </p:pic>
      <p:pic>
        <p:nvPicPr>
          <p:cNvPr id="14" name="Picture 13" descr="a28561344854fac09c80343249f65e5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5916" y="2546604"/>
            <a:ext cx="5724144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10da2867282c94e3b802efa341cd1e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b8285be2c395ef55d810bd5c33d9aa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902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36702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3e58da4fc656fdcc283de53793c54cf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15341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73596a22607162f7766e4ccea0ce74b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144268"/>
            <a:ext cx="5248656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215341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b379619b70ac2962808e27579b712b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144268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459963de1acb83e7f3cb587c2ee5a3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33e892d4a79f1c3523167d6cd3d338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88236"/>
            <a:ext cx="5248656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53284665b634bbc1ac3a4d49028aa5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888236"/>
            <a:ext cx="5248656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46430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0b598c415db4dc65c9d0526710756a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55164"/>
            <a:ext cx="5248656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246430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b63cf901434ab303c9c3d5dcccb0a2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455164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ec46b6599842dee13c8e8e42ceb195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c67be676e21a6dfc1adc055d98b49f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5248656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63220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e19c88d71c7475ee109f8c21c74e32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623060"/>
            <a:ext cx="5248656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19913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5121756cfdd30c23920712e5780f1d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189988"/>
            <a:ext cx="5248656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219913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12f9082bcfb03ccc3bbfc38f1a243a7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189988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b70688b9a98a3e73b9e59508632a42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ada9414052d71405185aac53162509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3e4687bfc243e14f02ec792379b6f3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4b4fa32e31586ec39bfe04c6dd247e7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0" name="Picture 9" descr="a11f84aa1b0c0eca0eb64b011f7473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45c8effdc87ebc628849e1dcc7aa87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14c7d6516ad57d2ab3d53ad17210a1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181f9c8f46375712ea6ecc50fac26a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c289f5b83fdec8b3fe44db30a883c92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2e81031e4366c39cdc3a48078fc4df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874e43db2bc64c5545f75a4e35fec4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c0a844e4a06f1388d2bf3470af4d12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632204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a6040697927345da0f6341d6f9f3827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623060"/>
            <a:ext cx="2450592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632204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6046b96bbc718d82e0c4c105b5571f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623060"/>
            <a:ext cx="2450592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632204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29620c00eceaa3b89965825f52658b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623060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4b87bdec1fb3206e95d8566ea7117e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648aa0032be6069ac3507b0bf1b70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121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367028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f0588bb439621036e5b0feaea81126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121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91156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ef0f9fd0cbc55ff67f6be67502703d8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382012"/>
            <a:ext cx="5248656" cy="1219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2391156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e643910b93543b9ee3a2c69be93e6f3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382012"/>
            <a:ext cx="5248656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7" name="Picture 6" descr="2cbcd24aa9e2260a6c5fb7f4ab91d7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9" name="Picture 8" descr="a0a0d378dab9ff9dc998d3d4b59aab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cb77ab5d39ca4e40185ae87528d945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2149328" cy="1335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5e80caaea84d0ef367ed4d5d9f6dfc6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88236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d20bf3ac24354aa21708d4953adc73d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888236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d7ded3499310806d86c8cb48301022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888236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6d26c11e73a38e840f50890e619cbee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888236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8361f8f54b47a4d96c7bfa0d9aed1d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6be8437dc6c37e8e36284a95791067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121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2ffd40f5b9f323cf0b5c72107b4f56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8f0eca53bed74686504123ca1a3b3bf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c67be676e21a6dfc1adc055d98b49f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95958"/>
            <a:ext cx="5248656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e19c88d71c7475ee109f8c21c74e32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495958"/>
            <a:ext cx="5248656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072030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45da12edcae17598aaa1c00cccb603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062886"/>
            <a:ext cx="5248656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2072030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8f59eb253cb3f0a56e692c93160e23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2062886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44a4daccd2c7dc565299163d5c9ad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844528" cy="1335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c67be676e21a6dfc1adc055d98b49fd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88236"/>
            <a:ext cx="5248656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e19c88d71c7475ee109f8c21c74e324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888236"/>
            <a:ext cx="5248656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46430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3b2e62f9d2f367af05c4ef03fc57a79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55164"/>
            <a:ext cx="5248656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246430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78e394ff3fdb73df3e01ab59dff4925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455164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f4f450f730ea5eacb8cc9535d5822c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74e5ef8a54949cfdf8d5353d91187b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7e70764df7b8ba8a8d05ffb386d6b1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eb7b6384c47d2710a1c8dd202e0a7e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e2c3aa0ab81778b93b4f549a014a1f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72e38989fd021c96ddbc73338f371f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5d3786f3cc0e14b73bbd6e8dfb879d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af63da1c243cdea226c7d511e5e498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d8c8df7ada36633d0f4b117cb0c6379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29021acd06f662cd0e7249c8a1128c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558016" cy="1335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430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430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bd6034dff84a29fba10c75154f7d4d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9761aa17010df7c496968eb5a80d07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eadffead80bbd9946a941e529d8da2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fc2768558589d172b41987557f01d4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6a5ff641120eb0e03314c3a350cc49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73237cd1e0636bbd07f46e36af522c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d2b835f48d1fb8da4ec4824da4251ca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7008fe4f43bb12a6133b7e9b262b05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0cf1dee6255d3651e9b22c0978443b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c4549b23afc4ca02fa759d1db0ed40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1d75003b5ffd93e1cd1d5f271ef901f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dbdf3ae2d8728379161d24555ebbfb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98fd0a81100e7c1d6d91a9e2c244a32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8936b43d33cd8d05141dedb33698c3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965ce19fcbb559c9e94b0fd0bcc8d9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cd4cfc6e2a0e0dbd0e550a0adae458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41566740396d402a76fc63d6fbdd8e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11dd768d611c7977c9570c05979e4b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682240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4fed723febfed55323afd45aecdca9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682240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40d4f9b2f253b38e62a97331228490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682240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a6f2908f8c9197ac7ee2e9d0a7daea4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682240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6c63179d402aed942b8b400a56d608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b8b4113ee51c66d6c7484872d8be27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598ff44816301c84277f3404bb19c8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6" name="Picture 5" descr="ba0654c9988bcdd85f5898b6f12802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8" name="Picture 7" descr="705f56e2d3b5d8d448bb21b6cad3dc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0" name="Picture 9" descr="005078b851452213048df8dd45387b4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cd35ab951399e6cea5658871ffec5e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a85bf5f80135ba161dead26e83d23f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ec6b4971bcc464d8a3709a71f38f3d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415e8f301eedc7539b3aa68cdba55a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66e73da9068dab48d44703223ee532e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3ed4884d4c53a2b0fc78d82ed34933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d0e1b19551faaa232a343b7bf66859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cd82b4b5b3f3a6c2d3085c023e9324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57f5433ed94399006bd92a1ec656bf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b575276e12753fa1c2da02f3a396c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e3b5cc3d7743871447aaf2f077199d9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5248656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632204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fdd783c1381163dc54b59946d58f2c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623060"/>
            <a:ext cx="5248656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19913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219913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0" name="Picture 9" descr="8b8b8d20cad23c6a808705dd165f54f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2189988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8fc7502f54f9e2605aeb39b09d6ef5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655552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3a0d7da7f0ab2bfab690a45867baa4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7d020f90f891f7e43d4977a4b5d737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965ce19fcbb559c9e94b0fd0bcc8d9f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43dc9bc52494101e64011cf8f671b7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e247b3610181cf7102cb45609edfb6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7d386785533a28bf84e9f2b9c9ca40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be573da25a5971c851af8bbd5803c3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7533b827b3dcaeaeee408bc54289f5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b9e2602527d0e4ae80b3e8844ecbe1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f328a090e059d1d068462c8775fe16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334fbae4dccea21af33d5a3dc36762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1cf7aaf3d76644ce6c4bd27a3d9fa6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313f4a96f7e39d9288b50dd8a86913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48fb0589b1b5372a121b637d9ae9c5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95958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b9cbcbe6e7f9aaee6a1d96fef7e524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495958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ed9769dac9c443066bf076622ab4d5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495958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a955995ffb55ab366e402f85d4b815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495958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9d500bcf3ae0389dddb207ced9b445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ec6b4971bcc464d8a3709a71f38f3d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313f4a96f7e39d9288b50dd8a86913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1cf7aaf3d76644ce6c4bd27a3d9fa6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07f83e5b3b98e11cda1d4914899a3c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ca92beade5b8ec22cd32dab7e080e1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59f6d8e0bcbbb414b30b5b403990b3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5248656" cy="121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632204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52dc3e98f16b1909f3586ad658527ac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623060"/>
            <a:ext cx="5248656" cy="1219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65633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4496" y="265633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c80252602fbd7d7d50c031b851f9ce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4afcc3eeea6d63b57a2b951698fbc6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97920df9943d811906d6a39e6cb055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266726450f3f3f19bafc8833eaba1c7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8" name="Picture 7" descr="4d317b4e4a94d777664ad95993dbd2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858060"/>
            <a:ext cx="5248656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d9e15657ca56908ef5d87de93ed5bf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95958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c71ae3132392ac1c653887afc8faeb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495958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107f17b23471d7e9972395ea0eef2e7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495958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e64be753ea592e02be2d7af0076262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495958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pic>
        <p:nvPicPr>
          <p:cNvPr id="4" name="Picture 3" descr="beb458945f987e4a312d9f6a3db47c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6151"/>
            <a:ext cx="5724144" cy="548640"/>
          </a:xfrm>
          <a:prstGeom prst="rect">
            <a:avLst/>
          </a:prstGeom>
        </p:spPr>
      </p:pic>
      <p:pic>
        <p:nvPicPr>
          <p:cNvPr id="5" name="Picture 4" descr="5af920b47e3dde24c10492c5dc7159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916" y="1216151"/>
            <a:ext cx="5724144" cy="548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e1e6ff85e73a14b80f91c6cbd686e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17904"/>
            <a:ext cx="5724144" cy="548640"/>
          </a:xfrm>
          <a:prstGeom prst="rect">
            <a:avLst/>
          </a:prstGeom>
        </p:spPr>
      </p:pic>
      <p:pic>
        <p:nvPicPr>
          <p:cNvPr id="8" name="Picture 7" descr="9785fbeb68f63870bb47d5ab8be95a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860804"/>
            <a:ext cx="5724144" cy="548640"/>
          </a:xfrm>
          <a:prstGeom prst="rect">
            <a:avLst/>
          </a:prstGeom>
        </p:spPr>
      </p:pic>
      <p:pic>
        <p:nvPicPr>
          <p:cNvPr id="9" name="Picture 8" descr="ed2d6ca48d460beabf845868e2589e5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203704"/>
            <a:ext cx="5724144" cy="548640"/>
          </a:xfrm>
          <a:prstGeom prst="rect">
            <a:avLst/>
          </a:prstGeom>
        </p:spPr>
      </p:pic>
      <p:pic>
        <p:nvPicPr>
          <p:cNvPr id="10" name="Picture 9" descr="86cdc9e2b8eaabe0868b7dec74bc38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546604"/>
            <a:ext cx="5724144" cy="548640"/>
          </a:xfrm>
          <a:prstGeom prst="rect">
            <a:avLst/>
          </a:prstGeom>
        </p:spPr>
      </p:pic>
      <p:pic>
        <p:nvPicPr>
          <p:cNvPr id="11" name="Picture 10" descr="c844b7908e4b58eca70a820f0e6b02a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5916" y="1517904"/>
            <a:ext cx="5724144" cy="548640"/>
          </a:xfrm>
          <a:prstGeom prst="rect">
            <a:avLst/>
          </a:prstGeom>
        </p:spPr>
      </p:pic>
      <p:pic>
        <p:nvPicPr>
          <p:cNvPr id="12" name="Picture 11" descr="9e0898cd752e2675db5d1b0147d9e03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1860804"/>
            <a:ext cx="5724144" cy="548640"/>
          </a:xfrm>
          <a:prstGeom prst="rect">
            <a:avLst/>
          </a:prstGeom>
        </p:spPr>
      </p:pic>
      <p:pic>
        <p:nvPicPr>
          <p:cNvPr id="13" name="Picture 12" descr="f6a734ae4daebe83e69060760588fe5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916" y="2203704"/>
            <a:ext cx="5724144" cy="548640"/>
          </a:xfrm>
          <a:prstGeom prst="rect">
            <a:avLst/>
          </a:prstGeom>
        </p:spPr>
      </p:pic>
      <p:pic>
        <p:nvPicPr>
          <p:cNvPr id="14" name="Picture 13" descr="4af2630383ca9eafee0f722ebbec152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5916" y="2546604"/>
            <a:ext cx="5724144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3054096"/>
            <a:ext cx="11274552" cy="41148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16" name="Picture 15" descr="3f8d2d19ae6cf3db9882b0fafd94c1c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" y="3054096"/>
            <a:ext cx="11045952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3465576"/>
            <a:ext cx="11274552" cy="41148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8" name="Picture 17" descr="1ae1c80cd5a630c67d1700ea8de9e37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3465576"/>
            <a:ext cx="11045952" cy="548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3877056"/>
            <a:ext cx="11274552" cy="41148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20" name="Picture 19" descr="395b978af93061eb33aaa970fd60f62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" y="3877056"/>
            <a:ext cx="11045952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288536"/>
            <a:ext cx="11274552" cy="41148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22" name="Picture 21" descr="a05505d2ef2c44123c906c5fc9d0d16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" y="4288536"/>
            <a:ext cx="11045952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ae4bcab5260f59a0256817b9d2f3f6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c55747a3780867867712d146ccc313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902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c3fdc52e19204bb3b234085f78e83c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023b2830dcaac74beba5b301223832b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d3957c4b26c2f465ea0561f139d022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3aa312ee4b8ec1935e41bb2c1f17a1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3296a282667bf66c304bca463cb5f1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78f66121e1975a8823b8f8279eef99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bee2d1ac167193c3a11163311b218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78f66121e1975a8823b8f8279eef99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ceac53c2909fd24fd04d34d808ca0a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078231b048ea5c8dfc025dae255ea6c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64790fc0c1e007bffcbff7a5008daa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7ef8868d6ed7fd083bed2b0dd6221a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0aa4f779ca079ca91cbbed38b56dff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bbc20d51eb0b6959748feb23155e27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94054db387048f2836c63eaae0d2020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469be90597a3bc9737746de74be129e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19ac71d101405b4c5b4d1c750c296d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d022daced7e7fd8000f182ae08f8dd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2ee44aff6d6c204e9029d936637ea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e487c764e44a1966fe2d7c3b5736ed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037b2f90a34ce757ab33a40cb85a18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4996bb4c39dbd49efb3f77bf3dc21c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6e2fa4a29da8b2ab10b84d6e4c8616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309fc6e40794fa61d14c9194b70095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9738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430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430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a9fe5518c133b4e9b3645e3487b7ac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2027408" cy="1335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f02f5fe0c980ebf8e18c08493417f1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88236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ed61aba5c29de659d3d83f20e8a576c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888236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4b3cf2856dc90978bd2bd9a6e5f1e7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888236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aecf0d7fde0e235d7821ceaea31ae1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888236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2bd2d77ddbd5b4fbcb68c8360c746b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1cf784e27d43dd54f6cf3ff610e6ba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24c8182f43265fa02b466ee8a35f1b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510137e0ef6ab112229c0310dd9c87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837ca34bfcf60d4dde62081bc0185a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8ce2da71e10598c6251497d30a842b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Three -NO2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One -NO2 group is present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b76b63ec1930a07c84838f7e0b90dd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902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1cc349a2a16ac885fa7e521a09d9bb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ad292ae8045689ac8a7be36b37904a6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60885ff26b6ec75ea283d2a6bfe15b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9855fc7b8e5a6cecf45ed50c4418e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7" name="Picture 6" descr="a8d118b037f9eefb97b6b54d8bdcd9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1623060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6d851c6619db20a14481da70e6e676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74f78f83eb3fdae5a0e25f33d814e9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3e2cfd94ffd730b74af1d0ca994e37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3a3e3c4f5487c7e8dc4d2791788ac9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603fa3b0e016ef36045acfd7398eb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f452a9dcb255cfb8818140919d7385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59e5573cb1bfb3f9e17610c086bbf2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78e0a1822e72f5b9ef557a56c71c0f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a1b6402bab7eaa83489b24b760741c1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c603fa3b0e016ef36045acfd7398eb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59e5573cb1bfb3f9e17610c086bbf2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52363a5752d326f2be21f06ad683b5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705f56e2d3b5d8d448bb21b6cad3dc4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50992272983909a3e558bee1df9984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9363d7c4d7de25c5298de3acf03c60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9b5822b86a4d2536819a7263cccdc0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623060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1a0d58427631526a9ee4c2a8a9aae34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623060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ef2689bb1303571b54f9bc51ea1c15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623060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4095a2a2acb7d39f6166c09dd8ce9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97ac7c3ff18a4676afee54b412338f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007b468d100e5e1caa8ade2d5c18428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623060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fd3f6f821d5756e8f8697373a1eddd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623060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1c300a511f5984e1f1143b781124e9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623060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f8cf3ee0b21ad668c8117e26ce689e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ded98997f660eafa8b64f7336d4206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765ea12f8452cb1592ffbe4366162c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902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d87476fb0e817434982e5ca32565cf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0274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0" name="Picture 9" descr="f358d7054f3139691c367d1a0376ac7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7" name="Picture 6" descr="b604f11a94eeafd77149fed272ad79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73935"/>
            <a:ext cx="5248656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54496" y="1783079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9" name="Picture 8" descr="bc9fbe6839a5dafa3099ec8ada152c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773935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34de7034af383011d698ddafb2bbde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3d6100d9b00bfe681c502af5019e58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902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36702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9c402cdd61630be8b48090f4d6aaf1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15341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485604ce358a12a919228b9d07e6b05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144268"/>
            <a:ext cx="5248656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215341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8212ae0d102df4eb861e499cdadfbbf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144268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ac555ac5fd0bcbfc40daee134bb12a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bf83a56567a9bf24bb243a4e5762d3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582400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6b91bafa2ed1a89ab09e7479ffb8e8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7" name="Picture 6" descr="45f6c785d9290f9fd3eab624ecf033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1357884"/>
            <a:ext cx="2450592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50274" y="1367028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9" name="Picture 8" descr="fbd2a09364429af5afa88d28ff93cb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0314" y="1357884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73e860681108e5737cf1464861a7d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f82ca04f9b8de6f805ef73a83d89c5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13350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97380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18eff7e614b4198d2b806a66db92aa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cf03f4dad6d2ed2ae8ef5dbe294734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cead5e3bec84081696f9c0438db86d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432c554289156c9adb39a6b9d181a2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1c300a511f5984e1f1143b781124e9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1598" y="1357884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fd3f6f821d5756e8f8697373a1eddd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956" y="1357884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d05812b15a9f24c006ac5b9ac514b2e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0314" y="1357884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519c0ddd0c1997cfa3826a89702a76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1d57d79c3f5868d4e1a7132416e9ac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0960270b991449d13701f412d20038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c4f6964b14a1205645de8ce2f7f4c4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36702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1f6f154ec1933b92e7a1c4d1aaa4aa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15341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f952afedfd6fcf72b8ac9443e2a290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144268"/>
            <a:ext cx="5248656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2153412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477f3517a3db3c7d279518ec2bec12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144268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457d71ee2b6174aad28c17af1aa5df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ef3876ba6c0b2ed94819a5d16dbad6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357884"/>
            <a:ext cx="5248656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367028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3ca73087a8376c2ccaf9c4c84c5d2c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357884"/>
            <a:ext cx="5248656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933955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445efbeb52fda877c2ac1646a77f2c3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924811"/>
            <a:ext cx="5248656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1933955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faa9737acfe2c2815d0dce898139c26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1924811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2da9f22d743690bc3f5e72591d4a69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ab26f2f7bb219f0b9c15aa5646337c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5248656" cy="902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632204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9235d58dac70dc72ef9edd36470c8d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623060"/>
            <a:ext cx="5248656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41858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77274908ecb9b17c3a030ca48809d3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09444"/>
            <a:ext cx="5248656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241858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728cd06f5ded74fac61b0302cd4028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409444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1e0edc9c6bf4649282489075895db9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ab26f2f7bb219f0b9c15aa5646337c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623060"/>
            <a:ext cx="5248656" cy="902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632204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77274908ecb9b17c3a030ca48809d3f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1623060"/>
            <a:ext cx="5248656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41858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6e2275fb1251905994a705e5b1aa46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09444"/>
            <a:ext cx="5248656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2418588"/>
            <a:ext cx="547725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b21de6671712346ed92d2e36f75afd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2409444"/>
            <a:ext cx="5248656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8b4a56b63ca7fbd845dae11410b566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58026640264febc825393c1087645b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75c5720d775946911e09c428ca78c6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632204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d219a1ef6b0dd939ad0656d43bb50b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6278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36702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c603fa3b0e016ef36045acfd7398eb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3e2cfd94ffd730b74af1d0ca994e37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dcd492d613f3afdd89501134bf3117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f452a9dcb255cfb8818140919d7385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f28de50db7becb58703cf74c0253ae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5248656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5c20a830d099124abb5b00273eb29f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207007"/>
            <a:ext cx="5248656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ca3443a481a45d115b42e9beba773b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773935"/>
            <a:ext cx="5248656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76a29eda0025272c6b784daa385afd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1773935"/>
            <a:ext cx="5248656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8c028b045becd70ac768a53f921a48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3e2cfd94ffd730b74af1d0ca994e37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3a3e3c4f5487c7e8dc4d2791788ac9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c603fa3b0e016ef36045acfd7398eb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4fb9f2bb0cdc5d2c6045906fd090c1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585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3cf20ef3b3d03a521d0a1a0747f008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5852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c603fa3b0e016ef36045acfd7398ebc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3b313b4c51f42610e377a6062f85cf7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pic>
        <p:nvPicPr>
          <p:cNvPr id="3" name="Picture 2" descr="b4ba115dee36157b6393937291613d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31520"/>
            <a:ext cx="11454384" cy="981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32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632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3256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283256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5" name="Picture 4" descr="82a662d1972fac3eae37030271d9d9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07007"/>
            <a:ext cx="2450592" cy="9022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21558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7" name="Picture 6" descr="bb1f986dc811177f0e1e3e80015711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598" y="1207007"/>
            <a:ext cx="2450592" cy="902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85916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9" name="Picture 8" descr="33da90f9b90cb674c9c0202e39abc1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956" y="1207007"/>
            <a:ext cx="2450592" cy="9022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0274" y="1216151"/>
            <a:ext cx="2681478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8859315429dc09f9eac358da93b4699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314" y="1207007"/>
            <a:ext cx="2450592" cy="9022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