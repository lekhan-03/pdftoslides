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.png"/><Relationship Id="rId7" Type="http://schemas.openxmlformats.org/officeDocument/2006/relationships/image" Target="../media/image11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.png"/><Relationship Id="rId7" Type="http://schemas.openxmlformats.org/officeDocument/2006/relationships/image" Target="../media/image12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.png"/><Relationship Id="rId7" Type="http://schemas.openxmlformats.org/officeDocument/2006/relationships/image" Target="../media/image13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.png"/><Relationship Id="rId7" Type="http://schemas.openxmlformats.org/officeDocument/2006/relationships/image" Target="../media/image16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6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2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.png"/><Relationship Id="rId7" Type="http://schemas.openxmlformats.org/officeDocument/2006/relationships/image" Target="../media/image186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5" Type="http://schemas.openxmlformats.org/officeDocument/2006/relationships/image" Target="../media/image160.png"/><Relationship Id="rId4" Type="http://schemas.openxmlformats.org/officeDocument/2006/relationships/image" Target="../media/image18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7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.png"/><Relationship Id="rId7" Type="http://schemas.openxmlformats.org/officeDocument/2006/relationships/image" Target="../media/image20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3" Type="http://schemas.openxmlformats.org/officeDocument/2006/relationships/image" Target="../media/image1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" Type="http://schemas.openxmlformats.org/officeDocument/2006/relationships/image" Target="../media/image190.png"/><Relationship Id="rId16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55.png"/><Relationship Id="rId15" Type="http://schemas.openxmlformats.org/officeDocument/2006/relationships/image" Target="../media/image212.png"/><Relationship Id="rId10" Type="http://schemas.openxmlformats.org/officeDocument/2006/relationships/image" Target="../media/image207.png"/><Relationship Id="rId4" Type="http://schemas.openxmlformats.org/officeDocument/2006/relationships/image" Target="../media/image54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png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9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7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3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1.png"/><Relationship Id="rId7" Type="http://schemas.openxmlformats.org/officeDocument/2006/relationships/image" Target="../media/image237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1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1.png"/><Relationship Id="rId7" Type="http://schemas.openxmlformats.org/officeDocument/2006/relationships/image" Target="../media/image24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7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8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24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3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png"/><Relationship Id="rId5" Type="http://schemas.openxmlformats.org/officeDocument/2006/relationships/image" Target="../media/image255.png"/><Relationship Id="rId4" Type="http://schemas.openxmlformats.org/officeDocument/2006/relationships/image" Target="../media/image254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8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7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6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2.png"/><Relationship Id="rId5" Type="http://schemas.openxmlformats.org/officeDocument/2006/relationships/image" Target="../media/image269.png"/><Relationship Id="rId4" Type="http://schemas.openxmlformats.org/officeDocument/2006/relationships/image" Target="../media/image267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1.png"/><Relationship Id="rId7" Type="http://schemas.openxmlformats.org/officeDocument/2006/relationships/image" Target="../media/image276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1.png"/><Relationship Id="rId7" Type="http://schemas.openxmlformats.org/officeDocument/2006/relationships/image" Target="../media/image28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4" Type="http://schemas.openxmlformats.org/officeDocument/2006/relationships/image" Target="../media/image278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3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7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3" Type="http://schemas.openxmlformats.org/officeDocument/2006/relationships/image" Target="../media/image1.png"/><Relationship Id="rId7" Type="http://schemas.openxmlformats.org/officeDocument/2006/relationships/image" Target="../media/image293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5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5" Type="http://schemas.openxmlformats.org/officeDocument/2006/relationships/image" Target="../media/image298.png"/><Relationship Id="rId4" Type="http://schemas.openxmlformats.org/officeDocument/2006/relationships/image" Target="../media/image297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2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3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3" Type="http://schemas.openxmlformats.org/officeDocument/2006/relationships/image" Target="../media/image1.png"/><Relationship Id="rId7" Type="http://schemas.openxmlformats.org/officeDocument/2006/relationships/image" Target="../media/image28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5" Type="http://schemas.openxmlformats.org/officeDocument/2006/relationships/image" Target="../media/image305.png"/><Relationship Id="rId4" Type="http://schemas.openxmlformats.org/officeDocument/2006/relationships/image" Target="../media/image304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7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8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3" Type="http://schemas.openxmlformats.org/officeDocument/2006/relationships/image" Target="../media/image1.png"/><Relationship Id="rId7" Type="http://schemas.openxmlformats.org/officeDocument/2006/relationships/image" Target="../media/image312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png"/><Relationship Id="rId5" Type="http://schemas.openxmlformats.org/officeDocument/2006/relationships/image" Target="../media/image310.png"/><Relationship Id="rId4" Type="http://schemas.openxmlformats.org/officeDocument/2006/relationships/image" Target="../media/image309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png"/><Relationship Id="rId3" Type="http://schemas.openxmlformats.org/officeDocument/2006/relationships/image" Target="../media/image1.png"/><Relationship Id="rId7" Type="http://schemas.openxmlformats.org/officeDocument/2006/relationships/image" Target="../media/image317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6.png"/><Relationship Id="rId5" Type="http://schemas.openxmlformats.org/officeDocument/2006/relationships/image" Target="../media/image315.png"/><Relationship Id="rId4" Type="http://schemas.openxmlformats.org/officeDocument/2006/relationships/image" Target="../media/image314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3" Type="http://schemas.openxmlformats.org/officeDocument/2006/relationships/image" Target="../media/image1.png"/><Relationship Id="rId7" Type="http://schemas.openxmlformats.org/officeDocument/2006/relationships/image" Target="../media/image322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.png"/><Relationship Id="rId5" Type="http://schemas.openxmlformats.org/officeDocument/2006/relationships/image" Target="../media/image320.png"/><Relationship Id="rId4" Type="http://schemas.openxmlformats.org/officeDocument/2006/relationships/image" Target="../media/image319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1.png"/><Relationship Id="rId7" Type="http://schemas.openxmlformats.org/officeDocument/2006/relationships/image" Target="../media/image325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2.png"/><Relationship Id="rId5" Type="http://schemas.openxmlformats.org/officeDocument/2006/relationships/image" Target="../media/image320.png"/><Relationship Id="rId4" Type="http://schemas.openxmlformats.org/officeDocument/2006/relationships/image" Target="../media/image324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8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9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8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5" Type="http://schemas.openxmlformats.org/officeDocument/2006/relationships/image" Target="../media/image265.png"/><Relationship Id="rId4" Type="http://schemas.openxmlformats.org/officeDocument/2006/relationships/image" Target="../media/image267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5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4.png"/><Relationship Id="rId5" Type="http://schemas.openxmlformats.org/officeDocument/2006/relationships/image" Target="../media/image333.png"/><Relationship Id="rId4" Type="http://schemas.openxmlformats.org/officeDocument/2006/relationships/image" Target="../media/image332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7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33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9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5" Type="http://schemas.openxmlformats.org/officeDocument/2006/relationships/image" Target="../media/image338.png"/><Relationship Id="rId4" Type="http://schemas.openxmlformats.org/officeDocument/2006/relationships/image" Target="../media/image337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4" Type="http://schemas.openxmlformats.org/officeDocument/2006/relationships/image" Target="../media/image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3d8eb37276e33f6cbbb3772f30df2d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3199c9336c5a0a064766f1f8346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31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 dirty="0">
                <a:solidFill>
                  <a:srgbClr val="00B0F0"/>
                </a:solidFill>
                <a:latin typeface="Arial"/>
              </a:rPr>
              <a:t>A. </a:t>
            </a:r>
            <a:r>
              <a:rPr sz="1800" dirty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90e8619df31942ad64a15bad31ff9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92d13b6fd1d09daddab98c0ac024c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ce87d7b9c4fe0dc8e4fce49276daa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0622f25c50e1feab76b66c453f5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0860b390d6f03a2b1091f3bf7b19d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7cce0b1b7dd348328f467fbf20a9c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7db654f97d022d37268c335833574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db65558c9cf63ec51aeef7af888f2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3b5f3a74c7fc3fc29bcf5fa5def7a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20679a45b08e5b9e948e9fe6888c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a5949fadf5866743c92eacad75980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a808bdb62d7c1d4bac07903c3dc6a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623e5c5efdb21b24ea9ca97a9e88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b804cc9b08c4952deaaf062f659b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fc14cad2c3b6bf92be80131b58ac3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a28a85ba5b31296dfa273bd16b1e5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754a3ecd5f7bd68160890d64f5c66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f4a5b298d8f751042aab83492a3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b645a27f6d88e865a3fa55881f426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59f5b37af22c00b89771a4abcb5b7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347e32d489f6f5d170546021de5d6d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f8ffc15ef1333d7e9bb967b7108af4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cc9cd9f6bb421351cc62ec14ae6d3f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9d412de7768d5765b56fc3c2b08725c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fcdb5c3492fc2536e98decb20f0e9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9b4d4a64c7e4b896682e2db0992ca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790635f326e49a1e1b1965043ee9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a5695d45bf1f5670712023e85ff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1ed7c1f4b334e20181a14b10083c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8de20d815d0c06b661d3fd759b0d2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f073fb1f1a4702e148605393078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f7aa3052a2bd7365fbc9c42edf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cc78ad36d75c32401bb30f9bb6bd5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658d208b0b09d6de387ccd5b074a4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712f39440b9d0e0d2c28f46e4a5ef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c53f7810bac8f556456c6c96597e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29a634d75f0d9f5bddec5e3ea9f82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dbf52ead6ebd209e16769208fdc0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f3fa359193807095d22482d280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149c8e0ae4434e801f714d524e4ba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197159d5c715a6fc7342d2ef4a98f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d5160db0ca0bd001b235cb6f6a88c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9939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4bfb960797075c5bc07ed0234cbe8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908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3ba8797dba4309cb799c64329621c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8193b76faad4dc5f995c1a1a5a48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da9ef3622cabfe9e862fbc6eb527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3ceda79f53040cdf4fb2a17cd3eeb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8ac196f0d5279b1f145938aa02c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7511006fcd97d0d9c76a7cb6f399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2080d4d51958e41483646a788987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c515bce2a9de5343d0d7280f8bf9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electronic configuration of Cu (II) is 3d9, whereas Cu(I) is 3d10.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3f51df7742e6217ff4db149a137a4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aa0456dd6da400124e6644b27d03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384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f9a8d0e72d5a68c9c2889fbb216c3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00d1046e54d2cd0caafca4a9c1b6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6d5c28718b42a0ef4f96ae8af9b47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24686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4df689e0577064fb55a62058e0a15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eb15617e276497cc7eb7de1542ae3b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4be47bc9315743c964c9d3c21e048c8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1e127329375924b5876ad19e0cc65d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e7874262e6c3771d47448bae9dac273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e15f23e0d6d63b0b37881c92410586c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4744acb885defd15e47150f36bbfd05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fc267b67f397d71723f626f269712b3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d57849986ed0842bc714ca1af813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a739b6a355df130d604866a09d2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cdda0a9ecfa8547e25566d4816d1c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b43ec1fee2b2027d33a6e8368937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6054d4d4601ce782fdaa7549984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bafeeae7b0f1cefaa3a31de8ac1e4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f79e518c846907dfd2e657576029d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d1b05257e393343e840ae7dbd733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7763e7c1eb478beb3b498669d43c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8b1747e257f78e4ab38a85f9e80b2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fb0d9401919b3d9162169047cf66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718e5adc51550016f0c21b2184275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afc0c47347496595a9630f40aad9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37c012c7bf489a076118a1a0c6763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d81e8e529cbbf47388193bf95c1a6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768c205dfac336a798a0b3ecc9b0a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586081c267d5ea42c67d96070b5a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ea1a7c4dedc02dfe158d72b23123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a08d259340dfd894389446fb111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f4eb7dcdb7bee7d5976183f194e5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b6407d7be09aa3ff08746c360e838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tIns="0" rIns="73152" bIns="0" anchor="t">
            <a:spAutoFit/>
          </a:bodyPr>
          <a:lstStyle/>
          <a:p>
            <a:pPr algn="l"/>
            <a:r>
              <a:rPr sz="1800" b="1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4936</Words>
  <Application>Microsoft Office PowerPoint</Application>
  <PresentationFormat>Custom</PresentationFormat>
  <Paragraphs>902</Paragraphs>
  <Slides>203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203</vt:i4>
      </vt:variant>
    </vt:vector>
  </HeadingPairs>
  <TitlesOfParts>
    <vt:vector size="20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Lekhan Dayananda sagar</cp:lastModifiedBy>
  <cp:revision>2</cp:revision>
  <dcterms:created xsi:type="dcterms:W3CDTF">2013-01-27T09:14:16Z</dcterms:created>
  <dcterms:modified xsi:type="dcterms:W3CDTF">2026-10-01T08:21:24Z</dcterms:modified>
  <cp:category/>
</cp:coreProperties>
</file>