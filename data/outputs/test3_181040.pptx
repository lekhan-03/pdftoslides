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9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0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6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7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8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f17034d967677d89ca97fdc72e4a4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11454384" cy="1139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67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11c32f82c9f63fa3585237eb97d2e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(2, 8)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(1, 1)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(0, 0)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(−3, −27)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8c466828c281024430ba1c0d23bf5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3eb8774dbc62d419ff3e75113efcd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567a1ac85a3f3751962f956481b76b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81af7073b9a3c06f6ca147a1f7bc0dc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8b1527d508af5f8f878fba44a22ab8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8e228676a02b3a07ee5b814c949c4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162556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1692bb2dc6c48f1eeb6e280898a3c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153412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2162556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62aa94b61f23043fcfc09312d226c7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2153412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2162556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1e50e8fc0db0e6abf8e7c80812653e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2153412"/>
            <a:ext cx="2450592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2162556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all are false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each side of a cube is xunits, then the rate of change of its surface area with respect to side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7145c9a36a2f2b9ac22dafde9233e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b50f1dd1288cf1986fc99f73f416a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3af86c144c3ceeca9c18610ebbf27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c2ebc8dbf9a9ebf18b354ed25a9b6b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Let C be the circumference and A be the area of a circle. Statement 1: The rate of change of the area with respective to radius is equal to C. Statement 2: The rate of change of the area with respective to diameter is C/2.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Only Statement 1 is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Only statement 2 is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Both statements are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Both statements are false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ac861992e8974a2e88b05f7a5a554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a&gt;0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a&lt;0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0&lt;a&lt;1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a&gt;1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efb559b3fa4ed9a951e775766887b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1c43ba4c98a3ecec3aaa27fb89c33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−2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458fb0c5956d52d2c73993527aa2c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does not exist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94b4b73c38ba72b1ff0e9c2d29aae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356372e169392a5253f653f48a4e4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7307883729abfde9809ac32bb01f1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23060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b96f6a9174d33d41aeccf35842cb6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623060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5196791e8d64cf8a83149d00f83f15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623060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3b0ccff66fcc9dc392d160a3cfe5ec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623060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bc6dd32250f5fa6fcc741ecbcd6dab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rate of change of area of circle with respect to its radius ‘r’ at r = 6 cm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e22ad5a6ed1397391bfc0d3762f70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90a5e86cf1799f9b7f99251a0a7ddf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30f69a91e63441dff8dcff75e72f6b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68d714436923e7629e093518caee7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of the following graph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1af7073b9a3c06f6ca147a1f7bc0d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(0, 0)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81af7073b9a3c06f6ca147a1f7bc0d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7ed66cd0cfc5c22cd617e35220357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78ab44199dcef204834f008e70167a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78ab44199dcef204834f008e70167a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(2)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1112c23e6f0ebf267a0df304c331b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do not have maximum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4eae2e9eaa1c4ff3694edf5b3673b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does not exist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248dfd66cc56c734baad7075089d6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46593290f5ce4534f0d3176bbb462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3eedb891ffdd1ca426e913e102d7f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(-∞,2)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(2)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[2,∞)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(-∞,∞)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e0c85af49acae4f40db34d4f02948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3 cm/sec.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18 cm/sec.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8 cm/sec.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6 cm/sec.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01ceb46e0817311e5a6dbd6c85b16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89738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9993246bcf66e317b719625028f599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88236"/>
            <a:ext cx="5248656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189738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3b00a85a95795c63408edcaea8d67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888236"/>
            <a:ext cx="5248656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46430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f3e19c5cbb2ed3e37cdce76abf9ed7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455164"/>
            <a:ext cx="5248656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54496" y="246430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b622263464c5ab44f11229a6db7479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2455164"/>
            <a:ext cx="5248656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a529db2dad81fe3740e96b3fb1fb6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6b1ab85538628cf2a12f9f2ff233f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64dfd15e8a4c908ca35039cc8cb11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bf108eeb28343b0516ea8e5dc3bd4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4189b59c5baaa3c2793506d7a30758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2043cb6fa2d6dd3921121eb24ff7e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739b778dd920713752fd56f75e720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8072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6060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2016S,2019S,2025-2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505b96f52422370da6fa7ffe72ce5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19614921a032735d115cfdd58b09b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5dc3399af613738b2cd0ff52996b4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0d544009fc3462a19f9c2253b5200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d6c522c2f90a1b7f38b20074b35bc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2fbffb34913282bb05edbee2667e8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11f565ac10098cde360f55b704426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8072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6060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2022M,2024-2,2025M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8f74563ae79af5f14423d712c6c8e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423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2219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2024-1,3,2026-1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radius of circle is increasing at the rate of 0.7 cm/what is the rate of increase of its circumference?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7df48f209135a59567e49fbbccf28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163c2f5bd2e4ddbb1aab74e7a473d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930127d49ace16cf9a11fd1a36f46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balloon which always remains spherical has a variable radius. Find the rate at which its volume is increasing with radius when the radius is 10 cms.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92269fa0a0aab91f2ad6abf758782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b936a1523319ece59abd528d803ad1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8dd33dcae99b4f874e860a8297dd20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2014S,2017,2024-1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9659a0f8b1ddb39ee9dbbe319d266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3500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2015,2017S,2018S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two positive numbers whose sum is 15 and sum of whose squares is minimum.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numbers whose sum is 24 and whose product is as large as possible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numbers whose product is 100 and whose sum is minimum.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the radius of a sphere is measured as 7 m with an error of 0.02 m, then find the approximate error in calculating its volume.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3 MARKS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e3e5a341d28ace624feca165e1266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dad9b55e21d54c436f5758c01e701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3 MARKS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cbf4d838e9edb2a060377d0b8ce78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3 MARKS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63c887b9d3cfe16448d53babf0fa0d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3 MARKS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2b1dde56c8e8d9a0841dc05b6e17a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8cb0353c8a14bf04ac4cab4db2340d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e7f77b6916ee9e2dbf15c2f224dbd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man of height 2 meters walks at a uniform speed of 5 Km/hr away from a lamp post which is 6 meter high. Find the rate at which the length of his shadow increases.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c56be00c88d579da026da8cd8f8e2b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cd18b49efcbb10c004af625d14ea4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ladder 24ft long leans against a vertical wall. The lower end is moving away at the rate of 3ft/sec. find the rate at which the top of the ladder is moving down wars. If its foot is 8ft from the wall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 2017,2019,2021M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45d658f2b1b468cf29f593dfdb468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3500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2015,2018S,2021M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c4363c03df1c3509c98965981e842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9593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7581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2015S,2018,2017S,2018S,2020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sand is pouring from a pie at the rate of 12cm3/sec. the falling sand form a cone on the ground in such way that the height of the cone is always one-sixth of the radius of the base. How fast is the height of the sand cone increasing when the height is 4 cm.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667f10145ca8a562fc24c61289169a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97056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2016S,2023M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ladder 5m long is leaning against a wall. The bottom of the ladder is pulled along the ground, away from the wall, at the rate of 2 cm. how fast is its height on the wall decreasing when the foot of the ladder is 4m away from the wall?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