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16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44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5" Type="http://schemas.openxmlformats.org/officeDocument/2006/relationships/image" Target="../media/image32.png"/><Relationship Id="rId6" Type="http://schemas.openxmlformats.org/officeDocument/2006/relationships/image" Target="../media/image20.png"/><Relationship Id="rId7" Type="http://schemas.openxmlformats.org/officeDocument/2006/relationships/image" Target="../media/image4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7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1.png"/><Relationship Id="rId4" Type="http://schemas.openxmlformats.org/officeDocument/2006/relationships/image" Target="../media/image8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1.png"/><Relationship Id="rId4" Type="http://schemas.openxmlformats.org/officeDocument/2006/relationships/image" Target="../media/image8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1.png"/><Relationship Id="rId4" Type="http://schemas.openxmlformats.org/officeDocument/2006/relationships/image" Target="../media/image8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1.png"/><Relationship Id="rId4" Type="http://schemas.openxmlformats.org/officeDocument/2006/relationships/image" Target="../media/image8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1.png"/><Relationship Id="rId4" Type="http://schemas.openxmlformats.org/officeDocument/2006/relationships/image" Target="../media/image8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1.png"/><Relationship Id="rId4" Type="http://schemas.openxmlformats.org/officeDocument/2006/relationships/image" Target="../media/image8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1.png"/><Relationship Id="rId4" Type="http://schemas.openxmlformats.org/officeDocument/2006/relationships/image" Target="../media/image8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1.png"/><Relationship Id="rId4" Type="http://schemas.openxmlformats.org/officeDocument/2006/relationships/image" Target="../media/image8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1.png"/><Relationship Id="rId4" Type="http://schemas.openxmlformats.org/officeDocument/2006/relationships/image" Target="../media/image8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1.png"/><Relationship Id="rId4" Type="http://schemas.openxmlformats.org/officeDocument/2006/relationships/image" Target="../media/image9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9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9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9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9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9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9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9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0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0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0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0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04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05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0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07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08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09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10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Relationship Id="rId4" Type="http://schemas.openxmlformats.org/officeDocument/2006/relationships/image" Target="../media/image11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Relationship Id="rId4" Type="http://schemas.openxmlformats.org/officeDocument/2006/relationships/image" Target="../media/image114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Relationship Id="rId4" Type="http://schemas.openxmlformats.org/officeDocument/2006/relationships/image" Target="../media/image11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Relationship Id="rId4" Type="http://schemas.openxmlformats.org/officeDocument/2006/relationships/image" Target="../media/image11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Relationship Id="rId4" Type="http://schemas.openxmlformats.org/officeDocument/2006/relationships/image" Target="../media/image11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Relationship Id="rId4" Type="http://schemas.openxmlformats.org/officeDocument/2006/relationships/image" Target="../media/image119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Relationship Id="rId4" Type="http://schemas.openxmlformats.org/officeDocument/2006/relationships/image" Target="../media/image120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Relationship Id="rId4" Type="http://schemas.openxmlformats.org/officeDocument/2006/relationships/image" Target="../media/image12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Relationship Id="rId4" Type="http://schemas.openxmlformats.org/officeDocument/2006/relationships/image" Target="../media/image122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Relationship Id="rId4" Type="http://schemas.openxmlformats.org/officeDocument/2006/relationships/image" Target="../media/image12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Relationship Id="rId4" Type="http://schemas.openxmlformats.org/officeDocument/2006/relationships/image" Target="../media/image124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Relationship Id="rId4" Type="http://schemas.openxmlformats.org/officeDocument/2006/relationships/image" Target="../media/image125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Relationship Id="rId4" Type="http://schemas.openxmlformats.org/officeDocument/2006/relationships/image" Target="../media/image126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7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9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.png"/><Relationship Id="rId4" Type="http://schemas.openxmlformats.org/officeDocument/2006/relationships/image" Target="../media/image13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.png"/><Relationship Id="rId4" Type="http://schemas.openxmlformats.org/officeDocument/2006/relationships/image" Target="../media/image132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.png"/><Relationship Id="rId4" Type="http://schemas.openxmlformats.org/officeDocument/2006/relationships/image" Target="../media/image133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.png"/><Relationship Id="rId4" Type="http://schemas.openxmlformats.org/officeDocument/2006/relationships/image" Target="../media/image134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.png"/><Relationship Id="rId4" Type="http://schemas.openxmlformats.org/officeDocument/2006/relationships/image" Target="../media/image135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.png"/><Relationship Id="rId4" Type="http://schemas.openxmlformats.org/officeDocument/2006/relationships/image" Target="../media/image136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.png"/><Relationship Id="rId4" Type="http://schemas.openxmlformats.org/officeDocument/2006/relationships/image" Target="../media/image137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.png"/><Relationship Id="rId4" Type="http://schemas.openxmlformats.org/officeDocument/2006/relationships/image" Target="../media/image138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.png"/><Relationship Id="rId4" Type="http://schemas.openxmlformats.org/officeDocument/2006/relationships/image" Target="../media/image139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.png"/><Relationship Id="rId4" Type="http://schemas.openxmlformats.org/officeDocument/2006/relationships/image" Target="../media/image1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5d44b1595f4b63b727d4eae691687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pic>
        <p:nvPicPr>
          <p:cNvPr id="5" name="Picture 4" descr="0d0a62989479b58aea055067bb4025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63240"/>
            <a:ext cx="11454384" cy="7437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b64b61e52944f0cf78f1ce9356b91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f01a1c458ca5ca6b4e5e608a7bb38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0ba3da5fe22faf6f3adfda7b1a65d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f4d95a90bf8a1bb9b2df6e31c6267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c21ab9c7dcd1fee05356a48d11369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a28be7739ac9d3331650b13d450fa9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∫ e ˣ (1)/(x) - (1)/(x²) dx is (2024M,2026,2025-2)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2cc9b690ea0689f55f6d259834aed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e-x (1)/(x²)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9df9f1efe4645dcc7551bcfddb8944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ex (1)/(x²) + 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98c3499612ab85092cb114ab8fde8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554e9bdeb510e41ce8f516d024b4ad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e50bcd042c73a05ca81465e72ea41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b3240cb227dd1d7740653348dda7f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2ac84f2f8fbb8577e27ea5d93f1536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86cf95840767fdd5f0571656dc969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5e3f48cb529d9e8c38a605303f4a01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d547ae98a1832d3c7d4dced24a93d17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∫(1)/(xsqrt(x^{2}-1)) dx= (2025M)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3097d9089573ba01399bd32e47eb3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cosec⁡^{-1}x+C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bec4c0d8827010ac359ed999bcd829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3866543b1011b81d7b0aac3975dea1f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Statement 1: The anti-derivative of (1)/(sqrt(1+X^{2})) with respect to x is (X)/(2) sqrt(1+X^{2}) +(1)/(2) log|𝑥 +sqrt(1+X^{2})| + 𝐶 Statement 2: The derivative of (X)/(2) sqrt(1+X^{2}) +(1)/(2) log|𝑥 +sqrt(1+X^{2})| + 𝐶. with respect to x is (1)/(sqrt(1+X^{2})) (2025M)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f5d4a7d759c0079e2d8f7464665d41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612cca5f603eeb3d258a8c5af5ef1d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13350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2fedce59309a364c16ed0c7c857fb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anti-derivative of (1)/(x sqrt(x^{2}-1)),x&gt;1 with respective to x (2026-1)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40a964089291599973b25243b6bfe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ecc5ceefe1b338becd4aabcb012747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-cosec⁡^{-1}x+C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6ea0636e28e2a79a115080204f3ebdd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(2-3 sinx)/(cos^{2}x) dx = (2026M)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2tan⁡x-3sec⁡x+c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2tan⁡x+3sec⁡x+c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2tan⁡x-2sec⁡x+c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2sec⁡x-3tan⁡x+c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1sqrt(3)(1)/(1+x^{2}) dx = (2026M,2025-2)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e7a4b03e42a36cbb7eeaf64e4eaaa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f19bb7a435991229ec0684fce406e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ae0c9b8179c9c5526086b2f93da4f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45414f8322e4df87d041dd5bb4802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(1-x)/(sqrt(x)) dx is (2026M)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2sqrt(x)+(3x^{3/2})/(2)+C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2sqrt(x)-(2x^{3/2})/(3)+C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2sqrt(x)+(2x^{3/2})/(3)+C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2sqrt(x)-(3x^{3/2})/(2)+C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c3513932adbe19b50b9a390e5da29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–1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–2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0c1336eacb15c765ddd7f058f974d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b25646420445cb45acf5d3748f6a8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29369fc796e91b428258b85ed9801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a7e9841cadc6ef4386bb17f41ba99b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4d6f18efec8d6d47444ef08343596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ff45bfca1f37e205fe05578f7e38d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5b5438ba1e1c0ae442cd52bb8554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b3240cb227dd1d7740653348dda7f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056cc87bc8b4b34bf62a39eb750d1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d4aa88549e451a243ed2874b726b0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value of 0π/3(sqrt(3))/(1+x^{2}) dx is (2026M)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547ae98a1832d3c7d4dced24a93d1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0ddb0bee1be22dca9b507d5cb61e6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ae0c9b8179c9c5526086b2f93da4f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45414f8322e4df87d041dd5bb4802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anti-derivative of sqrt(x)(1)/(sqrt(x))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d8784eb59c111fb18ae2eec13f23b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b501eef7fac0c1107cc424d9dc66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dc1083bbb7b294fbd1fb57da28898b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592082b7a242e75952e3907ada0f66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value of (cos2x+2 sin^{2}x)/(cos^{2}x)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96ffd75f71789cdc863ff26161344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6ed09033abb22e909f3ae05f1aa20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2b3fb7fd7b4f67e9663fd50c6732ca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55fd114c98fafa893de9b10f184ee7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0da57e42348208951e4b25c43f973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82d4e14e395a143b8f1014c76cbf5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1cca71cb6fbe5b53619dc922eb43b8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cb5513bfc73395f5cb0e867b04012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e2c5fe08ec6a0f1ca63ffff204736f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c732d5de3fcd2560aa52786eba0de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ddc180117452a623998560fd81d3ec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sec x + tan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 x - tan x +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d36299a4aaed9ab983fba7e6d5f647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9da3df3815c7e28fbc8f25cdc661f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36ace4290e21b60ccbdde98c474de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dd63fb74d7b2cf28700dd0e6df809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28bfe7cca89b7c89e7c72bc8c43f4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ede22df50ba2a568aff6547abcc411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01(1)/((1 + x²)) dx is (2024-2)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e7a4b03e42a36cbb7eeaf64e4eaaa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aae0c9b8179c9c5526086b2f93da4f5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547ae98a1832d3c7d4dced24a93d17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0ddb0bee1be22dca9b507d5cb61e62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42a450a18fcdcf2f89b404685c3d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x-tan x 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tan x - x 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92e13a9186ada04fc47258775e93a0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9a831cb3e19219187987a92e79ec2a7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37f832d308b81421202b3aab3bce8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c9f0d53b310bb0f641fb4a20554df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9cba0ba971eda774908e3b9708280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884a5daede2ce4f116fff41a539fd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a5a176fa5d5c9707582f87233df013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6fda36ea210460d4fc202f0c9f0ea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23712bee364e7e5f39672dc19e02ed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85cdb8fba0c2cb7a31aeca88701729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ac5505636b689f6c337fdc2ddc1e49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3097d9089573ba01399bd32e47eb38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69239e79beb5e7bf42105881c526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b7f1bc9cdb9532718f564336cd26f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5456accad387229cb3e8b10eeede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30ff701f6720ac4d587e50661bd28d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bdd994f5cea1901967bb47a1f70b5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e^{x}(x-1)/(x^{2}) (2015)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4e82e9c7e0e1835654fa96d45bcf2b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f434cf46d561be8bad9c1afdbaea1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59ec0e5f21db910ba27cd5362456f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sqrt(x)+(1)/(sqrt(x)) dx (2017)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27570c9bb8681d5c23973fadb22aa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(x^{3}-1)/(x^{2})dx (2018)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4ad2a2e94a06acc4c2dbc5907b830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0f915474c97d297a0ec16a16ed392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9408e6b1a244473c54ca408aebd15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87ab963f99c0db1c50e042b4f6dcd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aad140e72345b35485e305eaa1ec5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14d058dc2e943e60a8c6d98c2af7eb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fa0936728aef43fd63c44820e5dca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01(1)/(1+x^{2})dx. (2014s)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(sin^{2})/(1+cosx) dx. (2014,2022)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69611d0ca16eb3e996ad4c47af997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Evaluate: (dx)/(x-sqrt(x)) (2015)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Evaluate: (x^{2})/(1-x^{6})dx. (2015s)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Evaluate: e^{x}(1)/(x)-(1)/(x^{2})dx (2015s)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1b0ad63838a222c0eea1484c6364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ceec02311305fb0d9ce6dc764b65f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ec1ef1e3f881b5e5281825adc9d1c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Evaluate: 01(dx)/(sqrt(1-x^{2})) (2016s)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7621dc513e19186622fcd83541466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0(2)/(3)(1)/(4+9x^{2}) dx (2017)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Evaluate: (sqrt(tanx))/(sinxcosx) dx (2017s)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Evaluate: (x-3)/((x-1)^{3}) ex dx (2017s)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e9991cf99219062ad096a9cc4b695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Evaluate: (xe^{x})/(1+x^{2}) dx (2018s)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Evaluate: (e^{x})/(1+x^{2})dx with respect to x (2018)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23(x)/(1+x^{2})dx. (2018)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c0e4734de46900ba201a4998b46ba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6da50b52409538db4de2900130229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3420a884c83da73710c9922ceee77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7e348355e36b003a20d29289ac0a8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6b6f0a139533497d9e44d156893a8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Integrate (2-3sinx)/(cos^{2}x) (2023)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1sqrt(3)(dx)/(1+x^{2}) (2023,2024-1)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8068c092456b3cad5971443cd1b73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(sin^{2}x-cos^{2}x)/(sin^{2}x. cos^{2}x) dx (2021m)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e6234abca94ac488c2b7c1a029d2c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60069698f2757f656dba635bf81ee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98e6ef7ebdb5a8e61ed63627c42b3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Evaluate: 01(x)/(x^{2}+1) dx (2024-3)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10ef22538f6130ed1196efa7be807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Evaluate: (x^{3}-x^{2}+x-1)/(x-1) dx. (2025-2)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Evaluate: (x^{3} tan^{-1}x^{4})/(1+x^{8}) dx. (2025-3)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(1)/(x+x log x) dx (2026-1) ((x^{2}+1)e^{x})/((x+1)^{2}) dx (2014,2022)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0e0942478fdef16455d2907c0de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5126228571fdde190dd843375df16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1d2ab55c151a9b04ee427c40c5d39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e3441a46000c37de372f3f46dd6b0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70c77ed43a8e43430c90da94542e0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a7619fafb56108d9a4d33b8268b64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aa02efec5f41a8213aaba9a83beeb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cb722a2281da651f99fbba846891a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(2x)/((x^{2}+1)(x^{2}+2))dx with respect to x. (2016)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661ba727d90d75d156844ae9df3af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(x)/(x^{2}+3x+2)dx (2017)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2bff356052d233c47606825d3ce6b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Evaluate: 01(x)/(1+x^{2}) dx (2018s,2023)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Integrate (dx)/(xx^{2}+1) with respect to x. (2018s)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Evaluate: (xx)/(sqrt(1-x^{2})) dx (2017s)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d0e65cd1fc0aa3bf3db8c7315c9a8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0(π)/(2)(sinsin x)/(1+cos^{2}x) dx (2019) ((x-3)e^{x})/((x-1)^{3}) dx (2020,2021m,2023)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a41367e109066963f4fdc1aa6bae2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e8eef69004364c14a767577b4bdb6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8fd6e6a4f61d154f6d3d8b634ee2d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x .dx (2021m)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(sin^{3}x+cos^{3}x)/(sin^{2}x. cos^{2}x) dx (2021m)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(3x-2)/((x+1)^{2}(x+3))dx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ea6cf2e90e8c7a7dd1d81f9b423f3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(x sin^{-1}x)/(sqrt(1-x^{2})) dx. (2024-2,3)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Evaluate: (2x)/(x^{2}+3x+2)dx. (2025-1)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66c0de031259024c00ad40a3fff57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(dx)/(x^{2}-a^{2}) and hence evaluate (dx)/(3x^{2}+13x-10) (2014)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(1)/(sqrt(x^{2}-a^{2})) with respect to x and hence evaluate (dx)/(sqrt(x^{2}+6x-7)) (2014s)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(1)/(sqrt(x^{2}-a^{2})) with respect to x and hence evaluate (dx)/(sqrt(x^{2}+6x-7)) (2015)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the integral of sqrt(x^{2}+a^{2}) with respect to x and hence evaluate sqrt(x^{2}+4x+6)dx (2015s)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(1)/(x^{2}+a^{2}) with respect to x and hence evaluate (dx)/(x^{2}+2x+3) (2016,2020,2024-1)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the integral of sqrt(x^{2}-a^{2}) with respect to x and hence evaluate sqrt(5-x^{2}+2x)dx (2016s)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the integral of sqrt(x^{2}-a^{2}) with respect to x and hence evaluate sqrt(x^{2}-8x+7)dx (2017)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the integral of sqrt(a^{2}+x^{2}) with respect to x and hence evaluate sqrt(1+x^{2}) dx (2017s)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the integral of (1)/(sqrt(a^{2}-x^{2})) with respect to x and hence find (1)/(sqrt(7-6x-x^{2})) dx (2018s)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(1)/(x^{2}+a^{2}) with respect to x and hence evaluate (dx)/(x^{2}-6x+13) (2018)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(dx)/(x^{2}-a^{2}) and hence evaluate (dx)/(x^{2}-16) (2019,2022,2024m)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the integral of sqrt(x^{2}+a^{2}) with respect to x, and hence find sqrt(x^{2}+2x+5) dx (2019s)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(1)/(sqrt(x^{2}+a^{2})) with respect to x and hence evaluate (dx)/(sqrt(x^{2}+2x+2)) (2023)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(dx)/(x^{2}-a^{2}) and hence evaluate (dx)/(4x^{2}-9) . (2021m,2025-2)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the integral of (1)/(sqrt(a^{2}-x^{2})) with respect to x and hence find (1)/(sqrt(9-25x^{2})) dx (2021m)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the integral of (1)/(sqrt(a^{2}+ x^{2})) with respect to x and hence find (1)/(sqrt(2-x^{2}+1)) dx. (2024-2)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(1)/(x^{2}-a^{2}) and hence evaluate (dx)/(5-x^{2}). (2024-3)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the integral of (1)/(sqrt(a^{2}+ x^{2})) with respect to x and hence find (1)/(x^{2}-6x+13)dx. (2025-1)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the integral of (1)/(x^{2}-a^{2}) with respect to x and hence evaluate (1)/(3-x^{2}-2x)dx. (2025-3)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the integral of (1)/(a^{2}-x^{2}) with respect to x and hence find (1)/(25-x^{2}) dx. (2026-1)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a268751bc3d7d9f843d4ebc7cf2f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ecfe10de2b9fe13e7b53869e8bbbe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abfx.dx=abfa+b-xdx and hence evaluate (π)/(6)(π)/(3)(1)/(1+sqrt(tanx)) dx (2014s,2019s)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57d1ee51344fefad1ad7382045a1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abfx.dx=abfa+b-xdx and hence evaluate (π)/(6)(π)/(3)(1)/(1+sqrt(tanx)) dx (2014,2015s,2019,2021m)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87cbee6e2dcc58c672676766ef0f5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0afx.dx=0afa-xdx and hence evaluate0(π)/(2)(sqrt(sinx))/(sqrt(sinx)sqrt(cosx)) (2016s,2022,2026-1)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18a4cd644ac5a294eca2672cceaa3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0afx.dx=0afa-xdx and hence evaluate0a(sqrt(x))/(sqrt(x)+sqrt(a-x)) (2018,2021m)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a59ad785bf3c3c4178bb079e47a5f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679936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0afx.dx=0afa-xdx and hence evaluate0(π)/(2)(cos^{5}x)/(cos^{5}x+sin^{5}x) dx (2019,2023,2024-2)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b549642d4482ba50278a93443ac087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9a74df374871afe42d1db11ec3655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a13642432249c9489a0359491046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0afx.dx=0afa-xdx and hence evaluate 0(π)/(2)(sin^{(3)/(2)}x)/(2) dx. (2024-3)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797ccb8ead630dbf1361762f3bf3f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0afx.dx=0bfa+b-xdx and hence evaluate 23(sqrt(x))/(sqrt(x)+sqrt(5)-x)dx. (2025-2)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40f18b80fb848fb5a203c5a81871a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