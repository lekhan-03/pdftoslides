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23.png"/><Relationship Id="rId7" Type="http://schemas.openxmlformats.org/officeDocument/2006/relationships/image" Target="../media/image15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.png"/><Relationship Id="rId4" Type="http://schemas.openxmlformats.org/officeDocument/2006/relationships/image" Target="../media/image166.png"/><Relationship Id="rId5" Type="http://schemas.openxmlformats.org/officeDocument/2006/relationships/image" Target="../media/image138.png"/><Relationship Id="rId6" Type="http://schemas.openxmlformats.org/officeDocument/2006/relationships/image" Target="../media/image161.png"/><Relationship Id="rId7" Type="http://schemas.openxmlformats.org/officeDocument/2006/relationships/image" Target="../media/image160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Relationship Id="rId8" Type="http://schemas.openxmlformats.org/officeDocument/2006/relationships/image" Target="../media/image187.png"/><Relationship Id="rId9" Type="http://schemas.openxmlformats.org/officeDocument/2006/relationships/image" Target="../media/image188.png"/><Relationship Id="rId10" Type="http://schemas.openxmlformats.org/officeDocument/2006/relationships/image" Target="../media/image189.png"/><Relationship Id="rId11" Type="http://schemas.openxmlformats.org/officeDocument/2006/relationships/image" Target="../media/image190.png"/><Relationship Id="rId12" Type="http://schemas.openxmlformats.org/officeDocument/2006/relationships/image" Target="../media/image191.png"/><Relationship Id="rId13" Type="http://schemas.openxmlformats.org/officeDocument/2006/relationships/image" Target="../media/image192.png"/><Relationship Id="rId14" Type="http://schemas.openxmlformats.org/officeDocument/2006/relationships/image" Target="../media/image193.png"/><Relationship Id="rId15" Type="http://schemas.openxmlformats.org/officeDocument/2006/relationships/image" Target="../media/image194.png"/><Relationship Id="rId16" Type="http://schemas.openxmlformats.org/officeDocument/2006/relationships/image" Target="../media/image195.png"/><Relationship Id="rId17" Type="http://schemas.openxmlformats.org/officeDocument/2006/relationships/image" Target="../media/image19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9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04.png"/><Relationship Id="rId5" Type="http://schemas.openxmlformats.org/officeDocument/2006/relationships/image" Target="../media/image206.png"/><Relationship Id="rId6" Type="http://schemas.openxmlformats.org/officeDocument/2006/relationships/image" Target="../media/image207.png"/><Relationship Id="rId7" Type="http://schemas.openxmlformats.org/officeDocument/2006/relationships/image" Target="../media/image208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0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1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15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1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23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29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30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3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36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9.png"/><Relationship Id="rId7" Type="http://schemas.openxmlformats.org/officeDocument/2006/relationships/image" Target="../media/image240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247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8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54.png"/><Relationship Id="rId5" Type="http://schemas.openxmlformats.org/officeDocument/2006/relationships/image" Target="../media/image255.png"/><Relationship Id="rId6" Type="http://schemas.openxmlformats.org/officeDocument/2006/relationships/image" Target="../media/image256.png"/><Relationship Id="rId7" Type="http://schemas.openxmlformats.org/officeDocument/2006/relationships/image" Target="../media/image25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53.png"/><Relationship Id="rId5" Type="http://schemas.openxmlformats.org/officeDocument/2006/relationships/image" Target="../media/image255.png"/><Relationship Id="rId6" Type="http://schemas.openxmlformats.org/officeDocument/2006/relationships/image" Target="../media/image258.png"/><Relationship Id="rId7" Type="http://schemas.openxmlformats.org/officeDocument/2006/relationships/image" Target="../media/image134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69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Relationship Id="rId6" Type="http://schemas.openxmlformats.org/officeDocument/2006/relationships/image" Target="../media/image272.png"/><Relationship Id="rId7" Type="http://schemas.openxmlformats.org/officeDocument/2006/relationships/image" Target="../media/image273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6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7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8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89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90.png"/><Relationship Id="rId5" Type="http://schemas.openxmlformats.org/officeDocument/2006/relationships/image" Target="../media/image291.png"/><Relationship Id="rId6" Type="http://schemas.openxmlformats.org/officeDocument/2006/relationships/image" Target="../media/image268.png"/><Relationship Id="rId7" Type="http://schemas.openxmlformats.org/officeDocument/2006/relationships/image" Target="../media/image267.png"/><Relationship Id="rId8" Type="http://schemas.openxmlformats.org/officeDocument/2006/relationships/image" Target="../media/image29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93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94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99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00.png"/><Relationship Id="rId5" Type="http://schemas.openxmlformats.org/officeDocument/2006/relationships/image" Target="../media/image301.png"/><Relationship Id="rId6" Type="http://schemas.openxmlformats.org/officeDocument/2006/relationships/image" Target="../media/image302.png"/><Relationship Id="rId7" Type="http://schemas.openxmlformats.org/officeDocument/2006/relationships/image" Target="../media/image303.png"/><Relationship Id="rId8" Type="http://schemas.openxmlformats.org/officeDocument/2006/relationships/image" Target="../media/image30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05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08.png"/><Relationship Id="rId8" Type="http://schemas.openxmlformats.org/officeDocument/2006/relationships/image" Target="../media/image30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0.png"/><Relationship Id="rId5" Type="http://schemas.openxmlformats.org/officeDocument/2006/relationships/image" Target="../media/image306.png"/><Relationship Id="rId6" Type="http://schemas.openxmlformats.org/officeDocument/2006/relationships/image" Target="../media/image308.png"/><Relationship Id="rId7" Type="http://schemas.openxmlformats.org/officeDocument/2006/relationships/image" Target="../media/image311.png"/><Relationship Id="rId8" Type="http://schemas.openxmlformats.org/officeDocument/2006/relationships/image" Target="../media/image31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4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5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6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253.png"/><Relationship Id="rId5" Type="http://schemas.openxmlformats.org/officeDocument/2006/relationships/image" Target="../media/image251.png"/><Relationship Id="rId6" Type="http://schemas.openxmlformats.org/officeDocument/2006/relationships/image" Target="../media/image317.png"/><Relationship Id="rId7" Type="http://schemas.openxmlformats.org/officeDocument/2006/relationships/image" Target="../media/image25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18.png"/><Relationship Id="rId5" Type="http://schemas.openxmlformats.org/officeDocument/2006/relationships/image" Target="../media/image319.png"/><Relationship Id="rId6" Type="http://schemas.openxmlformats.org/officeDocument/2006/relationships/image" Target="../media/image320.png"/><Relationship Id="rId7" Type="http://schemas.openxmlformats.org/officeDocument/2006/relationships/image" Target="../media/image32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22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23.png"/><Relationship Id="rId5" Type="http://schemas.openxmlformats.org/officeDocument/2006/relationships/image" Target="../media/image324.png"/><Relationship Id="rId6" Type="http://schemas.openxmlformats.org/officeDocument/2006/relationships/image" Target="../media/image253.png"/><Relationship Id="rId7" Type="http://schemas.openxmlformats.org/officeDocument/2006/relationships/image" Target="../media/image32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1.png"/><Relationship Id="rId4" Type="http://schemas.openxmlformats.org/officeDocument/2006/relationships/image" Target="../media/image326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327.png"/><Relationship Id="rId5" Type="http://schemas.openxmlformats.org/officeDocument/2006/relationships/image" Target="../media/image328.png"/><Relationship Id="rId6" Type="http://schemas.openxmlformats.org/officeDocument/2006/relationships/image" Target="../media/image329.png"/><Relationship Id="rId7" Type="http://schemas.openxmlformats.org/officeDocument/2006/relationships/image" Target="../media/image3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Questions - Final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193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43528b4c3074c9f8d4f418003a3f1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2492650bee75630023c7ec706ed07c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9263070cf56a9141ae40e9d20916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93a009755e3d2fecf76868d6f0a7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7252f80cb59dfb463c72b4e87c7c1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92b4b0ec2a019f562c13b074df45b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ecbe62cbf309146a53e935a4cb39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d374e97fef4b769154f804a869092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4efbafeef0a52dce5f407d5ace924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82165e5fd0e2d91ef3cc76321c040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7a6633738f2a1452cb99f391f639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daeadf0e2f61062319a183fd1616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d6bad9f5ab39d1ffebb0a2d0c71b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4f7a221432f1932e698c3a7d6cf0c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2e9bb9ed53858cc3d9d55a1b58b1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7e9fad0dc6724a5d667acf7d6f047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0548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40c9cc1e6505a364cb44406f93f2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c6f00169494283bb6adb4533ca3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d8787dd9bd20eff1777f0efc8c12d7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9e1fcaee755ce88c65e2b8728501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c3500f99d7bb330a10b646f30c5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d09fe48eda0cf43e0e573dfcaebad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8d797ff62ffb3ade0455ec5c86d85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95ac5267edb30cb0278cdca1fcf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5841b787cac21bed11d0c5961679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4d1da9a6d2ff20b992e3072454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ef70a05da797fcb91684331f3ada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a323e5d3987d5234e7291652fcaba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b2fc9c4352efa6edc99226ac2440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f9e4d2ff64e92bc6682bf0179bfc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16761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6ea1adba8de6075f153272ea4d2f09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d599fd60a918cbb6e65eea00bbdb62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2630664c917df291890cded0c298ac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d2aed3c3e91f188dc829c1083921ab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618cfb4e965b18fd8054d9f397cfa7c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85084108c7a05ed3c1c2b8a955ce46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faa9973541b7338fc2aa6da4928d6b9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ab47f14a28425623de05b0d25342c28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c5aefebf8cbc9f37581e6ba7e9ce5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06c7c63fc6e8986bc8918ab690cf1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6d102ce8b21a8d43926b5a406d1b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68fe74d455650405963908c612f59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ff2c7c7fb02e1b99c77f823260bd5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55147bf6ec372dc0f84718895df38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c814d7fc7ffc9d4922896c11af64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ecadec2a2720e64de8a114736ef23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dc5987db959a47f386a3f03b7e8d2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56f25a46917383340991259bb03a6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d1b05257e393343e840ae7dbd733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7763e7c1eb478beb3b498669d43c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2f14af532ab23344d4207164419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70ad5aefca54b24e3033d2c0440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5c64db840b770d66c336e45c4e53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8c0cdc1fbe05ab97c9e59aed4bf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