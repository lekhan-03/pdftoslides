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5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28.png"/><Relationship Id="rId7" Type="http://schemas.openxmlformats.org/officeDocument/2006/relationships/image" Target="../media/image15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Relationship Id="rId5" Type="http://schemas.openxmlformats.org/officeDocument/2006/relationships/image" Target="../media/image143.png"/><Relationship Id="rId6" Type="http://schemas.openxmlformats.org/officeDocument/2006/relationships/image" Target="../media/image166.png"/><Relationship Id="rId7" Type="http://schemas.openxmlformats.org/officeDocument/2006/relationships/image" Target="../media/image16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3" Type="http://schemas.openxmlformats.org/officeDocument/2006/relationships/image" Target="../media/image196.png"/><Relationship Id="rId14" Type="http://schemas.openxmlformats.org/officeDocument/2006/relationships/image" Target="../media/image197.png"/><Relationship Id="rId15" Type="http://schemas.openxmlformats.org/officeDocument/2006/relationships/image" Target="../media/image198.png"/><Relationship Id="rId16" Type="http://schemas.openxmlformats.org/officeDocument/2006/relationships/image" Target="../media/image199.png"/><Relationship Id="rId17" Type="http://schemas.openxmlformats.org/officeDocument/2006/relationships/image" Target="../media/image20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05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08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1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14.png"/><Relationship Id="rId5" Type="http://schemas.openxmlformats.org/officeDocument/2006/relationships/image" Target="../media/image215.png"/><Relationship Id="rId6" Type="http://schemas.openxmlformats.org/officeDocument/2006/relationships/image" Target="../media/image216.png"/><Relationship Id="rId7" Type="http://schemas.openxmlformats.org/officeDocument/2006/relationships/image" Target="../media/image21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1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1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.png"/><Relationship Id="rId4" Type="http://schemas.openxmlformats.org/officeDocument/2006/relationships/image" Target="../media/image220.png"/><Relationship Id="rId5" Type="http://schemas.openxmlformats.org/officeDocument/2006/relationships/image" Target="../media/image221.png"/><Relationship Id="rId6" Type="http://schemas.openxmlformats.org/officeDocument/2006/relationships/image" Target="../media/image222.png"/><Relationship Id="rId7" Type="http://schemas.openxmlformats.org/officeDocument/2006/relationships/image" Target="../media/image223.png"/><Relationship Id="rId8" Type="http://schemas.openxmlformats.org/officeDocument/2006/relationships/image" Target="../media/image22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27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31.png"/><Relationship Id="rId8" Type="http://schemas.openxmlformats.org/officeDocument/2006/relationships/image" Target="../media/image232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3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43.png"/><Relationship Id="rId5" Type="http://schemas.openxmlformats.org/officeDocument/2006/relationships/image" Target="../media/image244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Relationship Id="rId4" Type="http://schemas.openxmlformats.org/officeDocument/2006/relationships/image" Target="../media/image24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6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48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Relationship Id="rId5" Type="http://schemas.openxmlformats.org/officeDocument/2006/relationships/image" Target="../media/image253.png"/><Relationship Id="rId6" Type="http://schemas.openxmlformats.org/officeDocument/2006/relationships/image" Target="../media/image256.png"/><Relationship Id="rId7" Type="http://schemas.openxmlformats.org/officeDocument/2006/relationships/image" Target="../media/image139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7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8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1.png"/><Relationship Id="rId5" Type="http://schemas.openxmlformats.org/officeDocument/2006/relationships/image" Target="../media/image272.png"/><Relationship Id="rId6" Type="http://schemas.openxmlformats.org/officeDocument/2006/relationships/image" Target="../media/image273.png"/><Relationship Id="rId7" Type="http://schemas.openxmlformats.org/officeDocument/2006/relationships/image" Target="../media/image274.png"/><Relationship Id="rId8" Type="http://schemas.openxmlformats.org/officeDocument/2006/relationships/image" Target="../media/image275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0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2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66.png"/><Relationship Id="rId7" Type="http://schemas.openxmlformats.org/officeDocument/2006/relationships/image" Target="../media/image265.png"/><Relationship Id="rId8" Type="http://schemas.openxmlformats.org/officeDocument/2006/relationships/image" Target="../media/image286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7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8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Relationship Id="rId6" Type="http://schemas.openxmlformats.org/officeDocument/2006/relationships/image" Target="../media/image291.png"/><Relationship Id="rId7" Type="http://schemas.openxmlformats.org/officeDocument/2006/relationships/image" Target="../media/image292.png"/><Relationship Id="rId8" Type="http://schemas.openxmlformats.org/officeDocument/2006/relationships/image" Target="../media/image293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4.png"/><Relationship Id="rId5" Type="http://schemas.openxmlformats.org/officeDocument/2006/relationships/image" Target="../media/image295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99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image" Target="../media/image302.png"/><Relationship Id="rId8" Type="http://schemas.openxmlformats.org/officeDocument/2006/relationships/image" Target="../media/image303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4.png"/><Relationship Id="rId5" Type="http://schemas.openxmlformats.org/officeDocument/2006/relationships/image" Target="../media/image300.png"/><Relationship Id="rId6" Type="http://schemas.openxmlformats.org/officeDocument/2006/relationships/image" Target="../media/image302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7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09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0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Relationship Id="rId5" Type="http://schemas.openxmlformats.org/officeDocument/2006/relationships/image" Target="../media/image249.png"/><Relationship Id="rId6" Type="http://schemas.openxmlformats.org/officeDocument/2006/relationships/image" Target="../media/image311.png"/><Relationship Id="rId7" Type="http://schemas.openxmlformats.org/officeDocument/2006/relationships/image" Target="../media/image252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1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6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Relationship Id="rId6" Type="http://schemas.openxmlformats.org/officeDocument/2006/relationships/image" Target="../media/image251.png"/><Relationship Id="rId7" Type="http://schemas.openxmlformats.org/officeDocument/2006/relationships/image" Target="../media/image319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1.png"/><Relationship Id="rId4" Type="http://schemas.openxmlformats.org/officeDocument/2006/relationships/image" Target="../media/image320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321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193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8824adc6d255c9b54fb977b0aec0d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85e11ff420e0691760b4406b44d7b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90e8619df31942ad64a15bad31ff9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1648a162724d21d55e1dfc06b539c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93a009755e3d2fecf76868d6f0a7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647f43738a42016cf4776aa2bf0ba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758a0f11f1905994537646c8f1aa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66d79b2be51287a3d89b0ed259d6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f1e939c6584f4da371d0dfffdc1d3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a208cdca91f635d5e475ebe1b27c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beb6e259661d86cc3136d69b829d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5dff775c44be5f4c84219d2d0d995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6c8fd322c8d6107ff5caf0395261b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e3b99d6a27ee61198eb305bce5d0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5a873d5a7124b0d684e117c079e74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5f043ffe4adecb02761fad3ff1689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d2579b4f5000b4e288e072083d080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1f689ba9280eeb378da0eda16504a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163bbe94bac3e28d9cf6601b244c7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6b1c723944c2e56b4b641021aeace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73a5488a7c954f3b57363cc91496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9b4d4a64c7e4b896682e2db0992ca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d9bf47b1cccf844602202c377afe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e4c1cdff8a8bd0e1caf7aea0c2fb8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f29d85327f8b5f9c361a6db20e7c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2f073fb1f1a4702e148605393078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7a6633738f2a1452cb99f391f639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daeadf0e2f61062319a183fd1616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d6bad9f5ab39d1ffebb0a2d0c71b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d4f7a221432f1932e698c3a7d6cf0c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7d07df8ebdcee0d14811793fb912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688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55e102e941860c22e5f738315c61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688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4537151d97d51098397c95684ab7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1688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2e9bb9ed53858cc3d9d55a1b58b1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temperature. 53. 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dafbfe39f8071a261062618768f2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1abcba88548cb74563a9eee021ba61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0c53f7810bac8f556456c6c96597e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c6f00169494283bb6adb4533ca3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9672d2253c8f2aa49fad1c7092f0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2a23d5f5a2d464e390663fba13fe4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d8787dd9bd20eff1777f0efc8c12d7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cf3fa359193807095d22482d280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3680eb3ea4084604ce42e7cc3b656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aac8ab63eceaddf2918ea3720b3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3450b628f4354b47b91a7502e8a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124c3a37659a7591404fda3dd9f5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602ac868b25a161706349e33f6637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c3500f99d7bb330a10b646f30c5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d09fe48eda0cf43e0e573dfcaebad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3ba8797dba4309cb799c64329621c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8356637bddf5fc12c83f3797f32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38e131ca1ecd89a7bcb8d37a4a42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91dfbe48a8f1da87ba160afc04196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151c63cb3571b290763026c8d279a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95ac5267edb30cb0278cdca1fcf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ba6494a38ecaef7fb1df821bd669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953533c96d060080f8c5e8dd6441c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eaf506053a4bffc9bf9256c8ad70d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52e60b6c925143a03bba7ca46e8a9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5841b787cac21bed11d0c5961679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f723560fd37fcc3ab4af865c4f475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7d3b9b94ff81fcd9d6ff4060e9e07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3f765605da68e084fd373239b974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26a3c6c719af37689617b153e3177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168d111fb9b9b3f1dbd06160c213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3404359446f6fa70531948398e925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4d1da9a6d2ff20b992e30724546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60907fde85e325c6633c8f0a7fc7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a87c0ed70a2df3348325123374b2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b53832cb2b0683f890e942a5792af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ef70a05da797fcb91684331f3ada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a323e5d3987d5234e7291652fcaba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c5af7f72f81a14f117fe5417b1939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1335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52b15fb1d70f34c59320bfb560a7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b2fc9c4352efa6edc99226ac2440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chloride. 108. 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6ea1adba8de6075f153272ea4d2f09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d599fd60a918cbb6e65eea00bbdb628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2630664c917df291890cded0c298ac6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d2aed3c3e91f188dc829c1083921ab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pic>
        <p:nvPicPr>
          <p:cNvPr id="14" name="Picture 13" descr="303146f291d3bb113dd85c139e6b34f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2194560"/>
            <a:ext cx="5724144" cy="585216"/>
          </a:xfrm>
          <a:prstGeom prst="rect">
            <a:avLst/>
          </a:prstGeom>
        </p:spPr>
      </p:pic>
      <p:pic>
        <p:nvPicPr>
          <p:cNvPr id="15" name="Picture 14" descr="698cbba4d39c0ba267387780e8d6d0a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651760"/>
            <a:ext cx="5724144" cy="585216"/>
          </a:xfrm>
          <a:prstGeom prst="rect">
            <a:avLst/>
          </a:prstGeom>
        </p:spPr>
      </p:pic>
      <p:pic>
        <p:nvPicPr>
          <p:cNvPr id="16" name="Picture 15" descr="642860fbfb1865b4c18e7dda726fa2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3108960"/>
            <a:ext cx="5724144" cy="585216"/>
          </a:xfrm>
          <a:prstGeom prst="rect">
            <a:avLst/>
          </a:prstGeom>
        </p:spPr>
      </p:pic>
      <p:pic>
        <p:nvPicPr>
          <p:cNvPr id="17" name="Picture 16" descr="b92fa5b0a8343d83471b2328f3b8db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916" y="3566160"/>
            <a:ext cx="5724144" cy="5852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618cfb4e965b18fd8054d9f397cfa7c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110459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85084108c7a05ed3c1c2b8a955ce46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074920"/>
            <a:ext cx="11045952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faa9973541b7338fc2aa6da4928d6b9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577840"/>
            <a:ext cx="11045952" cy="585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ab47f14a28425623de05b0d25342c28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" y="6080760"/>
            <a:ext cx="1104595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d57849986ed0842bc714ca1af813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a739b6a355df130d604866a09d2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9f071f6d3579dd2e39d20c5cdc89e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0d783b71e5b9bc1ddd0f3eade228f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daf80ddce0fdcfa1d25203444957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a34dd01b6b710e521f6a64dd799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572c92fd13f17e243048732704d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5425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1666a567f9f14394b6e7f11d7a6e4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ff2c7c7fb02e1b99c77f823260bd5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1c92bcf033712b2700098c192c33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079791db041bc5d77afdf38220380f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d1b05257e393343e840ae7dbd733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7763e7c1eb478beb3b498669d43c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c4c8a50c20f6e059c75f7a6f915e8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a0d85ac477b1424e21b6bf54373d1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9071dd698d40ef29bda3d0f2b9a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b6b7a71d37212385c1395dff5d02f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6ba8eb60198180df5b5fe24ab50e9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0182b55b80eaf1311a903778992f7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77e3fc72a3ebc52f99924bd32f4119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ef95105981ad273f138307b78f4d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7a73c9709d9248dc630117470764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f80b9fd33b6286e536b4d65eb3cf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8cdb9b2da6ffbbd2454e8520be8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1f753337d607aa4fd69796e55d85d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92f14af532ab23344d4207164419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ddbfee10a7c22fd6ec7f52befea305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9315f46b78ce849aee933753f864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11dfee94e22e18df0c069488778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370ad5aefca54b24e3033d2c0440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5c64db840b770d66c336e45c4e53f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cb03a607bdd3877bf2597950c29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fe2c07cea8c8f699b4c8f88389182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c4a3041eb7f871f9f38f2a40d891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aacdbe94d48e3d0f5e7b2e115fbfe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dbc2f0104de427ea236255a569ec1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68f80ed39b8e2f473fe4a2a977e907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a4991c6053f8919285839b09a62b9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37976fbb0e6b0cf5522334643d0d1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5e6ee56d743803e4b3d16e041d8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28c37b5d9bce8e22134df3f056c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0fd03648c0ffa6d537bc9ea497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7352a33ccffcb17f72bd45485aca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9693a3d3418246f200f2378d4759b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8c0cdc1fbe05ab97c9e59aed4bf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9b7c83edf2d62cfa7ba9b9794e0d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331a9f5fbcfd1351651369eb6a1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3cd05c411c31cba8bdc6e22dd35e3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70fe3fe68440e019ee6c077e2c26a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72d7b072283b091c875a64ab4d6a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dbc5afa029431811d138fc9abbc8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c6f66775812c2724b02dd8539c29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17917abc1cf522357e36e4f7f723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13288ff24995c7f77b8fd950d8359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7b43bbacb0bad87c556257cbb901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