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09" r:id="rId60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Relationship Id="rId50" Type="http://schemas.openxmlformats.org/officeDocument/2006/relationships/slide" Target="slides/slide44.xml"/><Relationship Id="rId51" Type="http://schemas.openxmlformats.org/officeDocument/2006/relationships/slide" Target="slides/slide45.xml"/><Relationship Id="rId52" Type="http://schemas.openxmlformats.org/officeDocument/2006/relationships/slide" Target="slides/slide46.xml"/><Relationship Id="rId53" Type="http://schemas.openxmlformats.org/officeDocument/2006/relationships/slide" Target="slides/slide47.xml"/><Relationship Id="rId54" Type="http://schemas.openxmlformats.org/officeDocument/2006/relationships/slide" Target="slides/slide48.xml"/><Relationship Id="rId55" Type="http://schemas.openxmlformats.org/officeDocument/2006/relationships/slide" Target="slides/slide49.xml"/><Relationship Id="rId56" Type="http://schemas.openxmlformats.org/officeDocument/2006/relationships/slide" Target="slides/slide50.xml"/><Relationship Id="rId57" Type="http://schemas.openxmlformats.org/officeDocument/2006/relationships/slide" Target="slides/slide51.xml"/><Relationship Id="rId58" Type="http://schemas.openxmlformats.org/officeDocument/2006/relationships/slide" Target="slides/slide52.xml"/><Relationship Id="rId59" Type="http://schemas.openxmlformats.org/officeDocument/2006/relationships/slide" Target="slides/slide53.xml"/><Relationship Id="rId60" Type="http://schemas.openxmlformats.org/officeDocument/2006/relationships/slide" Target="slides/slide54.xml"/><Relationship Id="rId61" Type="http://schemas.openxmlformats.org/officeDocument/2006/relationships/slide" Target="slides/slide55.xml"/><Relationship Id="rId62" Type="http://schemas.openxmlformats.org/officeDocument/2006/relationships/slide" Target="slides/slide56.xml"/><Relationship Id="rId63" Type="http://schemas.openxmlformats.org/officeDocument/2006/relationships/slide" Target="slides/slide57.xml"/><Relationship Id="rId64" Type="http://schemas.openxmlformats.org/officeDocument/2006/relationships/slide" Target="slides/slide58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Relationship Id="rId71" Type="http://schemas.openxmlformats.org/officeDocument/2006/relationships/slide" Target="slides/slide65.xml"/><Relationship Id="rId72" Type="http://schemas.openxmlformats.org/officeDocument/2006/relationships/slide" Target="slides/slide66.xml"/><Relationship Id="rId73" Type="http://schemas.openxmlformats.org/officeDocument/2006/relationships/slide" Target="slides/slide67.xml"/><Relationship Id="rId74" Type="http://schemas.openxmlformats.org/officeDocument/2006/relationships/slide" Target="slides/slide6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457200" y="2880360"/>
            <a:ext cx="11274552" cy="3657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1645920"/>
            <a:ext cx="11274552" cy="1097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4400" b="1">
                <a:solidFill>
                  <a:srgbClr val="FAD02C"/>
                </a:solidFill>
                <a:latin typeface="Arial"/>
              </a:rPr>
              <a:t>Chemistry Midterm —MCQ Practice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063240"/>
            <a:ext cx="11274552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/>
            <a:r>
              <a:rPr sz="2400" b="0">
                <a:solidFill>
                  <a:srgbClr val="AAAAAA"/>
                </a:solidFill>
                <a:latin typeface="Arial"/>
              </a:rPr>
              <a:t>67 Questions  ·  For: Boards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of the function y = x³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(2, 8)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(1, 1)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(−3, −27)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01498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85039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absolute maximum value of the function fgiven by f(x) = x³, x∈[-2,2]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function fgiven by f(x)=log(sin x)is increasing 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(π)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((π)/(2))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((3π)/(2))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Consider the following statements for the given function y = f(x)defined on an interval Iand c∈I, at x=c I.f^(′)(c)=0 and f^(″)(c)&lt;0⇒fattains local maxima II.f^(′)(c)=0 and f^(″)(c)&gt;0⇒fattains local minima III.f^(′)(c)=0 and f^(″)(c)=0⇒fattains both maxima and minima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 are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I and III are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II and III are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all are false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each side of a cube is xunits, then the rate of change of its surface area with respect to side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12x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6x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6x²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3x²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913485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Let C be the circumference and A be the area of a circle. Statement 1: The rate of change of the area with respective to radius is equal to C. Statement 2: The rate of change of the area with respective to diameter is C/2.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Only Statement 1 is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Only statement 2 is true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true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809597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are false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Function f(x) = a^(x) is increasing on R, if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a&gt;0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a&lt;0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0&lt;a&lt;1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a&gt;1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total revenue in rupees received from the sale of x units of a product is R(x) = 3x² + 36x + 5, then the marginal revenue when x = 15 is …… Rupees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absolute maximum value of the function given by f(x) = x³, x∈[-2,2] is ……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−2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minimum value of ∣x∣in R is……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rate of change of the area of a circle with respect to its radius r when r=4cm is……πcm²/cm.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rate of change of area of circle per sec ond with respect to its radius r when r = 3 cm (in cm²/s)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3π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6π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9π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minimum values of the function f(x) = x, x∈[0,1]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−1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5453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3807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2026M,2024-2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rate of change of area of circle with respect to its radius ‘r’ at r = 6 cm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10π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12π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8π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11π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of the following graph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((π)/(2))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(0, 0)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((π)/(2))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on the curve x² = 2y which is nearest to the point (0)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(0)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(2√(2))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(2√(2))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(2)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maximum value of the function f(x) = x, x∈ (1, 2)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do not have maximum value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maximum value of the function f given by f(x)=|x|, x∈ R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does not exist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absolute maximum value of the function fgiven by f(x) = x³, x∈[-2,2]is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-2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total revenue in Rupees received from the sale of xunits of a product is given by R(x) = 3x² + 36x + 5. The marginal revenue when x = 15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90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96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116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126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3200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function fgiven by f(x) = x² − 4x + 6 is increasing in the interval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(-∞,2)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(2)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[2,∞)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216151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(-∞,∞)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particle moving in a straight line covers a distance Scm in time tsec. is given by S=t³ + 3t²+6t-18, the initial velocity of a particle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3 cm/sec.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21558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18 cm/sec.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85916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8 cm/sec.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050274" y="1505102"/>
            <a:ext cx="2681478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6 cm/sec.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60899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Statement I: The function f(x) = x² is decreasing in the interval (0,∞). Statement II: Any function y = f(x) is decreasing if (dy)/(dx)&lt;0. Which of the following is correct?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A.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I and II are true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54496" y="1505102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B. </a:t>
            </a:r>
            <a:r>
              <a:rPr sz="1600" b="0">
                <a:solidFill>
                  <a:srgbClr val="F0F0F0"/>
                </a:solidFill>
                <a:latin typeface="Arial"/>
              </a:rPr>
              <a:t>Both Statements I and II are false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C.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true and Statement II is false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54496" y="2072030"/>
            <a:ext cx="5477256" cy="457200"/>
          </a:xfrm>
          <a:prstGeom prst="rect">
            <a:avLst/>
          </a:prstGeom>
          <a:noFill/>
        </p:spPr>
        <p:txBody>
          <a:bodyPr wrap="square" lIns="0" rIns="73152" tIns="0" bIns="0" anchor="t">
            <a:spAutoFit/>
          </a:bodyPr>
          <a:lstStyle/>
          <a:p>
            <a:pPr algn="l"/>
            <a:r>
              <a:rPr b="1" sz="1600">
                <a:solidFill>
                  <a:srgbClr val="00B0F0"/>
                </a:solidFill>
                <a:latin typeface="Arial"/>
              </a:rPr>
              <a:t>D. </a:t>
            </a:r>
            <a:r>
              <a:rPr sz="1600" b="0">
                <a:solidFill>
                  <a:srgbClr val="F0F0F0"/>
                </a:solidFill>
                <a:latin typeface="Arial"/>
              </a:rPr>
              <a:t>Statement I is false and Statement II is true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2023M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slope of the normal to the curve y = 2x²− 3sin x at x = 0 is ____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point of inflection of the function f(x) = x³ in the interval [-1,1] is _____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17043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0584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2014,2019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approximate charge in the volume v of a cube of side x meters caused by increasing the side by 2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31673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5214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Approximate √(36.6) by using differential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slope of the tan gent to the curve y = (x⁻¹)/(x⁻²), x≠2 at x = 10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Using differentials, find the approximate value of √(49.5)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Using differentials, find the approximate value of (25)^((1)/(3))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03911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87451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2016S,2019S,2025-2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 in which the function of given by f(x) = 2x²–3x is strictly increasing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approximate charge in the volume v of a cube of side x meters caused by increasing the side by 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9844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3385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slope of the tan gent to the curve y = x³–x at x = 2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2017S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points on the curve (x²)/(4) + (y²)/(25) = 1 at which the tan gents are parallel to x– axis.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 in which the function f given by f(x) = x²–4x + 6 is strictly decreasing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5039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8580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local maximum value of the function g(x) = x² + 3x.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Using differentials, find the approximate value of √(25.3)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16712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00253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2022M,2024-2,2025M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local maximum value of the function g(x) = x³ − 3x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6733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5087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2024-1,3,2026-1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radius of circle is increasing at the rate of 0.7 cm/what is the rate of increase of its circumference?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Prove that the function f(x)=cos x is decreasing in (0, π)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total revenue in rupees received from the sale of x units of a product is given by R(x) = 3x² + 36x + 5.Find the marginal revenue when x = 5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 in which the function f given f(x) = 4x³ − 6x − 72x + 30 is decreasing.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balloon which always remains spherical has a variable radius. Find the rate at which its volume is increasing with radius when the radius is 10 cms.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absolute maximum value of the function f(x) = x³ in the given interval [-2,2]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Differentiate sin 2x + cos 2y = 1 with respect to x.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589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9435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 in which the function f given by f(x) = x²–4x + 6 is Strictly increasing Strictly decreasing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92807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7282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2014S,2017,2024-1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positive numbers x and y such that x + y = 60 and xy3 is maximum.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37943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73351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2015,2017S,2018S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two positive numbers whose sum is 15 and sum of whose squares is minimum.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801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1155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2015S,2018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sum is 24 and whose product is as large as possible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two numbers whose product is 100 and whose sum is minimum.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229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6583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2018S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the radius of a sphere is measured as 7 m with an error of 0.02 m, then find the approximate error in calculating its volume.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intervals in which the function f is given by f(x) = 2x³–3x²–36x + 7 is Strictly increasing or strictly decreasing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081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435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2019S,2021M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point at which the tan gent to the curve y = √(4x − 3) − 1 has its slope (2)/(3)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intervals in which the function f is given by f(x) = 4x³ − 6x²–72x + 30 is Strictly increasing or strictly decreasing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intervals in which the function f is given by f(x)=(x − 2)²(x + 4)³ is Strictly increasing or strictly decreasing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intervals in which the function f is given by f(x) = x² − 4x + 6 is Strictly increasing or strictly decreasing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2024-3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local maximum and local minimum values of the function f given by f(x) = 3x⁴ + 4x³ − 12x² + 12.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two positive numbers x and y such that x + y = 60 and xy3 is maximum.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man of height 2 meters walks at a uniform speed of 5 Km/hr away from a lamp post which is 6 meter high. Find the rate at which the length of his shadow increases.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923544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58952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2025-3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absolute maximum value of 2x³ − 24x + 107 in the interval [1,3]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88696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72237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2026-1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Find the absolute maximum and minimum values of a function f given by f(x) = 2x³ − 15x² + 36x + 1 on the interval [1,5]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72237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557784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24ft long leans against a vertical wall. The lower end is moving away at the rate of 3ft/sec. find the rate at which the top of the ladder is moving down wars. If its foot is 8ft from the wall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368296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203703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2014S, 2017,2019,2021M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The length x of a rectangle is decreasing at the rate 5cm/min and width y is increasing at the rate of 4cm/min when x= 8cm and y = 6 cm. find the rate of change of (i) the perimeter (ii) the area of rectangle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856231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691639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2015,2018S,2021M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particle moves along the curve 6y = x³ + 2. Find the points on the curve at which the y-coordinate is changing 8 times as fast as the –coordinate.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2880360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2715768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2015S,2018,2017S,2018S,2020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sand is pouring from a pie at the rate of 12cm3/sec. the falling sand form a cone on the ground in such way that the height of the cone is always one-sixth of the radius of the base. How fast is the height of the sand cone increasing when the height is 4 cm.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207008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042416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2016,2022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If length x of a rectangle is decreasing at the rate of 3cm/min and the width y is increasing at the rate of 2 cm/min, when x= 10cm and y = 6 cm, find the rate of change of (i) the perimeter (ii) the area of rectangle.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5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457200" y="182880"/>
            <a:ext cx="1444752" cy="402336"/>
          </a:xfrm>
          <a:prstGeom prst="roundRect">
            <a:avLst/>
          </a:prstGeom>
          <a:solidFill>
            <a:srgbClr val="1A1608"/>
          </a:solidFill>
          <a:ln w="9525">
            <a:solidFill>
              <a:srgbClr val="FAD02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484632" y="228600"/>
            <a:ext cx="54864" cy="310896"/>
          </a:xfrm>
          <a:prstGeom prst="rect">
            <a:avLst/>
          </a:prstGeom>
          <a:solidFill>
            <a:srgbClr val="FAD02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94360" y="182880"/>
            <a:ext cx="1280160" cy="402336"/>
          </a:xfrm>
          <a:prstGeom prst="rect">
            <a:avLst/>
          </a:prstGeom>
          <a:noFill/>
        </p:spPr>
        <p:txBody>
          <a:bodyPr wrap="none" anchor="ctr" lIns="0" rIns="0" tIns="0" bIns="0">
            <a:spAutoFit/>
          </a:bodyPr>
          <a:lstStyle/>
          <a:p>
            <a:pPr algn="l"/>
            <a:r>
              <a:rPr sz="1500" b="1">
                <a:solidFill>
                  <a:srgbClr val="FAD02C"/>
                </a:solidFill>
                <a:latin typeface="Arial"/>
              </a:rPr>
              <a:t>2016S,2023M</a:t>
            </a:r>
          </a:p>
        </p:txBody>
      </p:sp>
      <p:pic>
        <p:nvPicPr>
          <p:cNvPr id="5" name="Picture 4" descr="simplified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0152" y="91440"/>
            <a:ext cx="1371600" cy="476178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57200" y="731520"/>
            <a:ext cx="11274552" cy="2743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/>
            <a:r>
              <a:rPr sz="1800" b="1">
                <a:solidFill>
                  <a:srgbClr val="FAD02C"/>
                </a:solidFill>
                <a:latin typeface="Arial"/>
              </a:rPr>
              <a:t>A ladder 5m long is leaning against a wall. The bottom of the ladder is pulled along the ground, away from the wall, at the rate of 2 cm. how fast is its height on the wall decreasing when the foot of the ladder is 4m away from the wall?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