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141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2" y="731520"/>
            <a:ext cx="2743200" cy="2314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csc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1: The anti-derivative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 2: The derivative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C. 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211409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211409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1 is true, and Statement 2 is true, Statement 2 is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for Statement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514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1 is true, and Statement 2 is true, Statement 2 is not a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for Statement1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76514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99</m:t>
                            </m:r>
                          </m:sup>
                        </m:sSup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1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respective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csc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3</m:t>
                            </m:r>
                          </m:e>
                        </m:rad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π</m:t>
                        </m:r>
                      </m:num>
                      <m:den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12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  <m:r>
                              <m:rPr>
                                <m:sty m:val="p"/>
                              </m:rPr>
                              <m:t>/</m:t>
                            </m:r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  <m:r>
                              <m:rPr>
                                <m:sty m:val="p"/>
                              </m:rPr>
                              <m:t>/</m:t>
                            </m:r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  <m:r>
                              <m:rPr>
                                <m:sty m:val="p"/>
                              </m:rPr>
                              <m:t>/</m:t>
                            </m:r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  <m:r>
                              <m:rPr>
                                <m:sty m:val="p"/>
                              </m:rPr>
                              <m:t>/</m:t>
                            </m:r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12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)</m:t>
                            </m:r>
                          </m:den>
                        </m:f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–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 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7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3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a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b</m:t>
                        </m:r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e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sin(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w.r.t.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α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 </m:t>
                        </m:r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6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m:t>sin</m:t>
                        </m:r>
                        <m:sSup>
                          <m:e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log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 </m:t>
                            </m:r>
                            <m:r>
                              <m:t>d</m:t>
                            </m:r>
                            <m:r>
                              <m:t>x</m:t>
                            </m:r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sSup>
                                  <m:e>
                                    <m:r>
                                      <m:t>x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</m:e>
                          <m:sup>
                            <m:r>
                              <m:t>4</m:t>
                            </m:r>
                          </m:sup>
                        </m:s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m:t>sec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2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4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9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  <m:r>
                              <m:t>x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den>
                    </m:f>
                    <m:r>
                      <m:t>e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6</m:t>
                    </m:r>
                    <m:r>
                      <m:t>x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6</m:t>
                        </m:r>
                        <m:r>
                          <m:t>x</m:t>
                        </m:r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 </m:t>
                        </m:r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tan</m:t>
                        </m:r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3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log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3</m:t>
                            </m:r>
                          </m:e>
                        </m:rad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.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1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8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log</m:t>
                        </m:r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4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w.r.t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as a limit of sum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 </m:t>
                        </m:r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ty m:val="p"/>
                              </m:rPr>
                              <m:t>sin</m:t>
                            </m:r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2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.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 </m:t>
                        </m:r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 </m:t>
                        </m:r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3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10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 </m:t>
                        </m:r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7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 </m:t>
                        </m:r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7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4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6</m:t>
                        </m:r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 </m:t>
                        </m:r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8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7</m:t>
                        </m:r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7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 </m:t>
                        </m:r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 </m:t>
                        </m:r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 </m:t>
                        </m:r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16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5</m:t>
                        </m:r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 </m:t>
                        </m:r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2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2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 </m:t>
                        </m:r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 </m:t>
                        </m:r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4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9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9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25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x</m:t>
                                </m:r>
                              </m:e>
                            </m:rad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 </m:t>
                        </m:r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log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6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tan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 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even function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odd function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6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tan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 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2</m:t>
                              </m:r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2</m:t>
                              </m:r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  <m:r>
                                  <m:t>x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2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a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 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even function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odd function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7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</m:den>
                        </m:f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a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 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even function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odd function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c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c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r>
                          <m:t> </m:t>
                        </m:r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ty m:val="p"/>
                              </m:rPr>
                              <m:t>sin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rPr>
                                <m:sty m:val="p"/>
                              </m:rPr>
                              <m:t>sin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3</m:t>
                                    </m:r>
                                  </m:num>
                                  <m:den>
                                    <m: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t>x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log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t>x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n</m:t>
                        </m:r>
                      </m:sup>
                    </m:sSup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