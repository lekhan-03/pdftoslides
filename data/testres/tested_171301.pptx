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4400" b="1">
                <a:solidFill>
                  <a:srgbClr val="FAD02C"/>
                </a:solidFill>
                <a:latin typeface="Arial"/>
              </a:defRPr>
            </a:pPr>
            <a:r>
              <a:rPr lang="en-US" sz="4400" b="1">
                <a:solidFill>
                  <a:srgbClr val="FAD02C"/>
                </a:solidFill>
                <a:latin typeface="Arial"/>
              </a:rPr>
              <a:t>Chemistry Midterm —</a:t>
            </a:r>
            <a:r>
              <a:rPr lang="en-US" sz="44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C</m:t>
                    </m:r>
                    <m:r>
                      <m:t>Q</m:t>
                    </m:r>
                  </m:oMath>
                </a14:m>
              </mc:Choice>
            </mc:AlternateContent>
            <a:r>
              <a:rPr lang="en-US" sz="44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4400" b="1">
                <a:solidFill>
                  <a:srgbClr val="FAD02C"/>
                </a:solidFill>
                <a:latin typeface="Arial"/>
              </a:rPr>
              <a:t>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AAAAAA"/>
                </a:solidFill>
                <a:latin typeface="Arial"/>
              </a:rPr>
              <a:t>45 Questions  ·  For: Boards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In photoelectric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e</m:t>
                    </m:r>
                    <m:r>
                      <m:t>r</m:t>
                    </m:r>
                    <m:r>
                      <m:t>i</m:t>
                    </m:r>
                    <m:r>
                      <m:t>m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increase in the intensity of light 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ν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ν</m:t>
                    </m:r>
                    <m:r>
                      <m:t>0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increases kinetic energy of photoelectrons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increases photoelectric current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decreases kinetic energy of photoelectrons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photoelectric current remains constant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1217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statements given below are related to the properties of photons: I. photons are electrically neutral.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photons are undeflected by electric and magnetic fields.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photons are light waves.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V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In photon particle collision, total energy and momentum are not conserved.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1409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Only statements I and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are correct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211409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Only statements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and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V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are correct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8102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Only statements I and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are correct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268102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Only statements I and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V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are correct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Following particles are moving with same speed, which one of them has longest de Broglie wavelength?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proton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neutron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alpha particle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Macroscopic particles in our daily life do not show wave-like properties because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they are not associated with waves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their wavelength is extremely high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their wavelength is zero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their wavelength is negligibly small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If Planck’s constant and basic unit of electric charge are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‘h’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‘e’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respectively, then in photoelectric effect, the graph between stopping potential (V0 ) and frequency 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γ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 is a straight line with slope equal to _______.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h/e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e/h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Emission of electrons from a metal surface by heating is called 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Photo-electric emission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Secondary emission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Field emission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Thermionic emission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ball is dropped from a certain height and it falls freely under gravity. During the fall, the de Broglie wavelength associated with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keeps increasing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keeps decreasing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is zero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may increase or decrease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An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α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-particle, a proton, an electron and a neutron are moving with the same velocity. Then the particle having longest de Broglie wavelength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proton.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neutron.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α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-particle.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An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α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-particle, a proton, an electron and a neutron are moving with the same speed. Then the particle having shortest de Broglie wavelength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proton.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neutron.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α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-particle.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54533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38074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2025-3,2026-1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interaction of radiation with matter, radiation behaves as if it is made up of packet of energy called ______.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Photoelectric effect is a/an _____________ effect.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tiny packet of energy of light is called ________.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What is the conclusion of Davison and Germar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e</m:t>
                    </m:r>
                    <m:r>
                      <m:t>r</m:t>
                    </m:r>
                    <m:r>
                      <m:t>i</m:t>
                    </m:r>
                    <m:r>
                      <m:t>m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on the nature of electron?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Mention any one type of electron emission.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What is the rest mass of photon?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How does the stopping potential of a photosensitive material vary with intensity of incident radiation?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Write 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s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for the de Broglie wavelength of a particle of mass m moving with a speed v.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Write any two types of electron emission?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Mention two applications of infrared radiation.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Define:
Photoelectric work function
Electron volt(ev)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What are De-Broglie Waves? How does the De-Broglie wavelength vary with momentum of moving particle?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Write 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s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for de-Broglie wave length of electrons in terms of electric potential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l</m:t>
                    </m:r>
                    <m:r>
                      <m:t>a</m:t>
                    </m:r>
                    <m:r>
                      <m:t>i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the terms used.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An alpha particle, a proton and an electron are moving with equal kinetic energy. Which one of these particles has the longest de Broglie wavelength? Give reason.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Give three characteristics of photon.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What are matter waves? Write 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s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for De-Broglie wavelength of a particle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l</m:t>
                    </m:r>
                    <m:r>
                      <m:t>a</m:t>
                    </m:r>
                    <m:r>
                      <m:t>i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the terms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5511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23865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2016,2018S,2025-3,2026-1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Write 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e</m:t>
                    </m:r>
                    <m:r>
                      <m:t>r</m:t>
                    </m:r>
                    <m:r>
                      <m:t>i</m:t>
                    </m:r>
                    <m:r>
                      <m:t>m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t>a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observations of photo electric effect.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Define the terms: a) Threshold frequency b) Work function c) Stopping potential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Calculate de Broglie wavelength associated with an electron moving with a speed of 2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×</m:t>
                    </m:r>
                    <m:r>
                      <m:t>105</m:t>
                    </m:r>
                    <m:r>
                      <m:t>m</m:t>
                    </m:r>
                    <m:sSup>
                      <m:e>
                        <m:r>
                          <m:t>s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Given h = 6.625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34</m:t>
                        </m:r>
                      </m:sup>
                    </m:sSup>
                    <m:r>
                      <m:t>J</m:t>
                    </m:r>
                    <m:r>
                      <m:t>S</m:t>
                    </m:r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m = 9.11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31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kg.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17043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0584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2017,2019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Write any three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e</m:t>
                    </m:r>
                    <m:r>
                      <m:t>r</m:t>
                    </m:r>
                    <m:r>
                      <m:t>i</m:t>
                    </m:r>
                    <m:r>
                      <m:t>m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t>a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observations of photoelectric effect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Name the three types of electron Emission.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Define work function. Write Einstein’s photoelectric equation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l</m:t>
                    </m:r>
                    <m:r>
                      <m:t>a</m:t>
                    </m:r>
                    <m:r>
                      <m:t>i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the terms.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Deduce an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s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for total energy of electron in an orbit of hydrogen atom in terms of radius of orbit.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3502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7043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2015,2024-1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Write Einstein’s equation of photoelectric effect. Give Einstein’s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l</m:t>
                    </m:r>
                    <m:r>
                      <m:t>a</m:t>
                    </m:r>
                    <m:r>
                      <m:t>n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of photoelectric effect.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Explain Hallwach’s and Lenard’s observations on photoelectric effect.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Define:
Work function
Threshold frequency
Stopping potential.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Write 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e</m:t>
                    </m:r>
                    <m:r>
                      <m:t>r</m:t>
                    </m:r>
                    <m:r>
                      <m:t>i</m:t>
                    </m:r>
                    <m:r>
                      <m:t>m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t>a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observations of photo electric effect.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41732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25272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2022,2024-3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What is photoelectric effect? Write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e</m:t>
                    </m:r>
                    <m:r>
                      <m:t>r</m:t>
                    </m:r>
                    <m:r>
                      <m:t>i</m:t>
                    </m:r>
                    <m:r>
                      <m:t>m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t>a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observations of photoelectric effect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41732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25272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2023,2024-2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Give Einstein’s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l</m:t>
                    </m:r>
                    <m:r>
                      <m:t>a</m:t>
                    </m:r>
                    <m:r>
                      <m:t>n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of photoelectric effect. (2023)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Mention any two properties of photons.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What is meant by photoelectric effect? (b) Mention any two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e</m:t>
                    </m:r>
                    <m:r>
                      <m:t>r</m:t>
                    </m:r>
                    <m:r>
                      <m:t>i</m:t>
                    </m:r>
                    <m:r>
                      <m:t>m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t>a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observations of photoelectric effect.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Write Einstein’s photoelectric equation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l</m:t>
                    </m:r>
                    <m:r>
                      <m:t>a</m:t>
                    </m:r>
                    <m:r>
                      <m:t>i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the terms.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1673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5214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2014S,2025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work function of cesium metal is 2.14 ev. When light of frequency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6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t>14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Hz is incident on the metal surface, photoemission of electrons occurs. Find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Energy of incident photons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Maximum kinetic energy of photoelectrons.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Given, Planck’s constant h =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6.63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34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Js, 1 ev =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1.6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19</m:t>
                        </m:r>
                      </m:sup>
                    </m:sSup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Light of frequency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8.41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t>14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Hz is incident on a metal surface. Electrons with their maximum speed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7.5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t>5</m:t>
                        </m:r>
                      </m:sup>
                    </m:sSup>
                    <m:r>
                      <m:t>m</m:t>
                    </m:r>
                    <m:sSup>
                      <m:e>
                        <m:r>
                          <m:t>s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are ejected from the surface. Calculate the threshold frequency for photoemission of electrons. Also find the work function of the metal in electron volt (eV). Given Planck’s constant h =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6.625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34</m:t>
                        </m:r>
                      </m:sup>
                    </m:sSup>
                    <m:r>
                      <m:t>J</m:t>
                    </m:r>
                    <m:r>
                      <m:t>S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mass of the electron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9.1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31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Kg.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Light of frequency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7.21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t>14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Hz is incident on a metal surface. The cut-off wavelength for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photoelectric emission from the metal surface is 540 nm.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Determine the maximum speed of the photoelectrons emitted from the surface.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(Given: h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=</m:t>
                    </m:r>
                    <m:r>
                      <m:t>6.63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34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Js, mass of an electron =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9.1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31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kg).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work function of caesium is 2.14 eV. Find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(a) the threshold frequency for cesium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(b) the wavelength of the incident light if the photocurrent is brought to zero by a stopping potential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0.60</m:t>
                    </m:r>
                    <m:r>
                      <m:t>V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work function of a metal is 2.20 eV when radiation of frequency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6.50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t>14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Hz incident on the metal surface photo emission of electrons occurs. Calculate a) energy of incident photon and b) stopping potential of photoelectrons. (Given h =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6.63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34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Js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e =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1.6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19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C)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When a light radiation of energy 3 eV falls on metal surface, photoelectrons with a maximum kinetic energy 1eV are emitted from the surface. Find the threshold frequency for the metal surface. (Given: Planck’s constant =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6.63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34</m:t>
                        </m:r>
                      </m:sup>
                    </m:sSup>
                    <m:r>
                      <m:t>J</m:t>
                    </m:r>
                    <m:r>
                      <m:t>s</m:t>
                    </m:r>
                    <m:r>
                      <m:rPr>
                        <m:sty m:val="p"/>
                      </m:rPr>
                      <m:t>;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 Charge on the electron e =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1.6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19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C)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work function of cesium metal is 2.14 ev. When light of frequency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6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t>14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Hz is incident on cesium surface, find the maximum kinetic energy of photoelectrons emitted.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(Given: Planck’s constant, h=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6.63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34</m:t>
                        </m:r>
                      </m:sup>
                    </m:sSup>
                    <m:r>
                      <m:t>J</m:t>
                    </m:r>
                    <m:r>
                      <m:t>s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e = 1.6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19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C).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