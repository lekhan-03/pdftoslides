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$-xcos⁡x-sin⁡x+c$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$xcos⁡x+sin⁡x+c$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$-cos⁡x-sin⁡x+c$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$sec⁡x+C$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$cosec⁡^{-1}x+C$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$sec⁡^{-1}x+C$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$cosec⁡x+C$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$sin⁡^{-1}x+C$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$cos⁡^{-1}x+C$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$-cosec⁡^{-1}x+C$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dx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$2tan⁡x-3sec⁡x+c$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$2tan⁡x+3sec⁡x+c$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$2tan⁡x-2sec⁡x+c$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$2sec⁡x-3tan⁡x+c$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r>
                          <m:t>​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$e^{x}sec⁡^{2}x+c$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$e^{x}tan⁡x+c$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$e^{x}(1+tan⁡x)+c$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$-xsin⁡x+cos⁡x+c$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$xsin⁡x-cos⁡x+c$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$xsin⁡x+cos⁡x+c$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$cos⁡2x+c$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$sin⁡2x+c$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$tan⁡2x+c$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−eˣ cos x +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 - sec x +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− cosec x +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sec2x-x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(2025-1)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$-e^{x}cos⁡x$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$e^{x}cos⁡x$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$e^{x}sin⁡x$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$e^{x}sin⁡^{2}x$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$tan⁡x+C$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$e^{x}tan⁡x+C$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$e^{x}sec⁡x+C$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$sec⁡x+C$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α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t>c</m:t>
                            </m:r>
                            <m:r>
                              <m:t>o</m:t>
                            </m:r>
                            <m:r>
                              <m:t>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t>l</m:t>
                        </m:r>
                        <m:r>
                          <m:t>o</m:t>
                        </m:r>
                        <m:r>
                          <m:t>g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$x^{2}e^{x}$ w.r.t 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e>
                        </m:ra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