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11c32f82c9f63fa3585237eb97d2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c466828c281024430ba1c0d23bf5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3eb8774dbc62d419ff3e75113efcd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f22285a5c2d6694773ee1cd5f305cf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c55db3d0b3218245b27ebd47b980ab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835ef706f20fa00f59d2e2815391c7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e228676a02b3a07ee5b814c949c4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e3bee8c3c7fcbf84af8bf1d3e14b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5257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448830f9911cab8deab83e8d4e38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85257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055b5f610a2b906fca095473ba659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56662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df21bd8679ff52e6929731143ea9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1a15e6f2e94abb375dd8fa98c20ca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eff8cf6314384f902edc1c359a0c5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8015e923b3db1307e941556645704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861718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565806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ac861992e8974a2e88b05f7a5a554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efb559b3fa4ed9a951e77576688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1c43ba4c98a3ecec3aaa27fb89c33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458fb0c5956d52d2c73993527aa2c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94b4b73c38ba72b1ff0e9c2d29aae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356372e169392a5253f653f48a4e4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38440dd6707308d8938f955a42d88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0d08055258a3a26784ab5817ce413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a6e79e57d959dba417e9534570551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764bc6625dd8b680f2cd3b71c2420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c6dd32250f5fa6fcc741ecbcd6da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(2026M,2024-2)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4aae4acbdffbfbc08adc535dd6916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f74f6e8240cc656ea64cd2c390d3d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d7c34b00711c657c986c13df3a908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14d5b96f1c231aa9af6c40e40d4b5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5db3d0b3218245b27ebd47b980ab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c55db3d0b3218245b27ebd47b980ab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938528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7ed66cd0cfc5c22cd617e3522035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85311a3c5a74e98f0234a1ea658d04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3444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85311a3c5a74e98f0234a1ea658d04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38528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1112c23e6f0ebf267a0df304c331b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4eae2e9eaa1c4ff3694edf5b3673b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248dfd66cc56c734baad7075089d6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46593290f5ce4534f0d3176bbb462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3eedb891ffdd1ca426e913e102d7f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43584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47672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0c85af49acae4f40db34d4f02948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01ceb46e0817311e5a6dbd6c85b16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18286ac48a1cb3a6df905a7ba7c8e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39849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48993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e8791e104854fec2ae8cf649ab5d4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539849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f2e4c8731b8a406dfb9db9fb711c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243937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53081"/>
            <a:ext cx="5408676" cy="59436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0e4c3021d534871c2d0d466a83b064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243937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(2023M)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a529db2dad81fe3740e96b3fb1fb6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6b1ab85538628cf2a12f9f2ff233f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(2014,2019)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64dfd15e8a4c908ca35039cc8cb1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(2014S,2020)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bf108eeb28343b0516ea8e5dc3bd4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189b59c5baaa3c2793506d7a3075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043cb6fa2d6dd3921121eb24ff7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739b778dd920713752fd56f75e72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4688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331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(2016S,2019S,2025-2)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505b96f52422370da6fa7ffe72ce5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19614921a032735d115cfdd58b09b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5dc3399af613738b2cd0ff52996b4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(2017S)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0d544009fc3462a19f9c2253b5200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d6c522c2f90a1b7f38b20074b35bc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2fbffb34913282bb05edbee2667e8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11f565ac10098cde360f55b704426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4688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331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(2022M,2024-2,2025M)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8f74563ae79af5f14423d712c6c8e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(2024-1,3,2026-1)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7df48f209135a59567e49fbbccf2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163c2f5bd2e4ddbb1aab74e7a473d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30127d49ace16cf9a11fd1a36f46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92269fa0a0aab91f2ad6abf758782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936a1523319ece59abd528d803ad1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dd33dcae99b4f874e860a8297dd20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368296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2311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(2014S,2017,2024-1)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9659a0f8b1ddb39ee9dbbe319d266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(2015,2017S,2018S)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(2015S,2018)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(2018S)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e3e5a341d28ace624feca165e1266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(2019S,2021M)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dad9b55e21d54c436f5758c01e701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cbf4d838e9edb2a060377d0b8ce78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3c887b9d3cfe16448d53babf0fa0d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3 MARKS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2b1dde56c8e8d9a0841dc05b6e17a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(2024-3)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cb0353c8a14bf04ac4cab4db2340d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e7f77b6916ee9e2dbf15c2f224dbd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(2025-3)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c56be00c88d579da026da8cd8f8e2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(2026-1)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cd18b49efcbb10c004af625d14ea4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871216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73405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(2014S, 2017,2019,2021M)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45d658f2b1b468cf29f593dfdb468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(2015,2018S,2021M)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c4363c03df1c3509c98965981e84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374136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23697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(2015S,2018,2017S,2018S,2020)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(2016,2022)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67f10145ca8a562fc24c61289169a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9705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(2016S,2023M)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