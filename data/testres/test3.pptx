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function y = x³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fgiven by f(x) = x³, x∈[-2,2]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function fgiven by f(x)=log(sin x)is increasing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$(\frac{\pi }{2})$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$(\frac{3\pi }{2})$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Consider the following statements for the given function y = f(x)defined on an interval Iand c∈I, at x=c I.f^(′)(c)=0 and f^(″)(c)&lt;0⇒fattains local maxima II.f^(′)(c)=0 and f^(″)(c)&gt;0⇒fattains local minima III.f^(′)(c)=0 and f^(″)(c)=0⇒fattains both maxima and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 are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6x²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3x²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Function f(x) = a^(x) is increasing on R,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 units of a product is R(x) = 3x² + 36x + 5, then the marginal revenue when x = 15 is …… Rupees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given by f(x) = x³, x∈[-2,2] is 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minimum value of ∣x∣in R is……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the area of a circle with respect to its radius r when r=4cm is……πcm²/cm.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per sec ond with respect to its radius r when r = 3 cm (in cm²/s)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minimum values of the function f(x) = x, x∈[0,1]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$(\frac{\pi }{2})$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$(\frac{\pi }{2})$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on the curve x² = 2y which is nearest to the point (0)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$(2\sqrt{2})$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$(2\sqrt{2})$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value of the function f(x) = x, x∈ (1, 2)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value of the function f given by f(x)=|x|, x∈ 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fgiven by f(x) = x³, x∈[-2,2]is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xunits of a product is given by R(x) = 3x² + 36x + 5. The marginal revenue when x = 15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function fgiven by f(x) = x² − 4x + 6 is increasing in the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particle moving in a straight line covers a distance Scm in time tsec. is given by S=t³ + 3t²+6t-18, the initial velocity of a particle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The function f(x) = x² is decreasing in the interval (0,∞). Statement II: Any function y = f(x) is decreasing if $\frac{dy}{dx}$&lt;0.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true and Statement II is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false and Statement II is true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slope of the normal to the curve y = 2x²− 3sin x at x = 0 is 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function f(x) = x³ in the interval [-1,1] is 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approximate charge in the volume v of a cube of side x meters caused by increasing the side by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Approximate $\sqrt{36.6}$ by using differential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slope of the tan gent to the curve $y = \frac{x^{-1}}{x^{-2}}, x$≠2 at x = 10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$\sqrt{49.5}$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$(25)^{\frac{1}{3}}$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of given by f(x) = 2x²–3x is strictly increasing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approximate charge in the volume v of a cube of side x meters caused by increasing the side by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slope of the tan gent to the curve y = x³–x at x = 2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points on the curve $\frac{x^{2}}{4}+\frac{y^{2}}{25} = 1$ at which the tan gents are parallel to x– axis.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by f(x) = x²–4x + 6 is strictly decreasing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local maximum value of the function g(x) = x² + 3x.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$\sqrt{25.3}$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local maximum value of the function g(x) = x³ − 3x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the function f(x)=cos x is decreasing in (0, π)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 units of a product is given by R(x) = 3x² + 36x + 5.Find the marginal revenue when x = 5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f(x) = 4x³ − 6x − 72x + 30 is decreasing.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value of the function f(x) = x³ in the given interval [-2,2]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Differentiate sin 2x + cos 2y = 1 with respect to x.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by f(x) = x²–4x + 6 is Strictly increasing Strictly decreasing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positive numbers x and y such that x + y = 60 and xy3 is maximum.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37943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7335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f(x) = 2x³–3x²–36x + 7 is Strictly increasing or strictly decreasing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08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43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point at which the tan gent to the curve $y=\sqrt{4x-3}-1$ has its slope $\frac{2}{3}$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f(x) = 4x³ − 6x²–72x + 30 is Strictly increasing or strictly decreasing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f(x) = (x − 2)²(x + 4)³ is Strictly increasing or strictly decreasing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f(x) = x² − 4x + 6 is Strictly increasing or strictly decreasing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local maximum and local minimum values of the function f given by f(x) = 3x⁴ + 4x³ − 12x² + 12.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x and y such that x + y = 60 and xy3 is maximum.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value of 2x³ − 24x + 107 in the interval [1,3]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and minimum values of a function f given by f(x) = 2x³ − 15x² + 36x + 1 on the interval [1,5]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6829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203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length x of a rectangle is decreasing at the rate 5cm/min and width y is increasing at the rate of 4cm/min when x= 8cm and y = 6 cm. find the rate of change of (i) the perimeter (ii) the area of rectangle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56231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916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particle moves along the curve 6y = x³ + 2. Find the points on the curve at which the y-coordinate is changing 8 times as fast as the –coordinate.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803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157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length x of a rectangle is decreasing at the rate of 3cm/min and the width y is increasing at the rate of 2 cm/min, when x= 10cm and y = 6 cm, find the rate of change of (i) the perimeter (ii) the area of rectangle.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