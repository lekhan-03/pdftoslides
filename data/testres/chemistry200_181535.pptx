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20.png"/><Relationship Id="rId6" Type="http://schemas.openxmlformats.org/officeDocument/2006/relationships/image" Target="../media/image14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Relationship Id="rId4" Type="http://schemas.openxmlformats.org/officeDocument/2006/relationships/image" Target="../media/image135.png"/><Relationship Id="rId5" Type="http://schemas.openxmlformats.org/officeDocument/2006/relationships/image" Target="../media/image158.png"/><Relationship Id="rId6" Type="http://schemas.openxmlformats.org/officeDocument/2006/relationships/image" Target="../media/image15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6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7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4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9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0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239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Relationship Id="rId4" Type="http://schemas.openxmlformats.org/officeDocument/2006/relationships/image" Target="../media/image237.png"/><Relationship Id="rId5" Type="http://schemas.openxmlformats.org/officeDocument/2006/relationships/image" Target="../media/image240.png"/><Relationship Id="rId6" Type="http://schemas.openxmlformats.org/officeDocument/2006/relationships/image" Target="../media/image13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Relationship Id="rId5" Type="http://schemas.openxmlformats.org/officeDocument/2006/relationships/image" Target="../media/image243.png"/><Relationship Id="rId6" Type="http://schemas.openxmlformats.org/officeDocument/2006/relationships/image" Target="../media/image244.png"/><Relationship Id="rId7" Type="http://schemas.openxmlformats.org/officeDocument/2006/relationships/image" Target="../media/image24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50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8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9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0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Relationship Id="rId5" Type="http://schemas.openxmlformats.org/officeDocument/2006/relationships/image" Target="../media/image250.png"/><Relationship Id="rId6" Type="http://schemas.openxmlformats.org/officeDocument/2006/relationships/image" Target="../media/image249.png"/><Relationship Id="rId7" Type="http://schemas.openxmlformats.org/officeDocument/2006/relationships/image" Target="../media/image274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5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6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2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7.png"/><Relationship Id="rId4" Type="http://schemas.openxmlformats.org/officeDocument/2006/relationships/image" Target="../media/image288.png"/><Relationship Id="rId5" Type="http://schemas.openxmlformats.org/officeDocument/2006/relationships/image" Target="../media/image289.png"/><Relationship Id="rId6" Type="http://schemas.openxmlformats.org/officeDocument/2006/relationships/image" Target="../media/image290.png"/><Relationship Id="rId7" Type="http://schemas.openxmlformats.org/officeDocument/2006/relationships/image" Target="../media/image29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2.png"/><Relationship Id="rId4" Type="http://schemas.openxmlformats.org/officeDocument/2006/relationships/image" Target="../media/image288.png"/><Relationship Id="rId5" Type="http://schemas.openxmlformats.org/officeDocument/2006/relationships/image" Target="../media/image290.png"/><Relationship Id="rId6" Type="http://schemas.openxmlformats.org/officeDocument/2006/relationships/image" Target="../media/image293.png"/><Relationship Id="rId7" Type="http://schemas.openxmlformats.org/officeDocument/2006/relationships/image" Target="../media/image29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5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Relationship Id="rId4" Type="http://schemas.openxmlformats.org/officeDocument/2006/relationships/image" Target="../media/image233.png"/><Relationship Id="rId5" Type="http://schemas.openxmlformats.org/officeDocument/2006/relationships/image" Target="../media/image299.png"/><Relationship Id="rId6" Type="http://schemas.openxmlformats.org/officeDocument/2006/relationships/image" Target="../media/image236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0.png"/><Relationship Id="rId4" Type="http://schemas.openxmlformats.org/officeDocument/2006/relationships/image" Target="../media/image301.png"/><Relationship Id="rId5" Type="http://schemas.openxmlformats.org/officeDocument/2006/relationships/image" Target="../media/image302.png"/><Relationship Id="rId6" Type="http://schemas.openxmlformats.org/officeDocument/2006/relationships/image" Target="../media/image303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4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235.png"/><Relationship Id="rId6" Type="http://schemas.openxmlformats.org/officeDocument/2006/relationships/image" Target="../media/image30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9.png"/><Relationship Id="rId4" Type="http://schemas.openxmlformats.org/officeDocument/2006/relationships/image" Target="../media/image310.png"/><Relationship Id="rId5" Type="http://schemas.openxmlformats.org/officeDocument/2006/relationships/image" Target="../media/image311.png"/><Relationship Id="rId6" Type="http://schemas.openxmlformats.org/officeDocument/2006/relationships/image" Target="../media/image3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3625d87f79833859665cb03ef46f2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e86bf567b2329b0f3ba013f92917d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900c8b19842bdb447a972ea71073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8938ae28ced8b42e8c17f1ede33d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f4a8880f8c328c2f7fa3f557613d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0944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85f1c119a186793c42c0197105fcf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0944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6c4fc5786677c526e6419605c6f4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9861450f187907cd4f028125358ed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51155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fb54169f961e920a0e179fd9837cd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51155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cf2bdad4fcc3f68bd9c56b09dc411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51155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284759ab44729abe0fb4a1df699ca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59080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4c3f92326c5db092941b9209e24a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f7f561ec69394a3043802237bc82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303e8494f4c87adaf9a8c57eca5a1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888236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66ef1bf5833dc7a38245e9487886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888236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9cda66820c30186e3d95f85009c27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888236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5568a0b91675ed91aff52e879e0c0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c7986406c203fa05819c567cdc3b4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2e2acac210691bcd3716bbd2bc1a7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84d490dfe82489c31200519d25a2b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72e1ce779e06a3fbe6cb541276ef5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c06805fd764ba7601fc49bc7811d4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25f33f0054eaa34d227bdb7cbb444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766763a3b20bc54a31808e2f6aa26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3c2361d67e0661d21321ef212f3d4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1a24448a616fa7b5d0ea65d9dfae2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fb046e37ba63a1ec257d839fab374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0200561a40a0af3c35588a8967139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f50483875c718019b73ee4d2f331b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5248656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505102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66dae0f08e0fef20ece185137b8ab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495958"/>
            <a:ext cx="5248656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292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5292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21a018a6ca1148ccdc76a25c31661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5248656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216151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8011ef8434ddf9d607413e12577bb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207007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02536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aa509c099bbd7537ec7ca9ae3e870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93392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002536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4e242cfcf03f2b4d348d8a2bbc493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993392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080c7cf02888df161197d81b1ab0f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b458945f987e4a312d9f6a3db47c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6151"/>
            <a:ext cx="5724144" cy="548640"/>
          </a:xfrm>
          <a:prstGeom prst="rect">
            <a:avLst/>
          </a:prstGeom>
        </p:spPr>
      </p:pic>
      <p:pic>
        <p:nvPicPr>
          <p:cNvPr id="8" name="Picture 7" descr="5af920b47e3dde24c10492c5dc715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216151"/>
            <a:ext cx="5724144" cy="54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70e12e45ac3374e7c03a11e0472ea2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46604"/>
            <a:ext cx="5724144" cy="548640"/>
          </a:xfrm>
          <a:prstGeom prst="rect">
            <a:avLst/>
          </a:prstGeom>
        </p:spPr>
      </p:pic>
      <p:pic>
        <p:nvPicPr>
          <p:cNvPr id="14" name="Picture 13" descr="9fd5f1ab5434de77f4755aea7f2f89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916" y="1517904"/>
            <a:ext cx="5724144" cy="548640"/>
          </a:xfrm>
          <a:prstGeom prst="rect">
            <a:avLst/>
          </a:prstGeom>
        </p:spPr>
      </p:pic>
      <p:pic>
        <p:nvPicPr>
          <p:cNvPr id="15" name="Picture 14" descr="f96e320ff1966555cae5ac7d36dd74b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1860804"/>
            <a:ext cx="5724144" cy="548640"/>
          </a:xfrm>
          <a:prstGeom prst="rect">
            <a:avLst/>
          </a:prstGeom>
        </p:spPr>
      </p:pic>
      <p:pic>
        <p:nvPicPr>
          <p:cNvPr id="16" name="Picture 15" descr="81166b49445da3a95d5cab24a92ccb8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203704"/>
            <a:ext cx="5724144" cy="548640"/>
          </a:xfrm>
          <a:prstGeom prst="rect">
            <a:avLst/>
          </a:prstGeom>
        </p:spPr>
      </p:pic>
      <p:pic>
        <p:nvPicPr>
          <p:cNvPr id="17" name="Picture 16" descr="a28561344854fac09c80343249f65e5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2546604"/>
            <a:ext cx="5724144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0da2867282c94e3b802efa341cd1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8285be2c395ef55d810bd5c33d9aa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58da4fc656fdcc283de53793c54c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596a22607162f7766e4ccea0ce74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4268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379619b70ac2962808e27579b712b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44268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59963de1acb83e7f3cb587c2ee5a3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3e892d4a79f1c3523167d6cd3d338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3284665b634bbc1ac3a4d49028aa5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88236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b598c415db4dc65c9d0526710756a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5516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63cf901434ab303c9c3d5dcccb0a2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5516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c46b6599842dee13c8e8e42ceb195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7be676e21a6dfc1adc055d98b49f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19c88d71c7475ee109f8c21c74e32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19913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121756cfdd30c23920712e5780f1d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89988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19913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2f9082bcfb03ccc3bbfc38f1a243a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89988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70688b9a98a3e73b9e59508632a42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da9414052d71405185aac53162509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4687bfc243e14f02ec792379b6f3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b4fa32e31586ec39bfe04c6dd247e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a11f84aa1b0c0eca0eb64b011f7473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5c8effdc87ebc628849e1dcc7aa87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c7d6516ad57d2ab3d53ad17210a1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81f9c8f46375712ea6ecc50fac26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289f5b83fdec8b3fe44db30a883c9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2e81031e4366c39cdc3a48078fc4d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74e43db2bc64c5545f75a4e35fec4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0a844e4a06f1388d2bf3470af4d12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6040697927345da0f6341d6f9f382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046b96bbc718d82e0c4c105b5571f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9620c00eceaa3b89965825f52658b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b87bdec1fb3206e95d8566ea7117e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8aa0032be6069ac3507b0bf1b7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0588bb439621036e5b0feaea81126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3911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f0f9fd0cbc55ff67f6be67502703d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382012"/>
            <a:ext cx="5248656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3911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643910b93543b9ee3a2c69be93e6f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382012"/>
            <a:ext cx="5248656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cbcd24aa9e2260a6c5fb7f4ab91d7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a0a0d378dab9ff9dc998d3d4b59aab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b77ab5d39ca4e40185ae87528d945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149328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e80caaea84d0ef367ed4d5d9f6dfc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0bf3ac24354aa21708d4953adc73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888236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7ded3499310806d86c8cb4830102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888236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d26c11e73a38e840f50890e619cbe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888236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361f8f54b47a4d96c7bfa0d9aed1d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be8437dc6c37e8e36284a95791067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ffd40f5b9f323cf0b5c72107b4f56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0eca53bed74686504123ca1a3b3b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7be676e21a6dfc1adc055d98b49f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19c88d71c7475ee109f8c21c74e32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495958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72030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da12edcae17598aaa1c00cccb603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62886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072030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f59eb253cb3f0a56e692c93160e23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062886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4a4daccd2c7dc565299163d5c9ad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844528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7be676e21a6dfc1adc055d98b49f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19c88d71c7475ee109f8c21c74e32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88236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b2e62f9d2f367af05c4ef03fc57a7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5516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8e394ff3fdb73df3e01ab59dff492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5516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4f450f730ea5eacb8cc9535d5822c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4e5ef8a54949cfdf8d5353d91187b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e70764df7b8ba8a8d05ffb386d6b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b7b6384c47d2710a1c8dd202e0a7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2c3aa0ab81778b93b4f549a014a1f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2e38989fd021c96ddbc73338f371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d3786f3cc0e14b73bbd6e8dfb879d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f63da1c243cdea226c7d511e5e498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8c8df7ada36633d0f4b117cb0c63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021acd06f662cd0e7249c8a1128c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558016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d6034dff84a29fba10c75154f7d4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761aa17010df7c496968eb5a80d07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adffead80bbd9946a941e529d8da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c2768558589d172b41987557f01d4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6791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4780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a5ff641120eb0e03314c3a350cc49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3237cd1e0636bbd07f46e36af522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2b835f48d1fb8da4ec4824da4251c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008fe4f43bb12a6133b7e9b262b05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cf1dee6255d3651e9b22c0978443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549b23afc4ca02fa759d1db0ed40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d75003b5ffd93e1cd1d5f271ef901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bdf3ae2d8728379161d24555ebbfb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8fd0a81100e7c1d6d91a9e2c244a3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936b43d33cd8d05141dedb33698c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65ce19fcbb559c9e94b0fd0bcc8d9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d4cfc6e2a0e0dbd0e550a0adae458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1566740396d402a76fc63d6fbdd8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1dd768d611c7977c9570c05979e4b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682240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fed723febfed55323afd45aecdca9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682240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0d4f9b2f253b38e62a9733122849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682240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6f2908f8c9197ac7ee2e9d0a7daea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6822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c63179d402aed942b8b400a56d60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8b4113ee51c66d6c7484872d8be27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98ff44816301c84277f3404bb19c8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ba0654c9988bcdd85f5898b6f12802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705f56e2d3b5d8d448bb21b6cad3dc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005078b851452213048df8dd45387b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35ab951399e6cea5658871ffec5e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85bf5f80135ba161dead26e83d23f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c6b4971bcc464d8a3709a71f38f3d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15e8f301eedc7539b3aa68cdba55a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6e73da9068dab48d44703223ee532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d4884d4c53a2b0fc78d82ed34933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1b19551faaa232a343b7bf66859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d82b4b5b3f3a6c2d3085c023e9324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7f5433ed94399006bd92a1ec656bf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575276e12753fa1c2da02f3a396c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3b5cc3d7743871447aaf2f077199d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dd783c1381163dc54b59946d58f2c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19913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19913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8b8b8d20cad23c6a808705dd165f54f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189988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fc7502f54f9e2605aeb39b09d6ef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655552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a0d7da7f0ab2bfab690a45867baa4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d020f90f891f7e43d4977a4b5d737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65ce19fcbb559c9e94b0fd0bcc8d9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3dc9bc52494101e64011cf8f671b7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247b3610181cf7102cb45609edfb6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386785533a28bf84e9f2b9c9ca4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e573da25a5971c851af8bbd5803c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533b827b3dcaeaeee408bc54289f5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9e2602527d0e4ae80b3e8844ecbe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328a090e059d1d068462c8775fe16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34fbae4dccea21af33d5a3dc36762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cf7aaf3d76644ce6c4bd27a3d9fa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13f4a96f7e39d9288b50dd8a86913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8fb0589b1b5372a121b637d9ae9c5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9cbcbe6e7f9aaee6a1d96fef7e524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495958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d9769dac9c443066bf076622ab4d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495958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955995ffb55ab366e402f85d4b815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495958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d500bcf3ae0389dddb207ced9b445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c6b4971bcc464d8a3709a71f38f3d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13f4a96f7e39d9288b50dd8a8691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f7aaf3d76644ce6c4bd27a3d9fa6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7f83e5b3b98e11cda1d4914899a3c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a92beade5b8ec22cd32dab7e080e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f6d8e0bcbbb414b30b5b403990b3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632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2dc3e98f16b1909f3586ad658527a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5633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65633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80252602fbd7d7d50c031b851f9ce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afcc3eeea6d63b57a2b951698fbc6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7920df9943d811906d6a39e6cb055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66726450f3f3f19bafc8833eaba1c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67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867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d317b4e4a94d777664ad95993dbd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858060"/>
            <a:ext cx="5248656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9e15657ca56908ef5d87de93ed5b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71ae3132392ac1c653887afc8faeb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495958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07f17b23471d7e9972395ea0eef2e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495958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64be753ea592e02be2d7af0076262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495958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b458945f987e4a312d9f6a3db47c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6151"/>
            <a:ext cx="5724144" cy="548640"/>
          </a:xfrm>
          <a:prstGeom prst="rect">
            <a:avLst/>
          </a:prstGeom>
        </p:spPr>
      </p:pic>
      <p:pic>
        <p:nvPicPr>
          <p:cNvPr id="8" name="Picture 7" descr="5af920b47e3dde24c10492c5dc715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216151"/>
            <a:ext cx="5724144" cy="54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e1e6ff85e73a14b80f91c6cbd686e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17904"/>
            <a:ext cx="5724144" cy="548640"/>
          </a:xfrm>
          <a:prstGeom prst="rect">
            <a:avLst/>
          </a:prstGeom>
        </p:spPr>
      </p:pic>
      <p:pic>
        <p:nvPicPr>
          <p:cNvPr id="11" name="Picture 10" descr="9785fbeb68f63870bb47d5ab8be95a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0804"/>
            <a:ext cx="5724144" cy="548640"/>
          </a:xfrm>
          <a:prstGeom prst="rect">
            <a:avLst/>
          </a:prstGeom>
        </p:spPr>
      </p:pic>
      <p:pic>
        <p:nvPicPr>
          <p:cNvPr id="12" name="Picture 11" descr="ed2d6ca48d460beabf845868e2589e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203704"/>
            <a:ext cx="5724144" cy="548640"/>
          </a:xfrm>
          <a:prstGeom prst="rect">
            <a:avLst/>
          </a:prstGeom>
        </p:spPr>
      </p:pic>
      <p:pic>
        <p:nvPicPr>
          <p:cNvPr id="13" name="Picture 12" descr="86cdc9e2b8eaabe0868b7dec74bc38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46604"/>
            <a:ext cx="5724144" cy="548640"/>
          </a:xfrm>
          <a:prstGeom prst="rect">
            <a:avLst/>
          </a:prstGeom>
        </p:spPr>
      </p:pic>
      <p:pic>
        <p:nvPicPr>
          <p:cNvPr id="14" name="Picture 13" descr="c844b7908e4b58eca70a820f0e6b02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1517904"/>
            <a:ext cx="5724144" cy="548640"/>
          </a:xfrm>
          <a:prstGeom prst="rect">
            <a:avLst/>
          </a:prstGeom>
        </p:spPr>
      </p:pic>
      <p:pic>
        <p:nvPicPr>
          <p:cNvPr id="15" name="Picture 14" descr="9e0898cd752e2675db5d1b0147d9e0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1860804"/>
            <a:ext cx="5724144" cy="548640"/>
          </a:xfrm>
          <a:prstGeom prst="rect">
            <a:avLst/>
          </a:prstGeom>
        </p:spPr>
      </p:pic>
      <p:pic>
        <p:nvPicPr>
          <p:cNvPr id="16" name="Picture 15" descr="f6a734ae4daebe83e69060760588fe5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203704"/>
            <a:ext cx="5724144" cy="548640"/>
          </a:xfrm>
          <a:prstGeom prst="rect">
            <a:avLst/>
          </a:prstGeom>
        </p:spPr>
      </p:pic>
      <p:pic>
        <p:nvPicPr>
          <p:cNvPr id="17" name="Picture 16" descr="4af2630383ca9eafee0f722ebbec152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2546604"/>
            <a:ext cx="5724144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305409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3f8d2d19ae6cf3db9882b0fafd94c1c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3054096"/>
            <a:ext cx="11045952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346557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1ae1c80cd5a630c67d1700ea8de9e37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3465576"/>
            <a:ext cx="11045952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387705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395b978af93061eb33aaa970fd60f62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3877056"/>
            <a:ext cx="11045952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428853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a05505d2ef2c44123c906c5fc9d0d16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4288536"/>
            <a:ext cx="11045952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e4bcab5260f59a0256817b9d2f3f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5747a3780867867712d146ccc313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3fdc52e19204bb3b234085f78e83c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23b2830dcaac74beba5b301223832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3957c4b26c2f465ea0561f139d022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aa312ee4b8ec1935e41bb2c1f17a1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96a282667bf66c304bca463cb5f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f66121e1975a8823b8f8279eef99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bee2d1ac167193c3a11163311b218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8f66121e1975a8823b8f8279eef99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eac53c2909fd24fd04d34d808ca0a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78231b048ea5c8dfc025dae255ea6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4790fc0c1e007bffcbff7a5008daa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ef8868d6ed7fd083bed2b0dd6221a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aa4f779ca079ca91cbbed38b56dff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bc20d51eb0b6959748feb23155e27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4054db387048f2836c63eaae0d202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9be90597a3bc9737746de74be129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9ac71d101405b4c5b4d1c750c296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022daced7e7fd8000f182ae08f8dd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831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630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ee44aff6d6c204e9029d936637ea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487c764e44a1966fe2d7c3b5736ed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7b2f90a34ce757ab33a40cb85a18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996bb4c39dbd49efb3f77bf3dc21c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e2fa4a29da8b2ab10b84d6e4c8616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09fc6e40794fa61d14c9194b70095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9fe5518c133b4e9b3645e3487b7ac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027408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02f5fe0c980ebf8e18c08493417f1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61aba5c29de659d3d83f20e8a576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888236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b3cf2856dc90978bd2bd9a6e5f1e7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888236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ecf0d7fde0e235d7821ceaea31ae1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888236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bd2d77ddbd5b4fbcb68c8360c746b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cf784e27d43dd54f6cf3ff610e6ba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4c8182f43265fa02b466ee8a35f1b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10137e0ef6ab112229c0310dd9c87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37ca34bfcf60d4dde62081bc0185a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ce2da71e10598c6251497d30a842b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76b63ec1930a07c84838f7e0b90dd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c349a2a16ac885fa7e521a09d9bb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d292ae8045689ac8a7be36b37904a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885ff26b6ec75ea283d2a6bfe15b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55fc7b8e5a6cecf45ed50c4418e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a8d118b037f9eefb97b6b54d8bdcd9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d851c6619db20a14481da70e6e676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0873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8862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4f78f83eb3fdae5a0e25f33d814e9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2cfd94ffd730b74af1d0ca994e3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a3e3c4f5487c7e8dc4d2791788ac9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603fa3b0e016ef36045acfd7398eb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52a9dcb255cfb8818140919d7385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9e5573cb1bfb3f9e17610c086bbf2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e0a1822e72f5b9ef557a56c71c0f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1b6402bab7eaa83489b24b760741c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03fa3b0e016ef36045acfd7398eb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9e5573cb1bfb3f9e17610c086bbf2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2363a5752d326f2be21f06ad683b5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05f56e2d3b5d8d448bb21b6cad3dc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0992272983909a3e558bee1df998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363d7c4d7de25c5298de3acf03c60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b5822b86a4d2536819a7263cccdc0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a0d58427631526a9ee4c2a8a9aae3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f2689bb1303571b54f9bc51ea1c15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095a2a2acb7d39f6166c09dd8ce9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7ac7c3ff18a4676afee54b412338f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07b468d100e5e1caa8ade2d5c1842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d3f6f821d5756e8f8697373a1eddd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300a511f5984e1f1143b781124e9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cf3ee0b21ad668c8117e26ce689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ed98997f660eafa8b64f7336d4206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65ea12f8452cb1592ffbe4366162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87476fb0e817434982e5ca32565cf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358d7054f3139691c367d1a0376ac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b604f11a94eeafd77149fed272ad79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73935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54496" y="1783079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bc9fbe6839a5dafa3099ec8ada152c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73935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4de7034af383011d698ddafb2bbd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d6100d9b00bfe681c502af5019e58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c402cdd61630be8b48090f4d6aaf1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85604ce358a12a919228b9d07e6b0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4268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212ae0d102df4eb861e499cdadfbb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44268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c555ac5fd0bcbfc40daee134bb12a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f83a56567a9bf24bb243a4e5762d3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582400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b91bafa2ed1a89ab09e7479ffb8e8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45f6c785d9290f9fd3eab624ecf033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fbd2a09364429af5afa88d28ff93cb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314" y="1357884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3e860681108e5737cf1464861a7d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82ca04f9b8de6f805ef73a83d89c5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8eff7e614b4198d2b806a66db92aa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f03f4dad6d2ed2ae8ef5dbe29473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ead5e3bec84081696f9c0438db86d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32c554289156c9adb39a6b9d181a2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00a511f5984e1f1143b781124e9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d3f6f821d5756e8f8697373a1eddd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05812b15a9f24c006ac5b9ac514b2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19c0ddd0c1997cfa3826a89702a76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d57d79c3f5868d4e1a7132416e9a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960270b991449d13701f412d20038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4f6964b14a1205645de8ce2f7f4c4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f6f154ec1933b92e7a1c4d1aaa4aa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952afedfd6fcf72b8ac9443e2a290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4268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77f3517a3db3c7d279518ec2bec12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44268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57d71ee2b6174aad28c17af1aa5df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f3876ba6c0b2ed94819a5d16dbad6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ca73087a8376c2ccaf9c4c84c5d2c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3955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45efbeb52fda877c2ac1646a77f2c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24811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1933955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aa9737acfe2c2815d0dce898139c2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24811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da9f22d743690bc3f5e72591d4a69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b26f2f7bb219f0b9c15aa5646337c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235d58dac70dc72ef9edd36470c8d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7274908ecb9b17c3a030ca48809d3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0944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728cd06f5ded74fac61b0302cd4028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0944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e0edc9c6bf4649282489075895db9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b26f2f7bb219f0b9c15aa5646337c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7274908ecb9b17c3a030ca48809d3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e2275fb1251905994a705e5b1aa46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0944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21de6671712346ed92d2e36f75afd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0944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b4a56b63ca7fbd845dae11410b566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8026640264febc825393c1087645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5c5720d775946911e09c428ca78c6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19a1ef6b0dd939ad0656d43bb50b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03fa3b0e016ef36045acfd7398eb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2cfd94ffd730b74af1d0ca994e3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cd492d613f3afdd89501134bf3117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452a9dcb255cfb8818140919d7385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28de50db7becb58703cf74c0253ae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c20a830d099124abb5b00273eb29f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207007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a3443a481a45d115b42e9beba773b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773935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a29eda0025272c6b784daa385afd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773935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c028b045becd70ac768a53f921a48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2cfd94ffd730b74af1d0ca994e3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a3e3c4f5487c7e8dc4d2791788ac9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603fa3b0e016ef36045acfd7398eb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fb9f2bb0cdc5d2c6045906fd090c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cf20ef3b3d03a521d0a1a0747f008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603fa3b0e016ef36045acfd7398e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b313b4c51f42610e377a6062f85cf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31927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1181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4ba115dee36157b6393937291613d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632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32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2832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959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7581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a662d1972fac3eae37030271d9d9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b1f986dc811177f0e1e3e80015711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3da90f9b90cb674c9c0202e39abc1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859315429dc09f9eac358da93b4699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