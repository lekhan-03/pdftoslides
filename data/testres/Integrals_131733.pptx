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sin 2x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-(sin 2x)/(2)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- (cos 2x)/(2)+c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(cos 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(sin 2x)/(2) +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e ˣ ( (1)/(x) - (1)/(x²) 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e-x ( (1)/(x) 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e-x ((1)/(x²))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x ( (1)/(x) 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ex ((1)/(x²)) 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x sin 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-xcos⁡x-sin⁡x+c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xcos⁡x+sin⁡x+c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xcos⁡x-sin⁡x+c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-cos⁡x-sin⁡x+c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-(π)/(2)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sec⁡x+C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\cosec⁡^{-1}x+C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cosec⁡x+C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1</m:t>
                    </m:r>
                    <m:r>
                      <m:rPr>
                        <m:sty m:val="p"/>
                      </m:rPr>
                      <m:t>: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|</m:t>
                    </m:r>
                    <m:r>
                      <m:t>𝑥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+</m:t>
                    </m:r>
                    <m:r>
                      <m:t>𝐶</m:t>
                    </m:r>
                    <m:r>
                      <m:t>S</m:t>
                    </m:r>
                    <m:r>
                      <m:t>t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2</m:t>
                    </m:r>
                    <m:r>
                      <m:rPr>
                        <m:sty m:val="p"/>
                      </m:rPr>
                      <m:t>: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|</m:t>
                    </m:r>
                    <m:r>
                      <m:t>𝑥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+</m:t>
                    </m:r>
                    <m:r>
                      <m:t>𝐶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99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d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cos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-\cosec⁡^{-1}x+C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cot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2026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s</m:t>
                        </m:r>
                        <m:r>
                          <m:t>q</m:t>
                        </m:r>
                        <m:r>
                          <m:t>r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(1-x)/(sqrt(x)) dx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(2π)/(3)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∫xcos⁡x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-xsin⁡x+cos⁡x+c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xcos⁡x-sin⁡x+c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xsin⁡x-cos⁡x+c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xsin⁡x+cos⁡x+c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(sqrt(x))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cos⁡2x+c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sin⁡2x+c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tan⁡2x+c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∫eˣ(sin x + cos x)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eˣ cos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eˣ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eˣ sin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−eˣ cos x +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∫sec x (sec x + tan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 x + tan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+ tan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 - tan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 - sec x +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∫cosec x (cosec x + cot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+ cosec x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+ cosec x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 − cosec 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 − cosec x +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²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tan2x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 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 - x 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sec2x-x +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–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sin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2025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cos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sin</m:t>
                    </m:r>
                    <m:sSup>
                      <m:e>
                        <m:r>
                          <m:rPr>
                            <m:sty m:val="p"/>
                          </m:rPr>
                          <m:t>⁡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tan⁡x+C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tan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sec</m:t>
                    </m:r>
                    <m:r>
                      <m:rPr>
                        <m:sty m:val="p"/>
                      </m:rPr>
                      <m:t>⁡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sec⁡x+C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7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t>i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(sinsin x+coscos x ). dx.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secsec x (secsec x+tantan x ). dx.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cosecx(cosecx+cotx)dx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sqrt(x)+(1)/(sqrt(x)) 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cos3x 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(1-x)sqrt(x) 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sqrt(ax+b) dx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e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sin(cosx) w.r.t.x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(cos2x-cos2α)/(cosx-cosα)dx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(dx)/(x-sqrt(x))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+</m:t>
                    </m:r>
                    <m:r>
                      <m:t>9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(sqrt(tanx))/(sinxcosx) 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e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coscos 6x sqrt(1+sin6x) 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sinsin 2x .coscos 3x dx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cotcot x log⁡(sinsin x 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(x)/((x+1)(x+2)) 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1</m:t>
                        </m:r>
                      </m:sub>
                      <m:sup>
                        <m:r>
                          <m:t>s</m:t>
                        </m:r>
                        <m:r>
                          <m:t>q</m:t>
                        </m:r>
                        <m:r>
                          <m:t>r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3</m:t>
                        </m:r>
                      </m:e>
                    </m:nary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sec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log⁡(x)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sin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(x)/((x-1)(x-2))dx.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x.log(sinx)dx.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(1)/(x+x log x) dx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x .dx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Evaluate∫ sin3x.cos4x.dx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w</m:t>
                    </m:r>
                    <m:r>
                      <m:rPr>
                        <m:sty m:val="p"/>
                      </m:rPr>
                      <m:t>.</m:t>
                    </m:r>
                    <m:r>
                      <m:t>r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 ∫ x x dx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sSup>
                          <m:e>
                            <m:r>
                              <m:t>e</m:t>
                            </m:r>
                          </m:e>
                          <m:sup>
                            <m:r>
                              <m:t>x</m:t>
                            </m:r>
                          </m:sup>
                        </m:sSup>
                      </m:e>
                    </m:nary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s</m:t>
                    </m:r>
                    <m:r>
                      <m:t>a</m:t>
                    </m:r>
                    <m:r>
                      <m:t>l</m:t>
                    </m:r>
                    <m:r>
                      <m:t>i</m:t>
                    </m:r>
                    <m:r>
                      <m:t>m</m:t>
                    </m:r>
                    <m:r>
                      <m:t>i</m:t>
                    </m:r>
                    <m:r>
                      <m:t>t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u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(x)/((x+1)(x+2)) dx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(x)/((x-1)(x-2))dx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xloglog x 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m:t>cos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x sin3x 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s</m:t>
                        </m:r>
                      </m:e>
                    </m:nary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x .dx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x</m:t>
                    </m:r>
                    <m:r>
                      <m:t>t</m:t>
                    </m:r>
                    <m:r>
                      <m:t>a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: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8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7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9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9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13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n</m:t>
                    </m:r>
                    <m:r>
                      <m:t>t</m:t>
                    </m:r>
                    <m:r>
                      <m:t>e</m:t>
                    </m:r>
                    <m:r>
                      <m:t>g</m:t>
                    </m:r>
                    <m:r>
                      <m:t>r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w</m:t>
                    </m:r>
                    <m:r>
                      <m:t>i</m:t>
                    </m:r>
                    <m:r>
                      <m:t>t</m:t>
                    </m:r>
                    <m:r>
                      <m:t>h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p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t</m:t>
                    </m:r>
                    <m:r>
                      <m:t>o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f</m:t>
                    </m:r>
                    <m:r>
                      <m:t>i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∫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−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t>l</m:t>
                        </m:r>
                      </m:e>
                    </m:nary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that∫_{0}^{a} f(x).dx={2∫_{0}^{a} f(x)dx, if f(x)is an even function 0, if f(x)is an odd function and hence evaluate ∫_{-1}^{1} \sin^{5}xcos^{4}x dx$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6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t>a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that∫_{0}^{a} f(x).dx={2∫_{0}^{a} f(x)dx, if f(2a-x)=f(x) 0, if f(2a-x)= -f(x) and hence evaluate ∫_{0}^{2π} \cos^{5}x dx$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2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 ∫_{-a}^{a} f(x)dx={2∫_{0}^{a} f(x)dx if f(x) is even function 0,if f (x)is odd function And hence evaluate ∫_{-(π)/(2)}^{(π)/(2)} sin7x dx$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m:t>cos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$Prove that∫_{-a}^{a} f(x).dx= {2∫_{0}^{a} f(x)dx, if f(x)is an even function 0, if f(x)is an odd function and hence evaluate ∫_{-1}^{1} \sin^{5}xcos^{4}x dx$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c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  <m:sup>
                        <m:r>
                          <m:t>2</m:t>
                        </m:r>
                      </m:sup>
                      <m:e>
                        <m:r>
                          <m:t>d</m:t>
                        </m:r>
                      </m:e>
                    </m:nary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i</m:t>
                    </m:r>
                    <m:r>
                      <m:t>n</m:t>
                    </m:r>
                    <m:r>
                      <m:t>x</m:t>
                    </m:r>
                    <m:r>
                      <m:t>c</m:t>
                    </m:r>
                    <m:r>
                      <m:t>o</m:t>
                    </m:r>
                    <m:r>
                      <m:t>s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π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4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m:t>log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tan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b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2</m:t>
                        </m:r>
                      </m:sub>
                      <m:sup>
                        <m: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r>
                      <m:t>q</m:t>
                    </m:r>
                    <m:r>
                      <m:t>r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r</m:t>
                    </m:r>
                    <m:r>
                      <m:t>o</m:t>
                    </m:r>
                    <m:r>
                      <m:t>v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a</m:t>
                        </m:r>
                      </m:sup>
                      <m:e>
                        <m:r>
                          <m:t>f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x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e</m:t>
                    </m:r>
                    <m:r>
                      <m:t>e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u</m:t>
                    </m:r>
                    <m:r>
                      <m:t>a</m:t>
                    </m:r>
                    <m:r>
                      <m:t>t</m:t>
                    </m:r>
                    <m:r>
                      <m:t>e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t>1</m:t>
                        </m:r>
                      </m:sup>
                      <m:e>
                        <m:r>
                          <m:t>x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n</m:t>
                        </m:r>
                      </m:sup>
                    </m:sSup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