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45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photoelectric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increase in the intensity of light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ν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ν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kinetic energy of photoelectrons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photoelectric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kinetic energy of photoelectrons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photoelectric current remains constant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statements given below are related to the properties of photons: I. photons are electrically neutral.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photons are undeflected by electric and magnetic fields.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photons are light waves.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photon particle collision, total energy and momentum are not conserved.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Only statements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 b="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Following particles are moving with same speed, which one of them has longest de Broglie wavelength?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alpha particle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Macroscopic particles in our daily life do not show wave-like properties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associated with waves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extremely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negligibly small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 Planck’s constant and basic unit of electric charge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‘h’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‘e’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respectively, then in photoelectric effect, the graph between stopping potential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) and frequency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γ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is a straight line with slope equal to _______.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h/e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e/h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Emission of electrons from a metal surface by heating is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Photo-electric emission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emission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Field emission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Thermionic emission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 is dropped from a certain height and it falls freely under gravity. During the fall, the de Broglie wavelength associated with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keeps increasing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keeps decreasing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may increase or decrease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-particle, a proton, an electron and a neutron are moving with the same velocity. Then the particle having longest de Broglie wavelength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-particle.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-particle, a proton, an electron and a neutron are moving with the same speed. Then the particle having shortest de Broglie wavelength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600" b="0">
                <a:solidFill>
                  <a:srgbClr val="F0F0F0"/>
                </a:solidFill>
                <a:latin typeface="Arial"/>
              </a:rPr>
              <a:t>-particle.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interaction of radiation with matter, radiation behaves as if it is made up of packet of energy called ______.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Photoelectric effect is a/an _____________ effect.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tiny packet of energy of light is called ________.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the conclusion of Davison and Germar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 the nature of electron?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any one type of electron emission.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rest mass of photon?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How does the stopping potential of a photosensitive material vary with intensity of incident radiation?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the de Broglie wavelength of a particle of mass m moving with a speed v.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Write any two types of electron emission?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two applications of infrared radiation.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
Photoelectric work function
Electron volt(ev)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are De-Broglie Waves? How does the De-Broglie wavelength vary with momentum of moving particle?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de-Broglie wave length of electrons in terms of electric potential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 used.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alpha particle, a proton and an electron are moving with equal kinetic energy. Which one of these particles has the longest de Broglie wavelength? Give reason.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Give three characteristics of photon.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are matter waves? 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De-Broglie wavelength of a particle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386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2016,2018S,2025-3,2026-1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 electric effect.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 the terms: a) Threshold frequency b) Work function c) Stopping potential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Calculate de Broglie wavelength associated with an electron moving with a speed of 2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  <m:r>
                      <m:t>105</m:t>
                    </m:r>
                    <m:r>
                      <m:t>m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h = 6.625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 = 9.11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any three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Name the three types of electron Emission.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Define work function. Write Einstein’s photoelectric equation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Deduce 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total energy of electron in an orbit of hydrogen atom in terms of radius of orbit.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Einstein’s equation of photoelectric effect. Give Einstein’s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photoelectric effect.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Explain Hallwach’s and Lenard’s observations on photoelectric effect.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
Work function
Threshold frequency
Stopping potential.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 electric effect.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2022,2024-3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photoelectric effect? Write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Give Einstein’s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photoelectric effect. (2023)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Mention any two properties of photons.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What is meant by photoelectric effect? (b) Mention any two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Write Einstein’s photoelectric equation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cesium metal is 2.14 ev. When light of frequency 6 × 1014 Hz is incident on the metal surface, photoemission of electrons occurs.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Energy of incident photons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Maximum kinetic energy of photoelectrons.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Given, Planck’s constant h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Js, 1 ev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Light of frequency 8.41 × 1014 Hz is incident on a metal surface. Electrons with their maximum speed of 7.5 × 105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ejected from the surface. Calculate the threshold frequency for photoemission of electrons. Also find the work function of the metal in electron volt (eV). Given Planck’s constant h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6.625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mass of the electron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9.1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Light of frequency 7.21 × 1014 Hz is incident on a metal surface. The cut-off wavelength 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photoelectric emission from the metal surface is 540 nm.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Determine the maximum speed of the photoelectrons emitted from the surface.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(Given: 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Js, mass of an electron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9.1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caesium is 2.14 eV.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(a) the threshold frequency for cesium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(b) the wavelength of the incident light if the photocurrent is brought to zero by a stopping potential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0.60</m:t>
                    </m:r>
                    <m:r>
                      <m:t>V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a metal is 2.20 eV when radiation of frequency 6.50 ×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1014</m:t>
                    </m:r>
                    <m:r>
                      <m:t>H</m:t>
                    </m:r>
                    <m:r>
                      <m:t>z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incident on the metal surface photo emission of electrons occurs. Calculate a) energy of incident photon and b) stopping potential of photoelectrons. (Given h = 6.63 × 10–34 Js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 = 1.6 × 10–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19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When a light radiation of energy 3 eV falls on metal surface, photoelectrons with a maximum kinetic energy 1eV are emitted from the surface. Find the threshold frequency for the metal surface. (Given: Planck’s constant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  <m:r>
                      <m:rPr>
                        <m:sty m:val="p"/>
                      </m:rPr>
                      <m:t>;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Charge on the electron e = 1.6× 10–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19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FAD02C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cesium metal is 2.14 ev. When light of frequency 6 × 1014 Hz is incident on cesium surface, find the maximum kinetic energy of photoelectrons emitted.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(Given: Planck’s constant, h=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e = 1.6 10–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19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