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Cambria"/>
              </a:defRPr>
            </a:pPr>
            <a:r>
              <a:rPr lang="en-US" sz="4400" b="1">
                <a:solidFill>
                  <a:srgbClr val="FAD02C"/>
                </a:solidFill>
                <a:latin typeface="Cambria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Cambria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205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Assuming complete dissociation, the value of van’t Hoff factor for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Consider a blood cell placed in a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solution of concentration more than 0.9% (w/V). Which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Osmosis takes place from the cell to the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Osmosis takes place from the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Osmosis takes place from the cell to the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Osmosis takes place from the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For a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0.1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≈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values for Ar(g),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(aq),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(aq),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(aq) are 40.39, 1.67,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1.83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 &lt;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 &lt;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most diluted solution is (molar mass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= 58.5 g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2% (w/w)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t>M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2 ppm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2 m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k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value of Henry’s constant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Value of Henry’s constant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1.0 M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1.0 M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1.0 M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1.0 M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assertion and reason are true, and the reason is the correct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assertion and reason are true, but the reason is not the correct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Ecell = E°cell - 0.0295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Ecell = E°cell - 0.0295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(Cu/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Ecell = E°cell - 0.0295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Ecell = E°cell - 0.0295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P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If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cell for a given reaction has a negative value, then which of the following is the correct relationship for the value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Match the batteries in Column I with their anode material in Column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Cambria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Cambria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Cambria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Cambria"/>
              </a:rPr>
              <a:t>(ii) 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Cambria"/>
              </a:rPr>
              <a:t>(iii) 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a:r>
              <a:rPr lang="en-US" sz="1400" b="1">
                <a:solidFill>
                  <a:srgbClr val="F0F0F0"/>
                </a:solidFill>
                <a:latin typeface="Cambria"/>
              </a:rPr>
              <a:t>(iv)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400" b="1">
                <a:solidFill>
                  <a:srgbClr val="F0F0F0"/>
                </a:solidFill>
                <a:latin typeface="Cambria"/>
              </a:rPr>
              <a:t>-O2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a:r>
              <a:rPr lang="en-US" sz="1400" b="1">
                <a:solidFill>
                  <a:srgbClr val="F0F0F0"/>
                </a:solidFill>
                <a:latin typeface="Cambria"/>
              </a:rPr>
              <a:t>(a) Lead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P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6185916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Cambria"/>
              </a:rPr>
              <a:t>(b)  Hydrogen(H</a:t>
            </a:r>
            <a:r>
              <a:rPr sz="1400" b="1" baseline="-25000">
                <a:solidFill>
                  <a:srgbClr val="F0F0F0"/>
                </a:solidFill>
                <a:latin typeface="Cambria"/>
              </a:rPr>
              <a:t>2</a:t>
            </a:r>
            <a:r>
              <a:rPr sz="1400" b="1">
                <a:solidFill>
                  <a:srgbClr val="F0F0F0"/>
                </a:solidFill>
                <a:latin typeface="Cambria"/>
              </a:rPr>
              <a:t>)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a:r>
              <a:rPr lang="en-US" sz="1400" b="1">
                <a:solidFill>
                  <a:srgbClr val="F0F0F0"/>
                </a:solidFill>
                <a:latin typeface="Cambria"/>
              </a:rPr>
              <a:t>(c) Zinc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4" name="TextBox 13"/>
          <p:cNvSpPr txBox="1"/>
          <p:nvPr/>
        </p:nvSpPr>
        <p:spPr>
          <a:xfrm>
            <a:off x="6185916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Cambria"/>
              </a:rPr>
              <a:t>(d)  Zinc - Mercury amalgam(Zn(Hg))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Cambria"/>
              </a:rPr>
              <a:t>A. </a:t>
            </a:r>
            <a:r>
              <a:rPr sz="1400" b="1">
                <a:solidFill>
                  <a:srgbClr val="F0F0F0"/>
                </a:solidFill>
                <a:latin typeface="Cambria"/>
              </a:rPr>
              <a:t>i-a, ii-b, iii-c, iv-d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Cambria"/>
              </a:rPr>
              <a:t>B. </a:t>
            </a:r>
            <a:r>
              <a:rPr sz="1400" b="1">
                <a:solidFill>
                  <a:srgbClr val="F0F0F0"/>
                </a:solidFill>
                <a:latin typeface="Cambria"/>
              </a:rPr>
              <a:t>i-b, ii-a, iii-d, iv-c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Cambria"/>
              </a:rPr>
              <a:t>C. </a:t>
            </a:r>
            <a:r>
              <a:rPr sz="1400" b="1">
                <a:solidFill>
                  <a:srgbClr val="F0F0F0"/>
                </a:solidFill>
                <a:latin typeface="Cambria"/>
              </a:rPr>
              <a:t>i-c, ii-d, iii-a, iv-b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Cambria"/>
              </a:rPr>
              <a:t>D. </a:t>
            </a:r>
            <a:r>
              <a:rPr sz="1400" b="1">
                <a:solidFill>
                  <a:srgbClr val="F0F0F0"/>
                </a:solidFill>
                <a:latin typeface="Cambria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Saturated solution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Velocity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greater than that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Velocity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greater than that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Velocity of both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Statement I: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) of a solution decreases with dilution.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: Molar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m) of solution increases with dilution.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statements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statements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Statement I is correct but statement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Statement I is incorrect but statement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Statement I: Cu displaces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gas from dilute acids. Statement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: ions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get reduced more easily than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Statement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Statement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Statement I is correct and Statement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Statement I is incorrect and Statement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E° values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/ Fe,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/ Zn,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/ Sn are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respectively. Which of these metals can displace iron from an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product formed at the anode during the electrolysis of aqueous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quantity of electricity required for the reduction of one mole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a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I</m:t>
                    </m:r>
                    <m:r>
                      <m:t>N</m:t>
                    </m:r>
                    <m:r>
                      <m:t>E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For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(g) +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(g) →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(g), the following initial-rate data were obtained. Choose the rate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Consider the Arrhenius equation k=e-Ea/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constant increases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constant decreases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constant increases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constant increases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with decreasing activation energy and decreasing temperature.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a reaction A + B → products, rate is doubled when the concentration of B is doubled, and
rate increases by a factor of 8 when the concentrations of both the reactants (A and B. are
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= K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= K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= K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= K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In a reaction Hg +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of disappearance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of appearance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Rate of appearance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Statement I: A catalyst does not alter Gibb’s energy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G) of a reaction.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: A catalyst alters the activation energy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of a reaction by providing an alternate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Statement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Statement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Statement I is correct, but Statement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Statement I is incorrect, but Statement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Statement I: If in a zero-order reaction, the concentration of the reactant is doubled, the half-life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period is also doubled.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: For a first-order reaction, the half-life period is independent of the initial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Statement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 Statement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Statement I is correct but Statement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Statement I is incorrect but Statement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correct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number of collisions per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order of a chemical reaction having the rate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1 4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overall order of a reaction which has the rate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 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order for a reaction with the rate law Rate=k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rate constant of a reaction is k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2.3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L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mol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mol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slope of the Arrhenius plot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versus 1/T) for a given reaction is found to be -2000 K. What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the activation energy (Eₐ) of the reaction in J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? (Given R = 8.314 J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38,314.5 J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(or 38.3 kJ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19,157.2 J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76,629.0 J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8,314.0 J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2k /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What is the value of ‘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’ if the total order of the reaction, which has the rate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: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Rate = k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t½ ∝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t½ ∝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t½ ∝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t½ ∝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a:r>
              <a:rPr lang="en-US" sz="5000" b="1">
                <a:solidFill>
                  <a:srgbClr val="FAD02C"/>
                </a:solidFill>
                <a:latin typeface="Cambria"/>
              </a:rPr>
              <a:t>D</a:t>
            </a:r>
            <a:r>
              <a:rPr lang="en-US" sz="50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5000" b="1">
                <a:solidFill>
                  <a:srgbClr val="FAD02C"/>
                </a:solidFill>
                <a:latin typeface="Cambria"/>
              </a:rPr>
              <a:t>F</a:t>
            </a:r>
            <a:r>
              <a:rPr lang="en-US" sz="50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t>K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Among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In a neutral or faintly alkaline medium,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oxidizes iodide ions into iodate.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In aqueous solution, copper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Potassium permanganate oxidizes sulphurous acid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aqueous solution of a transition metal ion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colorless. The ion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electronic configuration of Cu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whereas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Which of the following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Cu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Cu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Cu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equally stable.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magnetic moment of an element is 1.73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M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number of moles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reduced by one mole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o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Among the following alkyl halides, which is more reactive towards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Assertion: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reactions do not proceed with retention.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Reason: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reaction proceeds in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g</m:t>
                    </m:r>
                    <m:r>
                      <m:t>l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steps.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 both assertion and reason are correct and reason is correct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 both assertion and reason are correct but reason is not correct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Prevent the reaction of chloroform with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to form extremely poisonous gas carbonyl chloride.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7</m:t>
                        </m:r>
                      </m:sub>
                    </m:sSub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Match the organic compounds in Column I with their correct applications in Column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505102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Cambria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505102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068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a:r>
              <a:rPr lang="en-US" sz="1400" b="1">
                <a:solidFill>
                  <a:srgbClr val="F0F0F0"/>
                </a:solidFill>
                <a:latin typeface="Cambria"/>
              </a:rPr>
              <a:t>(1) Carbon tetrachloride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21497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Cambria"/>
              </a:rPr>
              <a:t>(2)  Iodoform (CHI₃)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926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Cambria"/>
              </a:rPr>
              <a:t>(3)  Chloroform (CHCl₃)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55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a:r>
              <a:rPr lang="en-US" sz="1400" b="1">
                <a:solidFill>
                  <a:srgbClr val="F0F0F0"/>
                </a:solidFill>
                <a:latin typeface="Cambria"/>
              </a:rPr>
              <a:t>(4) Methylene chloride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6185916" y="18068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Fire extinguisher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21497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Antiseptic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4926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Solvent for fats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8355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400" b="1">
                <a:solidFill>
                  <a:srgbClr val="F0F0F0"/>
                </a:solidFill>
                <a:latin typeface="Cambria"/>
              </a:rPr>
              <a:t>Paint remover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4304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Cambria"/>
              </a:rPr>
              <a:t>A. </a:t>
            </a:r>
            <a:r>
              <a:rPr sz="1400" b="1">
                <a:solidFill>
                  <a:srgbClr val="F0F0F0"/>
                </a:solidFill>
                <a:latin typeface="Cambria"/>
              </a:rPr>
              <a:t>(1)-(A), (2)-(B), (3)-(C), (4)-(D)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5452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Cambria"/>
              </a:rPr>
              <a:t>B. </a:t>
            </a:r>
            <a:r>
              <a:rPr sz="1400" b="1">
                <a:solidFill>
                  <a:srgbClr val="F0F0F0"/>
                </a:solidFill>
                <a:latin typeface="Cambria"/>
              </a:rPr>
              <a:t>(1)-(D), (2)-(C), (3)-(B), (4)-(A)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600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Cambria"/>
              </a:rPr>
              <a:t>C. </a:t>
            </a:r>
            <a:r>
              <a:rPr sz="1400" b="1">
                <a:solidFill>
                  <a:srgbClr val="F0F0F0"/>
                </a:solidFill>
                <a:latin typeface="Cambria"/>
              </a:rPr>
              <a:t>(1)-(B), (2)-(A), (3)-(D), (4)-(C)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748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Cambria"/>
              </a:rPr>
              <a:t>D. </a:t>
            </a:r>
            <a:r>
              <a:rPr sz="1400" b="1">
                <a:solidFill>
                  <a:srgbClr val="F0F0F0"/>
                </a:solidFill>
                <a:latin typeface="Cambria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R - X +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(dry acetone) →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Swartz reaction -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Finkelstein reaction -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Sandmeyer’s reaction -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Tertiary alkyl halides are least reactive towards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Concentrated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Concentrated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compound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reaction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F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Which of the following alkyl halides will undergo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r>
                      <m:t>O</m:t>
                    </m:r>
                    <m:r>
                      <m:t>H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A compound P with formula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on reaction with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in presence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gives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compound Q. Compound Q on heating with Cu at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573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produces the compound R.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An organic compound ‘A’ containing C, H, and O has a pleasant odor with a boiling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point of 78°C. On boiling ‘A’ with conc.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 colorless gas is produced which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decolorizes bromine water and alkaline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Find out the product of the following reaction: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(Reaction involving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623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How many alcohols with molecular formula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10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Three -NO</a:t>
            </a:r>
            <a:r>
              <a:rPr sz="1600" b="1" baseline="-25000">
                <a:solidFill>
                  <a:srgbClr val="F0F0F0"/>
                </a:solidFill>
                <a:latin typeface="Cambria"/>
              </a:rPr>
              <a:t>2</a:t>
            </a:r>
            <a:r>
              <a:rPr sz="1600" b="1">
                <a:solidFill>
                  <a:srgbClr val="F0F0F0"/>
                </a:solidFill>
                <a:latin typeface="Cambria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 -NO</a:t>
            </a:r>
            <a:r>
              <a:rPr sz="1600" b="1" baseline="-25000">
                <a:solidFill>
                  <a:srgbClr val="F0F0F0"/>
                </a:solidFill>
                <a:latin typeface="Cambria"/>
              </a:rPr>
              <a:t>2</a:t>
            </a:r>
            <a:r>
              <a:rPr sz="1600" b="1">
                <a:solidFill>
                  <a:srgbClr val="F0F0F0"/>
                </a:solidFill>
                <a:latin typeface="Cambria"/>
              </a:rPr>
              <a:t>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 Pyridine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correct order of acid strength of the following compounds is:
(i) o-bromophenol
(ii) p-bromophenol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high boiling point of ethanol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compared to methoxy methane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role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2° &gt; 1° &gt; 3°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Cobalt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chloride forms several octahedral complexes with ammonia. Which of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.5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.6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.3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&lt;P (Pairing energy), for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ion, an entry of the 4th electron gives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In coordination compound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Br, the primary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valencies of Co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Both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-character.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Filled d-orbital of metal to vacant antibonding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orbital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Filled d-orbital of metal to vacant bonding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orbital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name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ChloridoethylenediaminenitroCobalt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ChloridoethylenediaminenitroCobaltate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Chloridobis(ethylenediamine)nitritoCobalt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Bromide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(where A, B, X, L are unidentate)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(where A, B, X, L are unidentates) shows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bond between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Only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Ambidentate nature of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ligand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solution, and two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moles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solution, two mole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complexes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are examples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electron configuration of an octahedral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coordination entity with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g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geometry of the complex Fe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isomerism exhibited by complexes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Br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name of the complex ion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Di-chloridodiethylene diamine 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Dichlorido bis(ethane-1,2-diamine) 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Dichlorido bis(ethane-1,2-diamine) 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Bis (ethane-1,2-diamine) dichlorido 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name of the ionization isomer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Penta-ammine sulphato 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Penta-ammine bromido 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Penta-ammine sulphato cobalt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Penta-ammine bromido sulphato cobaltate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(Crystal Field Splitting Energy)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&lt; P, the configuration is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&gt; P, the configuration is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6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&gt; P, the configuration is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&lt; P, the configuration is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(Crystal Field Splitting Energy,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&lt; P, the configuration is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&gt; P, the configuration is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&gt; P, the configuration is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If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&lt; P, the configuration is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oxidation number of Cu in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valencies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complexes are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224</m:t>
                    </m:r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valencies of iron in the complex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terminal and bridged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ligands in the compound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N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-CH2-CH2-NH2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Which of the following statements regarding primary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valencies is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Both Primary and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Cambria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A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Cambria"/>
              </a:rPr>
              <a:t>​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