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ectangle 2"/>
          <p:cNvSpPr/>
          <p:nvPr/>
        </p:nvSpPr>
        <p:spPr>
          <a:xfrm>
            <a:off x="457200" y="2880360"/>
            <a:ext cx="11274552" cy="3657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11274552" cy="1097280"/>
          </a:xfrm>
          <a:prstGeom prst="rect">
            <a:avLst/>
          </a:prstGeom>
          <a:noFill/>
        </p:spPr>
        <p:txBody>
          <a:bodyPr wrap="square" lIns="0" rIns="0" tIns="0" bIns="0">
            <a:spAutoFit/>
          </a:bodyPr>
          <a:lstStyle/>
          <a:p>
            <a:pPr algn="ctr"/>
            <a:r>
              <a:rPr sz="4400" b="1">
                <a:solidFill>
                  <a:srgbClr val="FAD02C"/>
                </a:solidFill>
                <a:latin typeface="Arial"/>
              </a:rPr>
              <a:t>Chemistry Midterm — MCQ Practice</a:t>
            </a:r>
          </a:p>
        </p:txBody>
      </p:sp>
      <p:sp>
        <p:nvSpPr>
          <p:cNvPr id="5" name="TextBox 4"/>
          <p:cNvSpPr txBox="1"/>
          <p:nvPr/>
        </p:nvSpPr>
        <p:spPr>
          <a:xfrm>
            <a:off x="457200" y="3063240"/>
            <a:ext cx="11274552" cy="594360"/>
          </a:xfrm>
          <a:prstGeom prst="rect">
            <a:avLst/>
          </a:prstGeom>
          <a:noFill/>
        </p:spPr>
        <p:txBody>
          <a:bodyPr wrap="square" lIns="0" rIns="0" tIns="0" bIns="0">
            <a:spAutoFit/>
          </a:bodyPr>
          <a:lstStyle/>
          <a:p>
            <a:pPr algn="ctr"/>
            <a:r>
              <a:rPr sz="2400" b="0">
                <a:solidFill>
                  <a:srgbClr val="AAAAAA"/>
                </a:solidFill>
                <a:latin typeface="Arial"/>
              </a:rPr>
              <a:t>129 Questions  ·  For: Boards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In photoelectric experiment, increase in the intensity of light (ν &gt;ν0)</a:t>
            </a:r>
          </a:p>
        </p:txBody>
      </p:sp>
      <p:sp>
        <p:nvSpPr>
          <p:cNvPr id="7" name="TextBox 6"/>
          <p:cNvSpPr txBox="1"/>
          <p:nvPr/>
        </p:nvSpPr>
        <p:spPr>
          <a:xfrm>
            <a:off x="457200"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increases kinetic energy of photoelectrons</a:t>
            </a:r>
          </a:p>
        </p:txBody>
      </p:sp>
      <p:sp>
        <p:nvSpPr>
          <p:cNvPr id="8" name="TextBox 7"/>
          <p:cNvSpPr txBox="1"/>
          <p:nvPr/>
        </p:nvSpPr>
        <p:spPr>
          <a:xfrm>
            <a:off x="6254496"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increases photoelectric current</a:t>
            </a:r>
          </a:p>
        </p:txBody>
      </p:sp>
      <p:sp>
        <p:nvSpPr>
          <p:cNvPr id="9" name="TextBox 8"/>
          <p:cNvSpPr txBox="1"/>
          <p:nvPr/>
        </p:nvSpPr>
        <p:spPr>
          <a:xfrm>
            <a:off x="457200"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decreases kinetic energy of photoelectrons</a:t>
            </a:r>
          </a:p>
        </p:txBody>
      </p:sp>
      <p:sp>
        <p:nvSpPr>
          <p:cNvPr id="10" name="TextBox 9"/>
          <p:cNvSpPr txBox="1"/>
          <p:nvPr/>
        </p:nvSpPr>
        <p:spPr>
          <a:xfrm>
            <a:off x="6254496"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photoelectric current remains constant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1217980"/>
          </a:xfrm>
          <a:prstGeom prst="rect">
            <a:avLst/>
          </a:prstGeom>
          <a:noFill/>
        </p:spPr>
        <p:txBody>
          <a:bodyPr wrap="square" lIns="0" rIns="0" tIns="0" bIns="0">
            <a:spAutoFit/>
          </a:bodyPr>
          <a:lstStyle/>
          <a:p>
            <a:pPr algn="l"/>
            <a:r>
              <a:rPr sz="1800" b="1">
                <a:solidFill>
                  <a:srgbClr val="FAD02C"/>
                </a:solidFill>
                <a:latin typeface="Arial"/>
              </a:rPr>
              <a:t>The statements given below are related to the properties of photons: I. photons are electrically neutral.
II. photons are undeflected by electric and magnetic fields.
III. photons are light waves.
IV. In photon particle collision, total energy and momentum are not conserved.</a:t>
            </a:r>
          </a:p>
        </p:txBody>
      </p:sp>
      <p:sp>
        <p:nvSpPr>
          <p:cNvPr id="7" name="TextBox 6"/>
          <p:cNvSpPr txBox="1"/>
          <p:nvPr/>
        </p:nvSpPr>
        <p:spPr>
          <a:xfrm>
            <a:off x="457200" y="2114092"/>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Only statements I and III are correct</a:t>
            </a:r>
          </a:p>
        </p:txBody>
      </p:sp>
      <p:sp>
        <p:nvSpPr>
          <p:cNvPr id="8" name="TextBox 7"/>
          <p:cNvSpPr txBox="1"/>
          <p:nvPr/>
        </p:nvSpPr>
        <p:spPr>
          <a:xfrm>
            <a:off x="6254496" y="2114092"/>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Only statements II and IV are correct</a:t>
            </a:r>
          </a:p>
        </p:txBody>
      </p:sp>
      <p:sp>
        <p:nvSpPr>
          <p:cNvPr id="9" name="TextBox 8"/>
          <p:cNvSpPr txBox="1"/>
          <p:nvPr/>
        </p:nvSpPr>
        <p:spPr>
          <a:xfrm>
            <a:off x="457200" y="2681020"/>
            <a:ext cx="5477256"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Only statements I and II are correct</a:t>
            </a:r>
          </a:p>
        </p:txBody>
      </p:sp>
      <p:sp>
        <p:nvSpPr>
          <p:cNvPr id="10" name="TextBox 9"/>
          <p:cNvSpPr txBox="1"/>
          <p:nvPr/>
        </p:nvSpPr>
        <p:spPr>
          <a:xfrm>
            <a:off x="6254496" y="2681020"/>
            <a:ext cx="5477256"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Only statements I and IV are correct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Following particles are moving with same speed, which one of them has longest de Broglie wavelength?</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proton</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neutron</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alpha particle</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electron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Macroscopic particles in our daily life do not show wave-like properties because</a:t>
            </a:r>
          </a:p>
        </p:txBody>
      </p:sp>
      <p:sp>
        <p:nvSpPr>
          <p:cNvPr id="7" name="TextBox 6"/>
          <p:cNvSpPr txBox="1"/>
          <p:nvPr/>
        </p:nvSpPr>
        <p:spPr>
          <a:xfrm>
            <a:off x="457200"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they are not associated with waves</a:t>
            </a:r>
          </a:p>
        </p:txBody>
      </p:sp>
      <p:sp>
        <p:nvSpPr>
          <p:cNvPr id="8" name="TextBox 7"/>
          <p:cNvSpPr txBox="1"/>
          <p:nvPr/>
        </p:nvSpPr>
        <p:spPr>
          <a:xfrm>
            <a:off x="6254496"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their wavelength is extremely high</a:t>
            </a:r>
          </a:p>
        </p:txBody>
      </p:sp>
      <p:sp>
        <p:nvSpPr>
          <p:cNvPr id="9" name="TextBox 8"/>
          <p:cNvSpPr txBox="1"/>
          <p:nvPr/>
        </p:nvSpPr>
        <p:spPr>
          <a:xfrm>
            <a:off x="457200"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their wavelength is zero</a:t>
            </a:r>
          </a:p>
        </p:txBody>
      </p:sp>
      <p:sp>
        <p:nvSpPr>
          <p:cNvPr id="10" name="TextBox 9"/>
          <p:cNvSpPr txBox="1"/>
          <p:nvPr/>
        </p:nvSpPr>
        <p:spPr>
          <a:xfrm>
            <a:off x="6254496"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their wavelength is negligibly small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913485"/>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I</m:t>
                    </m:r>
                    <m:r>
                      <m:t>f</m:t>
                    </m:r>
                    <m:r>
                      <m:t>P</m:t>
                    </m:r>
                    <m:r>
                      <m:t>l</m:t>
                    </m:r>
                    <m:r>
                      <m:t>a</m:t>
                    </m:r>
                    <m:r>
                      <m:t>n</m:t>
                    </m:r>
                    <m:r>
                      <m:t>c</m:t>
                    </m:r>
                    <m:sSup>
                      <m:e>
                        <m:r>
                          <m:t>k</m:t>
                        </m:r>
                      </m:e>
                      <m:sup>
                        <m:r>
                          <m:rPr>
                            <m:sty m:val="p"/>
                          </m:rPr>
                          <m:t>′</m:t>
                        </m:r>
                      </m:sup>
                    </m:sSup>
                    <m:r>
                      <m:t>s</m:t>
                    </m:r>
                    <m:r>
                      <m:t>c</m:t>
                    </m:r>
                    <m:r>
                      <m:t>o</m:t>
                    </m:r>
                    <m:r>
                      <m:t>n</m:t>
                    </m:r>
                    <m:r>
                      <m:t>s</m:t>
                    </m:r>
                    <m:r>
                      <m:t>t</m:t>
                    </m:r>
                    <m:r>
                      <m:t>a</m:t>
                    </m:r>
                    <m:r>
                      <m:t>n</m:t>
                    </m:r>
                    <m:r>
                      <m:t>t</m:t>
                    </m:r>
                    <m:r>
                      <m:t>a</m:t>
                    </m:r>
                    <m:r>
                      <m:t>n</m:t>
                    </m:r>
                    <m:r>
                      <m:t>d</m:t>
                    </m:r>
                    <m:r>
                      <m:t>b</m:t>
                    </m:r>
                    <m:r>
                      <m:t>a</m:t>
                    </m:r>
                    <m:r>
                      <m:t>s</m:t>
                    </m:r>
                    <m:r>
                      <m:t>i</m:t>
                    </m:r>
                    <m:r>
                      <m:t>c</m:t>
                    </m:r>
                    <m:r>
                      <m:t>u</m:t>
                    </m:r>
                    <m:r>
                      <m:t>n</m:t>
                    </m:r>
                    <m:r>
                      <m:t>i</m:t>
                    </m:r>
                    <m:r>
                      <m:t>t</m:t>
                    </m:r>
                    <m:r>
                      <m:t>o</m:t>
                    </m:r>
                    <m:r>
                      <m:t>f</m:t>
                    </m:r>
                    <m:r>
                      <m:t>e</m:t>
                    </m:r>
                    <m:r>
                      <m:t>l</m:t>
                    </m:r>
                    <m:r>
                      <m:t>e</m:t>
                    </m:r>
                    <m:r>
                      <m:t>c</m:t>
                    </m:r>
                    <m:r>
                      <m:t>t</m:t>
                    </m:r>
                    <m:r>
                      <m:t>r</m:t>
                    </m:r>
                    <m:r>
                      <m:t>i</m:t>
                    </m:r>
                    <m:r>
                      <m:t>c</m:t>
                    </m:r>
                    <m:r>
                      <m:t>c</m:t>
                    </m:r>
                    <m:r>
                      <m:t>h</m:t>
                    </m:r>
                    <m:r>
                      <m:t>a</m:t>
                    </m:r>
                    <m:r>
                      <m:t>r</m:t>
                    </m:r>
                    <m:r>
                      <m:t>g</m:t>
                    </m:r>
                    <m:r>
                      <m:t>e</m:t>
                    </m:r>
                    <m:r>
                      <m:t>a</m:t>
                    </m:r>
                    <m:r>
                      <m:t>r</m:t>
                    </m:r>
                    <m:sSup>
                      <m:e>
                        <m:r>
                          <m:t>e</m:t>
                        </m:r>
                      </m:e>
                      <m:sup>
                        <m:r>
                          <m:rPr>
                            <m:sty m:val="p"/>
                          </m:rPr>
                          <m:t>′</m:t>
                        </m:r>
                      </m:sup>
                    </m:sSup>
                    <m:sSup>
                      <m:e>
                        <m:r>
                          <m:t>h</m:t>
                        </m:r>
                      </m:e>
                      <m:sup>
                        <m:r>
                          <m:rPr>
                            <m:sty m:val="p"/>
                          </m:rPr>
                          <m:t>′</m:t>
                        </m:r>
                      </m:sup>
                    </m:sSup>
                    <m:r>
                      <m:t>a</m:t>
                    </m:r>
                    <m:r>
                      <m:t>n</m:t>
                    </m:r>
                    <m:sSup>
                      <m:e>
                        <m:r>
                          <m:t>d</m:t>
                        </m:r>
                      </m:e>
                      <m:sup>
                        <m:r>
                          <m:rPr>
                            <m:sty m:val="p"/>
                          </m:rPr>
                          <m:t>′</m:t>
                        </m:r>
                      </m:sup>
                    </m:sSup>
                    <m:sSup>
                      <m:e>
                        <m:r>
                          <m:t>e</m:t>
                        </m:r>
                      </m:e>
                      <m:sup>
                        <m:r>
                          <m:rPr>
                            <m:sty m:val="p"/>
                          </m:rPr>
                          <m:t>′</m:t>
                        </m:r>
                      </m:sup>
                    </m:sSup>
                    <m:r>
                      <m:t>r</m:t>
                    </m:r>
                    <m:r>
                      <m:t>e</m:t>
                    </m:r>
                    <m:r>
                      <m:t>s</m:t>
                    </m:r>
                    <m:r>
                      <m:t>p</m:t>
                    </m:r>
                    <m:r>
                      <m:t>e</m:t>
                    </m:r>
                    <m:r>
                      <m:t>c</m:t>
                    </m:r>
                    <m:r>
                      <m:t>t</m:t>
                    </m:r>
                    <m:r>
                      <m:t>i</m:t>
                    </m:r>
                    <m:r>
                      <m:t>v</m:t>
                    </m:r>
                    <m:r>
                      <m:t>e</m:t>
                    </m:r>
                    <m:r>
                      <m:t>l</m:t>
                    </m:r>
                    <m:r>
                      <m:t>y</m:t>
                    </m:r>
                    <m:r>
                      <m:rPr>
                        <m:sty m:val="p"/>
                      </m:rPr>
                      <m:t>,</m:t>
                    </m:r>
                    <m:r>
                      <m:t>t</m:t>
                    </m:r>
                    <m:r>
                      <m:t>h</m:t>
                    </m:r>
                    <m:r>
                      <m:t>e</m:t>
                    </m:r>
                    <m:r>
                      <m:t>n</m:t>
                    </m:r>
                    <m:r>
                      <m:t>i</m:t>
                    </m:r>
                    <m:r>
                      <m:t>n</m:t>
                    </m:r>
                    <m:r>
                      <m:t>p</m:t>
                    </m:r>
                    <m:r>
                      <m:t>h</m:t>
                    </m:r>
                    <m:r>
                      <m:t>o</m:t>
                    </m:r>
                    <m:r>
                      <m:t>t</m:t>
                    </m:r>
                    <m:r>
                      <m:t>o</m:t>
                    </m:r>
                    <m:r>
                      <m:t>e</m:t>
                    </m:r>
                    <m:r>
                      <m:t>l</m:t>
                    </m:r>
                    <m:r>
                      <m:t>e</m:t>
                    </m:r>
                    <m:r>
                      <m:t>c</m:t>
                    </m:r>
                    <m:r>
                      <m:t>t</m:t>
                    </m:r>
                    <m:r>
                      <m:t>r</m:t>
                    </m:r>
                    <m:r>
                      <m:t>i</m:t>
                    </m:r>
                    <m:r>
                      <m:t>c</m:t>
                    </m:r>
                    <m:r>
                      <m:t>e</m:t>
                    </m:r>
                    <m:r>
                      <m:t>f</m:t>
                    </m:r>
                    <m:r>
                      <m:t>f</m:t>
                    </m:r>
                    <m:r>
                      <m:t>e</m:t>
                    </m:r>
                    <m:r>
                      <m:t>c</m:t>
                    </m:r>
                    <m:r>
                      <m:t>t</m:t>
                    </m:r>
                    <m:r>
                      <m:rPr>
                        <m:sty m:val="p"/>
                      </m:rPr>
                      <m:t>,</m:t>
                    </m:r>
                    <m:r>
                      <m:t>t</m:t>
                    </m:r>
                    <m:r>
                      <m:t>h</m:t>
                    </m:r>
                    <m:r>
                      <m:t>e</m:t>
                    </m:r>
                    <m:r>
                      <m:t>g</m:t>
                    </m:r>
                    <m:r>
                      <m:t>r</m:t>
                    </m:r>
                    <m:r>
                      <m:t>a</m:t>
                    </m:r>
                    <m:r>
                      <m:t>p</m:t>
                    </m:r>
                    <m:r>
                      <m:t>h</m:t>
                    </m:r>
                    <m:r>
                      <m:t>b</m:t>
                    </m:r>
                    <m:r>
                      <m:t>e</m:t>
                    </m:r>
                    <m:r>
                      <m:t>t</m:t>
                    </m:r>
                    <m:r>
                      <m:t>w</m:t>
                    </m:r>
                    <m:r>
                      <m:t>e</m:t>
                    </m:r>
                    <m:r>
                      <m:t>e</m:t>
                    </m:r>
                    <m:r>
                      <m:t>n</m:t>
                    </m:r>
                    <m:r>
                      <m:t>s</m:t>
                    </m:r>
                    <m:r>
                      <m:t>t</m:t>
                    </m:r>
                    <m:r>
                      <m:t>o</m:t>
                    </m:r>
                    <m:r>
                      <m:t>p</m:t>
                    </m:r>
                    <m:r>
                      <m:t>p</m:t>
                    </m:r>
                    <m:r>
                      <m:t>i</m:t>
                    </m:r>
                    <m:r>
                      <m:t>n</m:t>
                    </m:r>
                    <m:r>
                      <m:t>g</m:t>
                    </m:r>
                    <m:r>
                      <m:t>p</m:t>
                    </m:r>
                    <m:r>
                      <m:t>o</m:t>
                    </m:r>
                    <m:r>
                      <m:t>t</m:t>
                    </m:r>
                    <m:r>
                      <m:t>e</m:t>
                    </m:r>
                    <m:r>
                      <m:t>n</m:t>
                    </m:r>
                    <m:r>
                      <m:t>t</m:t>
                    </m:r>
                    <m:r>
                      <m:t>i</m:t>
                    </m:r>
                    <m:r>
                      <m:t>a</m:t>
                    </m:r>
                    <m:r>
                      <m:t>l</m:t>
                    </m:r>
                    <m:r>
                      <m:rPr>
                        <m:sty m:val="p"/>
                      </m:rPr>
                      <m:t>(</m:t>
                    </m:r>
                    <m:r>
                      <m:t>V</m:t>
                    </m:r>
                    <m:r>
                      <m:t>0</m:t>
                    </m:r>
                    <m:r>
                      <m:rPr>
                        <m:sty m:val="p"/>
                      </m:rPr>
                      <m:t>)</m:t>
                    </m:r>
                    <m:r>
                      <m:t>a</m:t>
                    </m:r>
                    <m:r>
                      <m:t>n</m:t>
                    </m:r>
                    <m:r>
                      <m:t>d</m:t>
                    </m:r>
                    <m:r>
                      <m:t>f</m:t>
                    </m:r>
                    <m:r>
                      <m:t>r</m:t>
                    </m:r>
                    <m:r>
                      <m:t>e</m:t>
                    </m:r>
                    <m:r>
                      <m:t>q</m:t>
                    </m:r>
                    <m:r>
                      <m:t>u</m:t>
                    </m:r>
                    <m:r>
                      <m:t>e</m:t>
                    </m:r>
                    <m:r>
                      <m:t>n</m:t>
                    </m:r>
                    <m:r>
                      <m:t>c</m:t>
                    </m:r>
                    <m:r>
                      <m:t>y</m:t>
                    </m:r>
                    <m:r>
                      <m:rPr>
                        <m:sty m:val="p"/>
                      </m:rPr>
                      <m:t>(</m:t>
                    </m:r>
                    <m:r>
                      <m:t>γ</m:t>
                    </m:r>
                    <m:r>
                      <m:rPr>
                        <m:sty m:val="p"/>
                      </m:rPr>
                      <m:t>)</m:t>
                    </m:r>
                    <m:r>
                      <m:t>i</m:t>
                    </m:r>
                    <m:r>
                      <m:t>s</m:t>
                    </m:r>
                    <m:r>
                      <m:t>a</m:t>
                    </m:r>
                    <m:r>
                      <m:t>s</m:t>
                    </m:r>
                    <m:r>
                      <m:t>t</m:t>
                    </m:r>
                    <m:r>
                      <m:t>r</m:t>
                    </m:r>
                    <m:r>
                      <m:t>a</m:t>
                    </m:r>
                    <m:r>
                      <m:t>i</m:t>
                    </m:r>
                    <m:r>
                      <m:t>g</m:t>
                    </m:r>
                    <m:r>
                      <m:t>h</m:t>
                    </m:r>
                    <m:r>
                      <m:t>t</m:t>
                    </m:r>
                    <m:r>
                      <m:t>l</m:t>
                    </m:r>
                    <m:r>
                      <m:t>i</m:t>
                    </m:r>
                    <m:r>
                      <m:t>n</m:t>
                    </m:r>
                    <m:r>
                      <m:t>e</m:t>
                    </m:r>
                    <m:r>
                      <m:t>w</m:t>
                    </m:r>
                    <m:r>
                      <m:t>i</m:t>
                    </m:r>
                    <m:r>
                      <m:t>t</m:t>
                    </m:r>
                    <m:r>
                      <m:t>h</m:t>
                    </m:r>
                    <m:r>
                      <m:t>s</m:t>
                    </m:r>
                    <m:r>
                      <m:t>l</m:t>
                    </m:r>
                    <m:r>
                      <m:t>o</m:t>
                    </m:r>
                    <m:r>
                      <m:t>p</m:t>
                    </m:r>
                    <m:r>
                      <m:t>e</m:t>
                    </m:r>
                    <m:r>
                      <m:t>e</m:t>
                    </m:r>
                    <m:r>
                      <m:t>q</m:t>
                    </m:r>
                    <m:r>
                      <m:t>u</m:t>
                    </m:r>
                    <m:r>
                      <m:t>a</m:t>
                    </m:r>
                    <m:r>
                      <m:t>l</m:t>
                    </m:r>
                    <m:r>
                      <m:t>t</m:t>
                    </m:r>
                    <m:sSub>
                      <m:e>
                        <m:r>
                          <m:t>o</m:t>
                        </m:r>
                      </m:e>
                      <m:sub>
                        <m:sSub>
                          <m:e>
                            <m:r>
                              <m:t>​</m:t>
                            </m:r>
                          </m:e>
                          <m:sub>
                            <m:sSub>
                              <m:e>
                                <m:r>
                                  <m:t>​</m:t>
                                </m:r>
                              </m:e>
                              <m:sub>
                                <m:sSub>
                                  <m:e>
                                    <m:r>
                                      <m:t>​</m:t>
                                    </m:r>
                                  </m:e>
                                  <m:sub>
                                    <m:sSub>
                                      <m:e>
                                        <m:r>
                                          <m:t>​</m:t>
                                        </m:r>
                                      </m:e>
                                      <m:sub>
                                        <m:sSub>
                                          <m:e>
                                            <m:r>
                                              <m:t>​</m:t>
                                            </m:r>
                                          </m:e>
                                          <m:sub>
                                            <m:sSub>
                                              <m:e>
                                                <m:r>
                                                  <m:t>​</m:t>
                                                </m:r>
                                              </m:e>
                                              <m:sub>
                                                <m:r>
                                                  <m:rPr>
                                                    <m:sty m:val="p"/>
                                                  </m:rPr>
                                                  <m:t>.</m:t>
                                                </m:r>
                                              </m:sub>
                                            </m:sSub>
                                          </m:sub>
                                        </m:sSub>
                                      </m:sub>
                                    </m:sSub>
                                  </m:sub>
                                </m:sSub>
                              </m:sub>
                            </m:sSub>
                          </m:sub>
                        </m:sSub>
                      </m:sub>
                    </m:sSub>
                  </m:oMath>
                </a14:m>
              </mc:Choice>
            </mc:AlternateContent>
            <a:r>
              <a:rPr lang="en-US" sz="1800" b="1">
                <a:solidFill>
                  <a:srgbClr val="FAD02C"/>
                </a:solidFill>
                <a:latin typeface="Arial"/>
              </a:rPr>
              <a:t>​</a:t>
            </a:r>
          </a:p>
        </p:txBody>
      </p:sp>
      <p:sp>
        <p:nvSpPr>
          <p:cNvPr id="7" name="TextBox 6"/>
          <p:cNvSpPr txBox="1"/>
          <p:nvPr/>
        </p:nvSpPr>
        <p:spPr>
          <a:xfrm>
            <a:off x="457200"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h/e</a:t>
            </a:r>
          </a:p>
        </p:txBody>
      </p:sp>
      <p:sp>
        <p:nvSpPr>
          <p:cNvPr id="8" name="TextBox 7"/>
          <p:cNvSpPr txBox="1"/>
          <p:nvPr/>
        </p:nvSpPr>
        <p:spPr>
          <a:xfrm>
            <a:off x="3321558"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e/h</a:t>
            </a:r>
          </a:p>
        </p:txBody>
      </p:sp>
      <p:sp>
        <p:nvSpPr>
          <p:cNvPr id="9" name="TextBox 8"/>
          <p:cNvSpPr txBox="1"/>
          <p:nvPr/>
        </p:nvSpPr>
        <p:spPr>
          <a:xfrm>
            <a:off x="6185916"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e</a:t>
            </a:r>
          </a:p>
        </p:txBody>
      </p:sp>
      <p:sp>
        <p:nvSpPr>
          <p:cNvPr id="10" name="TextBox 9"/>
          <p:cNvSpPr txBox="1"/>
          <p:nvPr/>
        </p:nvSpPr>
        <p:spPr>
          <a:xfrm>
            <a:off x="9050274"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Emission of electrons from a metal surface by heating is called as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Photo-electric emission</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Secondary emission</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Field emission</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Thermionic emission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A ball is dropped from a certain height and it falls freely under gravity. During the fall, the de Broglie wavelength associated with it</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keeps increasing</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keeps decreasing</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is zero</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may increase or decrease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An α-particle, a proton, an electron and a neutron are moving with the same velocity. Then the particle having longest de Broglie wavelength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proton.</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electron.</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neutron.</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α-particle.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2026-2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An α-particle, a proton, an electron and a neutron are moving with the same speed. Then the particle having shortest de Broglie wavelength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proton.</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electron.</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neutron.</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α-particle.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2025-3,2026-1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I</m:t>
                    </m:r>
                    <m:r>
                      <m:t>n</m:t>
                    </m:r>
                    <m:r>
                      <m:t>i</m:t>
                    </m:r>
                    <m:r>
                      <m:t>n</m:t>
                    </m:r>
                    <m:r>
                      <m:t>t</m:t>
                    </m:r>
                    <m:r>
                      <m:t>e</m:t>
                    </m:r>
                    <m:r>
                      <m:t>r</m:t>
                    </m:r>
                    <m:r>
                      <m:t>a</m:t>
                    </m:r>
                    <m:r>
                      <m:t>c</m:t>
                    </m:r>
                    <m:r>
                      <m:t>t</m:t>
                    </m:r>
                    <m:r>
                      <m:t>i</m:t>
                    </m:r>
                    <m:r>
                      <m:t>o</m:t>
                    </m:r>
                    <m:r>
                      <m:t>n</m:t>
                    </m:r>
                    <m:r>
                      <m:t>o</m:t>
                    </m:r>
                    <m:r>
                      <m:t>f</m:t>
                    </m:r>
                    <m:r>
                      <m:t>r</m:t>
                    </m:r>
                    <m:r>
                      <m:t>a</m:t>
                    </m:r>
                    <m:r>
                      <m:t>d</m:t>
                    </m:r>
                    <m:r>
                      <m:t>i</m:t>
                    </m:r>
                    <m:r>
                      <m:t>a</m:t>
                    </m:r>
                    <m:r>
                      <m:t>t</m:t>
                    </m:r>
                    <m:r>
                      <m:t>i</m:t>
                    </m:r>
                    <m:r>
                      <m:t>o</m:t>
                    </m:r>
                    <m:r>
                      <m:t>n</m:t>
                    </m:r>
                    <m:r>
                      <m:t>w</m:t>
                    </m:r>
                    <m:r>
                      <m:t>i</m:t>
                    </m:r>
                    <m:r>
                      <m:t>t</m:t>
                    </m:r>
                    <m:r>
                      <m:t>h</m:t>
                    </m:r>
                    <m:r>
                      <m:t>m</m:t>
                    </m:r>
                    <m:r>
                      <m:t>a</m:t>
                    </m:r>
                    <m:r>
                      <m:t>t</m:t>
                    </m:r>
                    <m:r>
                      <m:t>t</m:t>
                    </m:r>
                    <m:r>
                      <m:t>e</m:t>
                    </m:r>
                    <m:r>
                      <m:t>r</m:t>
                    </m:r>
                    <m:r>
                      <m:rPr>
                        <m:sty m:val="p"/>
                      </m:rPr>
                      <m:t>,</m:t>
                    </m:r>
                    <m:r>
                      <m:t>r</m:t>
                    </m:r>
                    <m:r>
                      <m:t>a</m:t>
                    </m:r>
                    <m:r>
                      <m:t>d</m:t>
                    </m:r>
                    <m:r>
                      <m:t>i</m:t>
                    </m:r>
                    <m:r>
                      <m:t>a</m:t>
                    </m:r>
                    <m:r>
                      <m:t>t</m:t>
                    </m:r>
                    <m:r>
                      <m:t>i</m:t>
                    </m:r>
                    <m:r>
                      <m:t>o</m:t>
                    </m:r>
                    <m:r>
                      <m:t>n</m:t>
                    </m:r>
                    <m:r>
                      <m:t>b</m:t>
                    </m:r>
                    <m:r>
                      <m:t>e</m:t>
                    </m:r>
                    <m:r>
                      <m:t>h</m:t>
                    </m:r>
                    <m:r>
                      <m:t>a</m:t>
                    </m:r>
                    <m:r>
                      <m:t>v</m:t>
                    </m:r>
                    <m:r>
                      <m:t>e</m:t>
                    </m:r>
                    <m:r>
                      <m:t>s</m:t>
                    </m:r>
                    <m:r>
                      <m:t>a</m:t>
                    </m:r>
                    <m:r>
                      <m:t>s</m:t>
                    </m:r>
                    <m:r>
                      <m:t>i</m:t>
                    </m:r>
                    <m:r>
                      <m:t>f</m:t>
                    </m:r>
                    <m:r>
                      <m:t>i</m:t>
                    </m:r>
                    <m:r>
                      <m:t>t</m:t>
                    </m:r>
                    <m:r>
                      <m:t>i</m:t>
                    </m:r>
                    <m:r>
                      <m:t>s</m:t>
                    </m:r>
                    <m:r>
                      <m:t>m</m:t>
                    </m:r>
                    <m:r>
                      <m:t>a</m:t>
                    </m:r>
                    <m:r>
                      <m:t>d</m:t>
                    </m:r>
                    <m:r>
                      <m:t>e</m:t>
                    </m:r>
                    <m:r>
                      <m:t>u</m:t>
                    </m:r>
                    <m:r>
                      <m:t>p</m:t>
                    </m:r>
                    <m:r>
                      <m:t>o</m:t>
                    </m:r>
                    <m:r>
                      <m:t>f</m:t>
                    </m:r>
                    <m:r>
                      <m:t>p</m:t>
                    </m:r>
                    <m:r>
                      <m:t>a</m:t>
                    </m:r>
                    <m:r>
                      <m:t>c</m:t>
                    </m:r>
                    <m:r>
                      <m:t>k</m:t>
                    </m:r>
                    <m:r>
                      <m:t>e</m:t>
                    </m:r>
                    <m:r>
                      <m:t>t</m:t>
                    </m:r>
                    <m:r>
                      <m:t>o</m:t>
                    </m:r>
                    <m:r>
                      <m:t>f</m:t>
                    </m:r>
                    <m:r>
                      <m:t>e</m:t>
                    </m:r>
                    <m:r>
                      <m:t>n</m:t>
                    </m:r>
                    <m:r>
                      <m:t>e</m:t>
                    </m:r>
                    <m:r>
                      <m:t>r</m:t>
                    </m:r>
                    <m:r>
                      <m:t>g</m:t>
                    </m:r>
                    <m:r>
                      <m:t>y</m:t>
                    </m:r>
                    <m:r>
                      <m:t>c</m:t>
                    </m:r>
                    <m:r>
                      <m:t>a</m:t>
                    </m:r>
                    <m:r>
                      <m:t>l</m:t>
                    </m:r>
                    <m:r>
                      <m:t>l</m:t>
                    </m:r>
                    <m:r>
                      <m:t>e</m:t>
                    </m:r>
                    <m:sSub>
                      <m:e>
                        <m:r>
                          <m:t>d</m:t>
                        </m:r>
                      </m:e>
                      <m:sub>
                        <m:sSub>
                          <m:e>
                            <m:r>
                              <m:t>​</m:t>
                            </m:r>
                          </m:e>
                          <m:sub>
                            <m:sSub>
                              <m:e>
                                <m:r>
                                  <m:t>​</m:t>
                                </m:r>
                              </m:e>
                              <m:sub>
                                <m:sSub>
                                  <m:e>
                                    <m:r>
                                      <m:t>​</m:t>
                                    </m:r>
                                  </m:e>
                                  <m:sub>
                                    <m:sSub>
                                      <m:e>
                                        <m:r>
                                          <m:t>​</m:t>
                                        </m:r>
                                      </m:e>
                                      <m:sub>
                                        <m:sSub>
                                          <m:e>
                                            <m:r>
                                              <m:t>​</m:t>
                                            </m:r>
                                          </m:e>
                                          <m:sub>
                                            <m:r>
                                              <m:rPr>
                                                <m:sty m:val="p"/>
                                              </m:rPr>
                                              <m:t>.</m:t>
                                            </m:r>
                                          </m:sub>
                                        </m:sSub>
                                      </m:sub>
                                    </m:sSub>
                                  </m:sub>
                                </m:sSub>
                              </m:sub>
                            </m:sSub>
                          </m:sub>
                        </m:sSub>
                      </m:sub>
                    </m:sSub>
                  </m:oMath>
                </a14:m>
              </mc:Choice>
            </mc:AlternateContent>
            <a:r>
              <a:rPr lang="en-US" sz="1800" b="1">
                <a:solidFill>
                  <a:srgbClr val="FAD02C"/>
                </a:solidFill>
                <a:latin typeface="Arial"/>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P</m:t>
                    </m:r>
                    <m:r>
                      <m:t>h</m:t>
                    </m:r>
                    <m:r>
                      <m:t>o</m:t>
                    </m:r>
                    <m:r>
                      <m:t>t</m:t>
                    </m:r>
                    <m:r>
                      <m:t>o</m:t>
                    </m:r>
                    <m:r>
                      <m:t>e</m:t>
                    </m:r>
                    <m:r>
                      <m:t>l</m:t>
                    </m:r>
                    <m:r>
                      <m:t>e</m:t>
                    </m:r>
                    <m:r>
                      <m:t>c</m:t>
                    </m:r>
                    <m:r>
                      <m:t>t</m:t>
                    </m:r>
                    <m:r>
                      <m:t>r</m:t>
                    </m:r>
                    <m:r>
                      <m:t>i</m:t>
                    </m:r>
                    <m:r>
                      <m:t>c</m:t>
                    </m:r>
                    <m:r>
                      <m:t>e</m:t>
                    </m:r>
                    <m:r>
                      <m:t>f</m:t>
                    </m:r>
                    <m:r>
                      <m:t>f</m:t>
                    </m:r>
                    <m:r>
                      <m:t>e</m:t>
                    </m:r>
                    <m:r>
                      <m:t>c</m:t>
                    </m:r>
                    <m:r>
                      <m:t>t</m:t>
                    </m:r>
                    <m:r>
                      <m:t>i</m:t>
                    </m:r>
                    <m:r>
                      <m:t>s</m:t>
                    </m:r>
                    <m:r>
                      <m:t>a</m:t>
                    </m:r>
                    <m:r>
                      <m:rPr>
                        <m:sty m:val="p"/>
                      </m:rPr>
                      <m:t>/</m:t>
                    </m:r>
                    <m:r>
                      <m:t>a</m:t>
                    </m:r>
                    <m:sSub>
                      <m:e>
                        <m:r>
                          <m:t>n</m:t>
                        </m:r>
                      </m:e>
                      <m:sub>
                        <m:sSub>
                          <m:e>
                            <m:r>
                              <m:t>​</m:t>
                            </m:r>
                          </m:e>
                          <m:sub>
                            <m:sSub>
                              <m:e>
                                <m:r>
                                  <m:t>​</m:t>
                                </m:r>
                              </m:e>
                              <m:sub>
                                <m:sSub>
                                  <m:e>
                                    <m:r>
                                      <m:t>​</m:t>
                                    </m:r>
                                  </m:e>
                                  <m:sub>
                                    <m:sSub>
                                      <m:e>
                                        <m:r>
                                          <m:t>​</m:t>
                                        </m:r>
                                      </m:e>
                                      <m:sub>
                                        <m:sSub>
                                          <m:e>
                                            <m:r>
                                              <m:t>​</m:t>
                                            </m:r>
                                          </m:e>
                                          <m:sub>
                                            <m:sSub>
                                              <m:e>
                                                <m:r>
                                                  <m:t>​</m:t>
                                                </m:r>
                                              </m:e>
                                              <m:sub>
                                                <m:sSub>
                                                  <m:e>
                                                    <m:r>
                                                      <m:t>​</m:t>
                                                    </m:r>
                                                  </m:e>
                                                  <m:sub>
                                                    <m:sSub>
                                                      <m:e>
                                                        <m:r>
                                                          <m:t>​</m:t>
                                                        </m:r>
                                                      </m:e>
                                                      <m:sub>
                                                        <m:sSub>
                                                          <m:e>
                                                            <m:r>
                                                              <m:t>​</m:t>
                                                            </m:r>
                                                          </m:e>
                                                          <m:sub>
                                                            <m:sSub>
                                                              <m:e>
                                                                <m:r>
                                                                  <m:t>​</m:t>
                                                                </m:r>
                                                              </m:e>
                                                              <m:sub>
                                                                <m:sSub>
                                                                  <m:e>
                                                                    <m:r>
                                                                      <m:t>​</m:t>
                                                                    </m:r>
                                                                  </m:e>
                                                                  <m:sub>
                                                                    <m:sSub>
                                                                      <m:e>
                                                                        <m:r>
                                                                          <m:t>​</m:t>
                                                                        </m:r>
                                                                      </m:e>
                                                                      <m:sub>
                                                                        <m:r>
                                                                          <m:t>e</m:t>
                                                                        </m:r>
                                                                      </m:sub>
                                                                    </m:sSub>
                                                                  </m:sub>
                                                                </m:sSub>
                                                              </m:sub>
                                                            </m:sSub>
                                                          </m:sub>
                                                        </m:sSub>
                                                      </m:sub>
                                                    </m:sSub>
                                                  </m:sub>
                                                </m:sSub>
                                              </m:sub>
                                            </m:sSub>
                                          </m:sub>
                                        </m:sSub>
                                      </m:sub>
                                    </m:sSub>
                                  </m:sub>
                                </m:sSub>
                              </m:sub>
                            </m:sSub>
                          </m:sub>
                        </m:sSub>
                      </m:sub>
                    </m:sSub>
                    <m:r>
                      <m:t>f</m:t>
                    </m:r>
                    <m:r>
                      <m:t>f</m:t>
                    </m:r>
                    <m:r>
                      <m:t>e</m:t>
                    </m:r>
                    <m:r>
                      <m:t>c</m:t>
                    </m:r>
                    <m:r>
                      <m:t>t</m:t>
                    </m:r>
                    <m:r>
                      <m:rPr>
                        <m:sty m:val="p"/>
                      </m:rPr>
                      <m:t>.</m:t>
                    </m:r>
                  </m:oMath>
                </a14:m>
              </mc:Choice>
            </mc:AlternateContent>
            <a:r>
              <a:rPr lang="en-US" sz="1800" b="1">
                <a:solidFill>
                  <a:srgbClr val="FAD02C"/>
                </a:solidFill>
                <a:latin typeface="Arial"/>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2026-2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t</m:t>
                    </m:r>
                    <m:r>
                      <m:t>i</m:t>
                    </m:r>
                    <m:r>
                      <m:t>n</m:t>
                    </m:r>
                    <m:r>
                      <m:t>y</m:t>
                    </m:r>
                    <m:r>
                      <m:t>p</m:t>
                    </m:r>
                    <m:r>
                      <m:t>a</m:t>
                    </m:r>
                    <m:r>
                      <m:t>c</m:t>
                    </m:r>
                    <m:r>
                      <m:t>k</m:t>
                    </m:r>
                    <m:r>
                      <m:t>e</m:t>
                    </m:r>
                    <m:r>
                      <m:t>t</m:t>
                    </m:r>
                    <m:r>
                      <m:t>o</m:t>
                    </m:r>
                    <m:r>
                      <m:t>f</m:t>
                    </m:r>
                    <m:r>
                      <m:t>e</m:t>
                    </m:r>
                    <m:r>
                      <m:t>n</m:t>
                    </m:r>
                    <m:r>
                      <m:t>e</m:t>
                    </m:r>
                    <m:r>
                      <m:t>r</m:t>
                    </m:r>
                    <m:r>
                      <m:t>g</m:t>
                    </m:r>
                    <m:r>
                      <m:t>y</m:t>
                    </m:r>
                    <m:r>
                      <m:t>o</m:t>
                    </m:r>
                    <m:r>
                      <m:t>f</m:t>
                    </m:r>
                    <m:r>
                      <m:t>l</m:t>
                    </m:r>
                    <m:r>
                      <m:t>i</m:t>
                    </m:r>
                    <m:r>
                      <m:t>g</m:t>
                    </m:r>
                    <m:r>
                      <m:t>h</m:t>
                    </m:r>
                    <m:r>
                      <m:t>t</m:t>
                    </m:r>
                    <m:r>
                      <m:t>i</m:t>
                    </m:r>
                    <m:r>
                      <m:t>s</m:t>
                    </m:r>
                    <m:r>
                      <m:t>c</m:t>
                    </m:r>
                    <m:r>
                      <m:t>a</m:t>
                    </m:r>
                    <m:r>
                      <m:t>l</m:t>
                    </m:r>
                    <m:r>
                      <m:t>l</m:t>
                    </m:r>
                    <m:r>
                      <m:t>e</m:t>
                    </m:r>
                    <m:sSub>
                      <m:e>
                        <m:r>
                          <m:t>d</m:t>
                        </m:r>
                      </m:e>
                      <m:sub>
                        <m:sSub>
                          <m:e>
                            <m:r>
                              <m:t>​</m:t>
                            </m:r>
                          </m:e>
                          <m:sub>
                            <m:sSub>
                              <m:e>
                                <m:r>
                                  <m:t>​</m:t>
                                </m:r>
                              </m:e>
                              <m:sub>
                                <m:sSub>
                                  <m:e>
                                    <m:r>
                                      <m:t>​</m:t>
                                    </m:r>
                                  </m:e>
                                  <m:sub>
                                    <m:sSub>
                                      <m:e>
                                        <m:r>
                                          <m:t>​</m:t>
                                        </m:r>
                                      </m:e>
                                      <m:sub>
                                        <m:sSub>
                                          <m:e>
                                            <m:r>
                                              <m:t>​</m:t>
                                            </m:r>
                                          </m:e>
                                          <m:sub>
                                            <m:sSub>
                                              <m:e>
                                                <m:r>
                                                  <m:t>​</m:t>
                                                </m:r>
                                              </m:e>
                                              <m:sub>
                                                <m:sSub>
                                                  <m:e>
                                                    <m:r>
                                                      <m:t>​</m:t>
                                                    </m:r>
                                                  </m:e>
                                                  <m:sub>
                                                    <m:r>
                                                      <m:rPr>
                                                        <m:sty m:val="p"/>
                                                      </m:rPr>
                                                      <m:t>.</m:t>
                                                    </m:r>
                                                  </m:sub>
                                                </m:sSub>
                                              </m:sub>
                                            </m:sSub>
                                          </m:sub>
                                        </m:sSub>
                                      </m:sub>
                                    </m:sSub>
                                  </m:sub>
                                </m:sSub>
                              </m:sub>
                            </m:sSub>
                          </m:sub>
                        </m:sSub>
                      </m:sub>
                    </m:sSub>
                  </m:oMath>
                </a14:m>
              </mc:Choice>
            </mc:AlternateContent>
            <a:r>
              <a:rPr lang="en-US" sz="1800" b="1">
                <a:solidFill>
                  <a:srgbClr val="FAD02C"/>
                </a:solidFill>
                <a:latin typeface="Arial"/>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What is the conclusion of Davison and Germar experiment on the nature of electron?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Mention any one type of electron emission.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2019S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What is the rest mass of photon?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How does the stopping potential of a photosensitive material vary with intensity of incident radiation?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Write the expression for the de Broglie wavelength of a particle of mass m moving with a speed 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2014</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Write any two types of electron emission?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Mention two applications of infrared radiation.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2016S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Photoelectric work function
Electron volt(ev)</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2017S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What are De-Broglie Waves? How does the De-Broglie wavelength vary with momentum of moving particle?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Write the expression for de-Broglie wave length of electrons in terms of electric potential and explain the terms used.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An alpha particle, a proton and an electron are moving with equal kinetic energy. Which one of these particles has the longest de Broglie wavelength? Give reason.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2014</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Give three characteristics of photon.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2016S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What are matter waves? Write the expression for De-Broglie wavelength of a particle and explain the terms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5511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2386584" cy="402336"/>
          </a:xfrm>
          <a:prstGeom prst="rect">
            <a:avLst/>
          </a:prstGeom>
          <a:noFill/>
        </p:spPr>
        <p:txBody>
          <a:bodyPr wrap="none" anchor="ctr" lIns="0" rIns="0" tIns="0" bIns="0">
            <a:spAutoFit/>
          </a:bodyPr>
          <a:lstStyle/>
          <a:p>
            <a:pPr algn="l"/>
            <a:r>
              <a:rPr sz="1500" b="1">
                <a:solidFill>
                  <a:srgbClr val="FAD02C"/>
                </a:solidFill>
                <a:latin typeface="Arial"/>
              </a:rPr>
              <a:t>2016,2018S,2025-3,2026-1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Write the experimental observations of photo electric effect.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2017S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the terms: a) Threshold frequency b) Work function c) Stopping potential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2018S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Calculate de Broglie wavelength associated with an electron moving with a speed of 2 × 105 ms-1. Given h = 6.625 × 10-34 JS, m = 9.11 × 10-31 kg.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17043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005840" cy="402336"/>
          </a:xfrm>
          <a:prstGeom prst="rect">
            <a:avLst/>
          </a:prstGeom>
          <a:noFill/>
        </p:spPr>
        <p:txBody>
          <a:bodyPr wrap="none" anchor="ctr" lIns="0" rIns="0" tIns="0" bIns="0">
            <a:spAutoFit/>
          </a:bodyPr>
          <a:lstStyle/>
          <a:p>
            <a:pPr algn="l"/>
            <a:r>
              <a:rPr sz="1500" b="1">
                <a:solidFill>
                  <a:srgbClr val="FAD02C"/>
                </a:solidFill>
                <a:latin typeface="Arial"/>
              </a:rPr>
              <a:t>2017,2019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Write any three experimental observations of photoelectric effect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2019S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Name the three types of electron Emission.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work function. Write Einstein’s photoelectric equation and explain the terms.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Deduce an expression for total energy of electron in an orbit of hydrogen atom in terms of radius of orbit.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3502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70432" cy="402336"/>
          </a:xfrm>
          <a:prstGeom prst="rect">
            <a:avLst/>
          </a:prstGeom>
          <a:noFill/>
        </p:spPr>
        <p:txBody>
          <a:bodyPr wrap="none" anchor="ctr" lIns="0" rIns="0" tIns="0" bIns="0">
            <a:spAutoFit/>
          </a:bodyPr>
          <a:lstStyle/>
          <a:p>
            <a:pPr algn="l"/>
            <a:r>
              <a:rPr sz="1500" b="1">
                <a:solidFill>
                  <a:srgbClr val="FAD02C"/>
                </a:solidFill>
                <a:latin typeface="Arial"/>
              </a:rPr>
              <a:t>2015,2024-1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Write Einstein’s equation of photoelectric effect. Give Einstein’s explanation of photoelectric effect.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Explain Hallwach’s and Lenard’s observations on photoelectric effect.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2015S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Work function
Threshold frequency
Stopping potential.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2016</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Write the experimental observations of photo electric effect.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41732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252728" cy="402336"/>
          </a:xfrm>
          <a:prstGeom prst="rect">
            <a:avLst/>
          </a:prstGeom>
          <a:noFill/>
        </p:spPr>
        <p:txBody>
          <a:bodyPr wrap="none" anchor="ctr" lIns="0" rIns="0" tIns="0" bIns="0">
            <a:spAutoFit/>
          </a:bodyPr>
          <a:lstStyle/>
          <a:p>
            <a:pPr algn="l"/>
            <a:r>
              <a:rPr sz="1500" b="1">
                <a:solidFill>
                  <a:srgbClr val="FAD02C"/>
                </a:solidFill>
                <a:latin typeface="Arial"/>
              </a:rPr>
              <a:t>2022,2024-3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What is photoelectric effect? Write experimental observations of photoelectric effect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41732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252728" cy="402336"/>
          </a:xfrm>
          <a:prstGeom prst="rect">
            <a:avLst/>
          </a:prstGeom>
          <a:noFill/>
        </p:spPr>
        <p:txBody>
          <a:bodyPr wrap="none" anchor="ctr" lIns="0" rIns="0" tIns="0" bIns="0">
            <a:spAutoFit/>
          </a:bodyPr>
          <a:lstStyle/>
          <a:p>
            <a:pPr algn="l"/>
            <a:r>
              <a:rPr sz="1500" b="1">
                <a:solidFill>
                  <a:srgbClr val="FAD02C"/>
                </a:solidFill>
                <a:latin typeface="Arial"/>
              </a:rPr>
              <a:t>2023,2024-2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(i) Give Einstein's explanation of photoelectric effect. (2023)
(ii) Mention any two properties of photons.
a) What is meant by photoelectric effect? (b) Mention any two experimental observations of photoelectric effect.
(c) Write Einstein's photoelectric equation and explain the terms.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167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52144" cy="402336"/>
          </a:xfrm>
          <a:prstGeom prst="rect">
            <a:avLst/>
          </a:prstGeom>
          <a:noFill/>
        </p:spPr>
        <p:txBody>
          <a:bodyPr wrap="none" anchor="ctr" lIns="0" rIns="0" tIns="0" bIns="0">
            <a:spAutoFit/>
          </a:bodyPr>
          <a:lstStyle/>
          <a:p>
            <a:pPr algn="l"/>
            <a:r>
              <a:rPr sz="1500" b="1">
                <a:solidFill>
                  <a:srgbClr val="FAD02C"/>
                </a:solidFill>
                <a:latin typeface="Arial"/>
              </a:rPr>
              <a:t>2014S,2025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work function of cesium metal is 2.14 ev. When light of frequency 6 × 1014 Hz is incident on the metal surface, photoemission of electrons occurs. Find
Energy of incident photons
Maximum kinetic energy of photoelectrons.
Given, Planck’s constant h = 6.63 × 10-34 Js, 1 ev = 1.6 × 10-19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2018</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Light of frequency 8.41 × 1014 Hz is incident on a metal surface. Electrons with their maximum speed of 7.5 × 105 ms-1 are ejected from the surface. Calculate the threshold frequency for photoemission of electrons. Also find the work function of the metal in electron volt (eV). Given Planck’s constant h = 6.625 × 10-34 JS and mass of the electron 9.1 × 10-31 Kg.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Light of frequency 7.21 × 1014 Hz is incident on a metal surface. The cut-off wavelength for
photoelectric emission from the metal surface is 540 nm.
Determine the maximum speed of the photoelectrons emitted from the surface.
(Given: h =6.63 × 10-34 Js, mass of an electron = 9.1 × 10-31 kg).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work function of caesium is 2.14 eV. Find
(a) the threshold frequency for cesium and
(b) the wavelength of the incident light if the photocurrent is brought to zero by a stopping potential of 0.60V.</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work function of a metal is 2.20 eV when radiation of frequency 6.50 × 1014Hz incident on the metal surface photo emission of electrons occurs. Calculate a) energy of incident photon and b) stopping potential of photoelectrons. (Given h = 6.63 × 10–34 Js and
e = 1.6 × 10–19C)</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W</m:t>
                    </m:r>
                    <m:r>
                      <m:t>h</m:t>
                    </m:r>
                    <m:r>
                      <m:t>e</m:t>
                    </m:r>
                    <m:r>
                      <m:t>n</m:t>
                    </m:r>
                    <m:r>
                      <m:t>a</m:t>
                    </m:r>
                    <m:r>
                      <m:t>l</m:t>
                    </m:r>
                    <m:r>
                      <m:t>i</m:t>
                    </m:r>
                    <m:r>
                      <m:t>g</m:t>
                    </m:r>
                    <m:r>
                      <m:t>h</m:t>
                    </m:r>
                    <m:r>
                      <m:t>t</m:t>
                    </m:r>
                    <m:r>
                      <m:t>r</m:t>
                    </m:r>
                    <m:r>
                      <m:t>a</m:t>
                    </m:r>
                    <m:r>
                      <m:t>d</m:t>
                    </m:r>
                    <m:r>
                      <m:t>i</m:t>
                    </m:r>
                    <m:r>
                      <m:t>a</m:t>
                    </m:r>
                    <m:r>
                      <m:t>t</m:t>
                    </m:r>
                    <m:r>
                      <m:t>i</m:t>
                    </m:r>
                    <m:r>
                      <m:t>o</m:t>
                    </m:r>
                    <m:r>
                      <m:t>n</m:t>
                    </m:r>
                    <m:r>
                      <m:t>o</m:t>
                    </m:r>
                    <m:r>
                      <m:t>f</m:t>
                    </m:r>
                    <m:r>
                      <m:t>e</m:t>
                    </m:r>
                    <m:r>
                      <m:t>n</m:t>
                    </m:r>
                    <m:r>
                      <m:t>e</m:t>
                    </m:r>
                    <m:r>
                      <m:t>r</m:t>
                    </m:r>
                    <m:r>
                      <m:t>g</m:t>
                    </m:r>
                    <m:r>
                      <m:t>y</m:t>
                    </m:r>
                    <m:r>
                      <m:t>3</m:t>
                    </m:r>
                    <m:r>
                      <m:t>e</m:t>
                    </m:r>
                    <m:r>
                      <m:t>V</m:t>
                    </m:r>
                    <m:r>
                      <m:t>f</m:t>
                    </m:r>
                    <m:r>
                      <m:t>a</m:t>
                    </m:r>
                    <m:r>
                      <m:t>l</m:t>
                    </m:r>
                    <m:r>
                      <m:t>l</m:t>
                    </m:r>
                    <m:r>
                      <m:t>s</m:t>
                    </m:r>
                    <m:r>
                      <m:t>o</m:t>
                    </m:r>
                    <m:r>
                      <m:t>n</m:t>
                    </m:r>
                    <m:r>
                      <m:t>m</m:t>
                    </m:r>
                    <m:r>
                      <m:t>e</m:t>
                    </m:r>
                    <m:r>
                      <m:t>t</m:t>
                    </m:r>
                    <m:r>
                      <m:t>a</m:t>
                    </m:r>
                    <m:r>
                      <m:t>l</m:t>
                    </m:r>
                    <m:r>
                      <m:t>s</m:t>
                    </m:r>
                    <m:r>
                      <m:t>u</m:t>
                    </m:r>
                    <m:r>
                      <m:t>r</m:t>
                    </m:r>
                    <m:r>
                      <m:t>f</m:t>
                    </m:r>
                    <m:r>
                      <m:t>a</m:t>
                    </m:r>
                    <m:r>
                      <m:t>c</m:t>
                    </m:r>
                    <m:r>
                      <m:t>e</m:t>
                    </m:r>
                    <m:r>
                      <m:rPr>
                        <m:sty m:val="p"/>
                      </m:rPr>
                      <m:t>,</m:t>
                    </m:r>
                    <m:r>
                      <m:t>p</m:t>
                    </m:r>
                    <m:r>
                      <m:t>h</m:t>
                    </m:r>
                    <m:r>
                      <m:t>o</m:t>
                    </m:r>
                    <m:r>
                      <m:t>t</m:t>
                    </m:r>
                    <m:r>
                      <m:t>o</m:t>
                    </m:r>
                    <m:r>
                      <m:t>e</m:t>
                    </m:r>
                    <m:r>
                      <m:t>l</m:t>
                    </m:r>
                    <m:r>
                      <m:t>e</m:t>
                    </m:r>
                    <m:r>
                      <m:t>c</m:t>
                    </m:r>
                    <m:r>
                      <m:t>t</m:t>
                    </m:r>
                    <m:r>
                      <m:t>r</m:t>
                    </m:r>
                    <m:r>
                      <m:t>o</m:t>
                    </m:r>
                    <m:r>
                      <m:t>n</m:t>
                    </m:r>
                    <m:r>
                      <m:t>s</m:t>
                    </m:r>
                    <m:r>
                      <m:t>w</m:t>
                    </m:r>
                    <m:r>
                      <m:t>i</m:t>
                    </m:r>
                    <m:r>
                      <m:t>t</m:t>
                    </m:r>
                    <m:r>
                      <m:t>h</m:t>
                    </m:r>
                    <m:r>
                      <m:t>a</m:t>
                    </m:r>
                    <m:r>
                      <m:t>m</m:t>
                    </m:r>
                    <m:r>
                      <m:t>a</m:t>
                    </m:r>
                    <m:r>
                      <m:t>x</m:t>
                    </m:r>
                    <m:r>
                      <m:t>i</m:t>
                    </m:r>
                    <m:r>
                      <m:t>m</m:t>
                    </m:r>
                    <m:r>
                      <m:t>u</m:t>
                    </m:r>
                    <m:r>
                      <m:t>m</m:t>
                    </m:r>
                    <m:r>
                      <m:t>k</m:t>
                    </m:r>
                    <m:r>
                      <m:t>i</m:t>
                    </m:r>
                    <m:r>
                      <m:t>n</m:t>
                    </m:r>
                    <m:r>
                      <m:t>e</m:t>
                    </m:r>
                    <m:r>
                      <m:t>t</m:t>
                    </m:r>
                    <m:r>
                      <m:t>i</m:t>
                    </m:r>
                    <m:r>
                      <m:t>c</m:t>
                    </m:r>
                    <m:r>
                      <m:t>e</m:t>
                    </m:r>
                    <m:r>
                      <m:t>n</m:t>
                    </m:r>
                    <m:r>
                      <m:t>e</m:t>
                    </m:r>
                    <m:r>
                      <m:t>r</m:t>
                    </m:r>
                    <m:r>
                      <m:t>g</m:t>
                    </m:r>
                    <m:r>
                      <m:t>y</m:t>
                    </m:r>
                    <m:r>
                      <m:t>1</m:t>
                    </m:r>
                    <m:r>
                      <m:t>e</m:t>
                    </m:r>
                    <m:r>
                      <m:t>V</m:t>
                    </m:r>
                    <m:r>
                      <m:t>a</m:t>
                    </m:r>
                    <m:r>
                      <m:t>r</m:t>
                    </m:r>
                    <m:r>
                      <m:t>e</m:t>
                    </m:r>
                    <m:r>
                      <m:t>e</m:t>
                    </m:r>
                    <m:r>
                      <m:t>m</m:t>
                    </m:r>
                    <m:r>
                      <m:t>i</m:t>
                    </m:r>
                    <m:r>
                      <m:t>t</m:t>
                    </m:r>
                    <m:r>
                      <m:t>t</m:t>
                    </m:r>
                    <m:r>
                      <m:t>e</m:t>
                    </m:r>
                    <m:r>
                      <m:t>d</m:t>
                    </m:r>
                    <m:r>
                      <m:t>f</m:t>
                    </m:r>
                    <m:r>
                      <m:t>r</m:t>
                    </m:r>
                    <m:r>
                      <m:t>o</m:t>
                    </m:r>
                    <m:r>
                      <m:t>m</m:t>
                    </m:r>
                    <m:r>
                      <m:t>t</m:t>
                    </m:r>
                    <m:r>
                      <m:t>h</m:t>
                    </m:r>
                    <m:r>
                      <m:t>e</m:t>
                    </m:r>
                    <m:r>
                      <m:t>s</m:t>
                    </m:r>
                    <m:r>
                      <m:t>u</m:t>
                    </m:r>
                    <m:r>
                      <m:t>r</m:t>
                    </m:r>
                    <m:r>
                      <m:t>f</m:t>
                    </m:r>
                    <m:r>
                      <m:t>a</m:t>
                    </m:r>
                    <m:r>
                      <m:t>c</m:t>
                    </m:r>
                    <m:r>
                      <m:t>e</m:t>
                    </m:r>
                    <m:r>
                      <m:rPr>
                        <m:sty m:val="p"/>
                      </m:rPr>
                      <m:t>.</m:t>
                    </m:r>
                    <m:r>
                      <m:t>F</m:t>
                    </m:r>
                    <m:r>
                      <m:t>i</m:t>
                    </m:r>
                    <m:r>
                      <m:t>n</m:t>
                    </m:r>
                    <m:r>
                      <m:t>d</m:t>
                    </m:r>
                    <m:r>
                      <m:t>t</m:t>
                    </m:r>
                    <m:r>
                      <m:t>h</m:t>
                    </m:r>
                    <m:r>
                      <m:t>e</m:t>
                    </m:r>
                    <m:r>
                      <m:t>t</m:t>
                    </m:r>
                    <m:r>
                      <m:t>h</m:t>
                    </m:r>
                    <m:r>
                      <m:t>r</m:t>
                    </m:r>
                    <m:r>
                      <m:t>e</m:t>
                    </m:r>
                    <m:r>
                      <m:t>s</m:t>
                    </m:r>
                    <m:r>
                      <m:t>h</m:t>
                    </m:r>
                    <m:r>
                      <m:t>o</m:t>
                    </m:r>
                    <m:r>
                      <m:t>l</m:t>
                    </m:r>
                    <m:r>
                      <m:t>d</m:t>
                    </m:r>
                    <m:r>
                      <m:t>f</m:t>
                    </m:r>
                    <m:r>
                      <m:t>r</m:t>
                    </m:r>
                    <m:r>
                      <m:t>e</m:t>
                    </m:r>
                    <m:r>
                      <m:t>q</m:t>
                    </m:r>
                    <m:r>
                      <m:t>u</m:t>
                    </m:r>
                    <m:r>
                      <m:t>e</m:t>
                    </m:r>
                    <m:r>
                      <m:t>n</m:t>
                    </m:r>
                    <m:r>
                      <m:t>c</m:t>
                    </m:r>
                    <m:r>
                      <m:t>y</m:t>
                    </m:r>
                    <m:r>
                      <m:t>f</m:t>
                    </m:r>
                    <m:r>
                      <m:t>o</m:t>
                    </m:r>
                    <m:r>
                      <m:t>r</m:t>
                    </m:r>
                    <m:r>
                      <m:t>t</m:t>
                    </m:r>
                    <m:r>
                      <m:t>h</m:t>
                    </m:r>
                    <m:r>
                      <m:t>e</m:t>
                    </m:r>
                    <m:r>
                      <m:t>m</m:t>
                    </m:r>
                    <m:r>
                      <m:t>e</m:t>
                    </m:r>
                    <m:r>
                      <m:t>t</m:t>
                    </m:r>
                    <m:r>
                      <m:t>a</m:t>
                    </m:r>
                    <m:r>
                      <m:t>l</m:t>
                    </m:r>
                    <m:r>
                      <m:t>s</m:t>
                    </m:r>
                    <m:r>
                      <m:t>u</m:t>
                    </m:r>
                    <m:r>
                      <m:t>r</m:t>
                    </m:r>
                    <m:r>
                      <m:t>f</m:t>
                    </m:r>
                    <m:r>
                      <m:t>a</m:t>
                    </m:r>
                    <m:r>
                      <m:t>c</m:t>
                    </m:r>
                    <m:r>
                      <m:t>e</m:t>
                    </m:r>
                    <m:r>
                      <m:rPr>
                        <m:sty m:val="p"/>
                      </m:rPr>
                      <m:t>.</m:t>
                    </m:r>
                    <m:r>
                      <m:rPr>
                        <m:sty m:val="p"/>
                      </m:rPr>
                      <m:t>(</m:t>
                    </m:r>
                    <m:r>
                      <m:t>G</m:t>
                    </m:r>
                    <m:r>
                      <m:t>i</m:t>
                    </m:r>
                    <m:r>
                      <m:t>v</m:t>
                    </m:r>
                    <m:r>
                      <m:t>e</m:t>
                    </m:r>
                    <m:r>
                      <m:t>n</m:t>
                    </m:r>
                    <m:r>
                      <m:rPr>
                        <m:sty m:val="p"/>
                      </m:rPr>
                      <m:t>:</m:t>
                    </m:r>
                    <m:r>
                      <m:t>P</m:t>
                    </m:r>
                    <m:r>
                      <m:t>l</m:t>
                    </m:r>
                    <m:r>
                      <m:t>a</m:t>
                    </m:r>
                    <m:r>
                      <m:t>n</m:t>
                    </m:r>
                    <m:r>
                      <m:t>c</m:t>
                    </m:r>
                    <m:r>
                      <m:t>k</m:t>
                    </m:r>
                    <m:r>
                      <m:rPr>
                        <m:sty m:val="p"/>
                      </m:rPr>
                      <m:t>’</m:t>
                    </m:r>
                    <m:r>
                      <m:t>s</m:t>
                    </m:r>
                    <m:r>
                      <m:t>c</m:t>
                    </m:r>
                    <m:r>
                      <m:t>o</m:t>
                    </m:r>
                    <m:r>
                      <m:t>n</m:t>
                    </m:r>
                    <m:r>
                      <m:t>s</m:t>
                    </m:r>
                    <m:r>
                      <m:t>t</m:t>
                    </m:r>
                    <m:r>
                      <m:t>a</m:t>
                    </m:r>
                    <m:r>
                      <m:t>n</m:t>
                    </m:r>
                    <m:r>
                      <m:t>t</m:t>
                    </m:r>
                    <m:r>
                      <m:rPr>
                        <m:sty m:val="p"/>
                      </m:rPr>
                      <m:t>=</m:t>
                    </m:r>
                    <m:r>
                      <m:t>6.63</m:t>
                    </m:r>
                    <m:r>
                      <m:rPr>
                        <m:sty m:val="p"/>
                      </m:rPr>
                      <m:t>×</m:t>
                    </m:r>
                    <m:sSup>
                      <m:e>
                        <m:r>
                          <m:t>10</m:t>
                        </m:r>
                      </m:e>
                      <m:sup>
                        <m:r>
                          <m:rPr>
                            <m:sty m:val="p"/>
                          </m:rPr>
                          <m:t>−</m:t>
                        </m:r>
                        <m:r>
                          <m:t>34</m:t>
                        </m:r>
                      </m:sup>
                    </m:sSup>
                    <m:r>
                      <m:t>J</m:t>
                    </m:r>
                    <m:r>
                      <m:t>s</m:t>
                    </m:r>
                    <m:r>
                      <m:rPr>
                        <m:sty m:val="p"/>
                      </m:rPr>
                      <m:t>;</m:t>
                    </m:r>
                    <m:r>
                      <m:rPr>
                        <m:sty m:val="p"/>
                      </m:rPr>
                      <m:t>)</m:t>
                    </m:r>
                    <m:r>
                      <m:t>C</m:t>
                    </m:r>
                    <m:r>
                      <m:t>h</m:t>
                    </m:r>
                    <m:r>
                      <m:t>a</m:t>
                    </m:r>
                    <m:r>
                      <m:t>r</m:t>
                    </m:r>
                    <m:r>
                      <m:t>g</m:t>
                    </m:r>
                    <m:r>
                      <m:t>e</m:t>
                    </m:r>
                    <m:r>
                      <m:t>o</m:t>
                    </m:r>
                    <m:r>
                      <m:t>n</m:t>
                    </m:r>
                    <m:r>
                      <m:t>t</m:t>
                    </m:r>
                    <m:r>
                      <m:t>h</m:t>
                    </m:r>
                    <m:r>
                      <m:t>e</m:t>
                    </m:r>
                    <m:r>
                      <m:t>e</m:t>
                    </m:r>
                    <m:r>
                      <m:t>l</m:t>
                    </m:r>
                    <m:r>
                      <m:t>e</m:t>
                    </m:r>
                    <m:r>
                      <m:t>c</m:t>
                    </m:r>
                    <m:r>
                      <m:t>t</m:t>
                    </m:r>
                    <m:r>
                      <m:t>r</m:t>
                    </m:r>
                    <m:r>
                      <m:t>o</m:t>
                    </m:r>
                    <m:r>
                      <m:t>n</m:t>
                    </m:r>
                    <m:r>
                      <m:t>e</m:t>
                    </m:r>
                    <m:r>
                      <m:rPr>
                        <m:sty m:val="p"/>
                      </m:rPr>
                      <m:t>=</m:t>
                    </m:r>
                    <m:r>
                      <m:t>1.6</m:t>
                    </m:r>
                    <m:r>
                      <m:rPr>
                        <m:sty m:val="p"/>
                      </m:rPr>
                      <m:t>×</m:t>
                    </m:r>
                    <m:r>
                      <m:t>10</m:t>
                    </m:r>
                    <m:r>
                      <m:rPr>
                        <m:sty m:val="p"/>
                      </m:rPr>
                      <m:t>–</m:t>
                    </m:r>
                    <m:r>
                      <m:t>19</m:t>
                    </m:r>
                    <m:r>
                      <m:t>C</m:t>
                    </m:r>
                    <m:r>
                      <m:rPr>
                        <m:sty m:val="p"/>
                      </m:rPr>
                      <m:t>)</m:t>
                    </m:r>
                  </m:oMath>
                </a14:m>
              </mc:Choice>
            </mc:AlternateContent>
            <a:r>
              <a:rPr lang="en-US" sz="1800" b="1">
                <a:solidFill>
                  <a:srgbClr val="FAD02C"/>
                </a:solidFill>
                <a:latin typeface="Arial"/>
              </a:rPr>
              <a: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2026-2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w</m:t>
                    </m:r>
                    <m:r>
                      <m:t>o</m:t>
                    </m:r>
                    <m:r>
                      <m:t>r</m:t>
                    </m:r>
                    <m:r>
                      <m:t>k</m:t>
                    </m:r>
                    <m:r>
                      <m:t>f</m:t>
                    </m:r>
                    <m:r>
                      <m:t>u</m:t>
                    </m:r>
                    <m:r>
                      <m:t>n</m:t>
                    </m:r>
                    <m:r>
                      <m:t>c</m:t>
                    </m:r>
                    <m:r>
                      <m:t>t</m:t>
                    </m:r>
                    <m:r>
                      <m:t>i</m:t>
                    </m:r>
                    <m:r>
                      <m:t>o</m:t>
                    </m:r>
                    <m:r>
                      <m:t>n</m:t>
                    </m:r>
                    <m:r>
                      <m:t>o</m:t>
                    </m:r>
                    <m:r>
                      <m:t>f</m:t>
                    </m:r>
                    <m:r>
                      <m:t>c</m:t>
                    </m:r>
                    <m:r>
                      <m:t>e</m:t>
                    </m:r>
                    <m:r>
                      <m:t>s</m:t>
                    </m:r>
                    <m:r>
                      <m:t>i</m:t>
                    </m:r>
                    <m:r>
                      <m:t>u</m:t>
                    </m:r>
                    <m:r>
                      <m:t>m</m:t>
                    </m:r>
                    <m:r>
                      <m:t>m</m:t>
                    </m:r>
                    <m:r>
                      <m:t>e</m:t>
                    </m:r>
                    <m:r>
                      <m:t>t</m:t>
                    </m:r>
                    <m:r>
                      <m:t>a</m:t>
                    </m:r>
                    <m:r>
                      <m:t>l</m:t>
                    </m:r>
                    <m:r>
                      <m:t>i</m:t>
                    </m:r>
                    <m:r>
                      <m:t>s</m:t>
                    </m:r>
                    <m:r>
                      <m:t>2.14</m:t>
                    </m:r>
                    <m:r>
                      <m:t>e</m:t>
                    </m:r>
                    <m:r>
                      <m:t>v</m:t>
                    </m:r>
                    <m:r>
                      <m:rPr>
                        <m:sty m:val="p"/>
                      </m:rPr>
                      <m:t>.</m:t>
                    </m:r>
                    <m:r>
                      <m:t>W</m:t>
                    </m:r>
                    <m:r>
                      <m:t>h</m:t>
                    </m:r>
                    <m:r>
                      <m:t>e</m:t>
                    </m:r>
                    <m:r>
                      <m:t>n</m:t>
                    </m:r>
                    <m:r>
                      <m:t>l</m:t>
                    </m:r>
                    <m:r>
                      <m:t>i</m:t>
                    </m:r>
                    <m:r>
                      <m:t>g</m:t>
                    </m:r>
                    <m:r>
                      <m:t>h</m:t>
                    </m:r>
                    <m:r>
                      <m:t>t</m:t>
                    </m:r>
                    <m:r>
                      <m:t>o</m:t>
                    </m:r>
                    <m:r>
                      <m:t>f</m:t>
                    </m:r>
                    <m:r>
                      <m:t>f</m:t>
                    </m:r>
                    <m:r>
                      <m:t>r</m:t>
                    </m:r>
                    <m:r>
                      <m:t>e</m:t>
                    </m:r>
                    <m:r>
                      <m:t>q</m:t>
                    </m:r>
                    <m:r>
                      <m:t>u</m:t>
                    </m:r>
                    <m:r>
                      <m:t>e</m:t>
                    </m:r>
                    <m:r>
                      <m:t>n</m:t>
                    </m:r>
                    <m:r>
                      <m:t>c</m:t>
                    </m:r>
                    <m:r>
                      <m:t>y</m:t>
                    </m:r>
                    <m:r>
                      <m:t>6</m:t>
                    </m:r>
                    <m:r>
                      <m:rPr>
                        <m:sty m:val="p"/>
                      </m:rPr>
                      <m:t>×</m:t>
                    </m:r>
                    <m:r>
                      <m:t>1014</m:t>
                    </m:r>
                    <m:r>
                      <m:t>H</m:t>
                    </m:r>
                    <m:r>
                      <m:t>z</m:t>
                    </m:r>
                    <m:r>
                      <m:t>i</m:t>
                    </m:r>
                    <m:r>
                      <m:t>s</m:t>
                    </m:r>
                    <m:r>
                      <m:t>i</m:t>
                    </m:r>
                    <m:r>
                      <m:t>n</m:t>
                    </m:r>
                    <m:r>
                      <m:t>c</m:t>
                    </m:r>
                    <m:r>
                      <m:t>i</m:t>
                    </m:r>
                    <m:r>
                      <m:t>d</m:t>
                    </m:r>
                    <m:r>
                      <m:t>e</m:t>
                    </m:r>
                    <m:r>
                      <m:t>n</m:t>
                    </m:r>
                    <m:r>
                      <m:t>t</m:t>
                    </m:r>
                    <m:r>
                      <m:t>o</m:t>
                    </m:r>
                    <m:r>
                      <m:t>n</m:t>
                    </m:r>
                    <m:r>
                      <m:t>c</m:t>
                    </m:r>
                    <m:r>
                      <m:t>e</m:t>
                    </m:r>
                    <m:r>
                      <m:t>s</m:t>
                    </m:r>
                    <m:r>
                      <m:t>i</m:t>
                    </m:r>
                    <m:r>
                      <m:t>u</m:t>
                    </m:r>
                    <m:r>
                      <m:t>m</m:t>
                    </m:r>
                    <m:r>
                      <m:t>s</m:t>
                    </m:r>
                    <m:r>
                      <m:t>u</m:t>
                    </m:r>
                    <m:r>
                      <m:t>r</m:t>
                    </m:r>
                    <m:r>
                      <m:t>f</m:t>
                    </m:r>
                    <m:r>
                      <m:t>a</m:t>
                    </m:r>
                    <m:r>
                      <m:t>c</m:t>
                    </m:r>
                    <m:r>
                      <m:t>e</m:t>
                    </m:r>
                    <m:r>
                      <m:rPr>
                        <m:sty m:val="p"/>
                      </m:rPr>
                      <m:t>,</m:t>
                    </m:r>
                    <m:r>
                      <m:t>f</m:t>
                    </m:r>
                    <m:r>
                      <m:t>i</m:t>
                    </m:r>
                    <m:r>
                      <m:t>n</m:t>
                    </m:r>
                    <m:r>
                      <m:t>d</m:t>
                    </m:r>
                    <m:r>
                      <m:t>t</m:t>
                    </m:r>
                    <m:r>
                      <m:t>h</m:t>
                    </m:r>
                    <m:r>
                      <m:t>e</m:t>
                    </m:r>
                    <m:r>
                      <m:t>m</m:t>
                    </m:r>
                    <m:r>
                      <m:t>a</m:t>
                    </m:r>
                    <m:r>
                      <m:t>x</m:t>
                    </m:r>
                    <m:r>
                      <m:t>i</m:t>
                    </m:r>
                    <m:r>
                      <m:t>m</m:t>
                    </m:r>
                    <m:r>
                      <m:t>u</m:t>
                    </m:r>
                    <m:r>
                      <m:t>m</m:t>
                    </m:r>
                    <m:r>
                      <m:t>k</m:t>
                    </m:r>
                    <m:r>
                      <m:t>i</m:t>
                    </m:r>
                    <m:r>
                      <m:t>n</m:t>
                    </m:r>
                    <m:r>
                      <m:t>e</m:t>
                    </m:r>
                    <m:r>
                      <m:t>t</m:t>
                    </m:r>
                    <m:r>
                      <m:t>i</m:t>
                    </m:r>
                    <m:r>
                      <m:t>c</m:t>
                    </m:r>
                    <m:r>
                      <m:t>e</m:t>
                    </m:r>
                    <m:r>
                      <m:t>n</m:t>
                    </m:r>
                    <m:r>
                      <m:t>e</m:t>
                    </m:r>
                    <m:r>
                      <m:t>r</m:t>
                    </m:r>
                    <m:r>
                      <m:t>g</m:t>
                    </m:r>
                    <m:r>
                      <m:t>y</m:t>
                    </m:r>
                    <m:r>
                      <m:t>o</m:t>
                    </m:r>
                    <m:r>
                      <m:t>f</m:t>
                    </m:r>
                    <m:r>
                      <m:t>p</m:t>
                    </m:r>
                    <m:r>
                      <m:t>h</m:t>
                    </m:r>
                    <m:r>
                      <m:t>o</m:t>
                    </m:r>
                    <m:r>
                      <m:t>t</m:t>
                    </m:r>
                    <m:r>
                      <m:t>o</m:t>
                    </m:r>
                    <m:r>
                      <m:t>e</m:t>
                    </m:r>
                    <m:r>
                      <m:t>l</m:t>
                    </m:r>
                    <m:r>
                      <m:t>e</m:t>
                    </m:r>
                    <m:r>
                      <m:t>c</m:t>
                    </m:r>
                    <m:r>
                      <m:t>t</m:t>
                    </m:r>
                    <m:r>
                      <m:t>r</m:t>
                    </m:r>
                    <m:r>
                      <m:t>o</m:t>
                    </m:r>
                    <m:r>
                      <m:t>n</m:t>
                    </m:r>
                    <m:r>
                      <m:t>s</m:t>
                    </m:r>
                    <m:r>
                      <m:t>e</m:t>
                    </m:r>
                    <m:r>
                      <m:t>m</m:t>
                    </m:r>
                    <m:r>
                      <m:t>i</m:t>
                    </m:r>
                    <m:r>
                      <m:t>t</m:t>
                    </m:r>
                    <m:r>
                      <m:t>t</m:t>
                    </m:r>
                    <m:r>
                      <m:t>e</m:t>
                    </m:r>
                    <m:r>
                      <m:t>d</m:t>
                    </m:r>
                    <m:r>
                      <m:rPr>
                        <m:sty m:val="p"/>
                      </m:rPr>
                      <m:t>.</m:t>
                    </m:r>
                    <m:r>
                      <m:rPr>
                        <m:sty m:val="p"/>
                      </m:rPr>
                      <m:t>(</m:t>
                    </m:r>
                    <m:r>
                      <m:t>G</m:t>
                    </m:r>
                    <m:r>
                      <m:t>i</m:t>
                    </m:r>
                    <m:r>
                      <m:t>v</m:t>
                    </m:r>
                    <m:r>
                      <m:t>e</m:t>
                    </m:r>
                    <m:r>
                      <m:t>n</m:t>
                    </m:r>
                    <m:r>
                      <m:rPr>
                        <m:sty m:val="p"/>
                      </m:rPr>
                      <m:t>:</m:t>
                    </m:r>
                    <m:r>
                      <m:t>P</m:t>
                    </m:r>
                    <m:r>
                      <m:t>l</m:t>
                    </m:r>
                    <m:r>
                      <m:t>a</m:t>
                    </m:r>
                    <m:r>
                      <m:t>n</m:t>
                    </m:r>
                    <m:r>
                      <m:t>c</m:t>
                    </m:r>
                    <m:r>
                      <m:t>k</m:t>
                    </m:r>
                    <m:r>
                      <m:rPr>
                        <m:sty m:val="p"/>
                      </m:rPr>
                      <m:t>’</m:t>
                    </m:r>
                    <m:r>
                      <m:t>s</m:t>
                    </m:r>
                    <m:r>
                      <m:t>c</m:t>
                    </m:r>
                    <m:r>
                      <m:t>o</m:t>
                    </m:r>
                    <m:r>
                      <m:t>n</m:t>
                    </m:r>
                    <m:r>
                      <m:t>s</m:t>
                    </m:r>
                    <m:r>
                      <m:t>t</m:t>
                    </m:r>
                    <m:r>
                      <m:t>a</m:t>
                    </m:r>
                    <m:r>
                      <m:t>n</m:t>
                    </m:r>
                    <m:r>
                      <m:t>t</m:t>
                    </m:r>
                    <m:r>
                      <m:rPr>
                        <m:sty m:val="p"/>
                      </m:rPr>
                      <m:t>,</m:t>
                    </m:r>
                    <m:r>
                      <m:t>h</m:t>
                    </m:r>
                    <m:r>
                      <m:rPr>
                        <m:sty m:val="p"/>
                      </m:rPr>
                      <m:t>=</m:t>
                    </m:r>
                    <m:r>
                      <m:t>6.63</m:t>
                    </m:r>
                    <m:r>
                      <m:rPr>
                        <m:sty m:val="p"/>
                      </m:rPr>
                      <m:t>×</m:t>
                    </m:r>
                    <m:sSup>
                      <m:e>
                        <m:r>
                          <m:t>10</m:t>
                        </m:r>
                      </m:e>
                      <m:sup>
                        <m:r>
                          <m:rPr>
                            <m:sty m:val="p"/>
                          </m:rPr>
                          <m:t>−</m:t>
                        </m:r>
                        <m:r>
                          <m:t>34</m:t>
                        </m:r>
                      </m:sup>
                    </m:sSup>
                    <m:r>
                      <m:t>J</m:t>
                    </m:r>
                    <m:r>
                      <m:t>s</m:t>
                    </m:r>
                    <m:r>
                      <m:t>a</m:t>
                    </m:r>
                    <m:r>
                      <m:t>n</m:t>
                    </m:r>
                    <m:r>
                      <m:t>d</m:t>
                    </m:r>
                    <m:r>
                      <m:t>e</m:t>
                    </m:r>
                    <m:r>
                      <m:rPr>
                        <m:sty m:val="p"/>
                      </m:rPr>
                      <m:t>=</m:t>
                    </m:r>
                    <m:r>
                      <m:t>1.6</m:t>
                    </m:r>
                    <m:r>
                      <m:t>10</m:t>
                    </m:r>
                    <m:r>
                      <m:rPr>
                        <m:sty m:val="p"/>
                      </m:rPr>
                      <m:t>–</m:t>
                    </m:r>
                    <m:r>
                      <m:t>19</m:t>
                    </m:r>
                    <m:r>
                      <m:t>C</m:t>
                    </m:r>
                    <m:r>
                      <m:rPr>
                        <m:sty m:val="p"/>
                      </m:rPr>
                      <m:t>)</m:t>
                    </m:r>
                    <m:r>
                      <m:rPr>
                        <m:sty m:val="p"/>
                      </m:rPr>
                      <m:t>.</m:t>
                    </m:r>
                  </m:oMath>
                </a14:m>
              </mc:Choice>
            </mc:AlternateContent>
            <a:r>
              <a:rPr lang="en-US" sz="1800" b="1">
                <a:solidFill>
                  <a:srgbClr val="FAD02C"/>
                </a:solidFill>
                <a:latin typeface="Arial"/>
              </a:rPr>
              <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point of inflection of the function y = x³ is (2024M</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(2, 8)</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(1, 1)</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(0, 0)</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(−3, −27)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01498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850392" cy="402336"/>
          </a:xfrm>
          <a:prstGeom prst="rect">
            <a:avLst/>
          </a:prstGeom>
          <a:noFill/>
        </p:spPr>
        <p:txBody>
          <a:bodyPr wrap="none" anchor="ctr" lIns="0" rIns="0" tIns="0" bIns="0">
            <a:spAutoFit/>
          </a:bodyPr>
          <a:lstStyle/>
          <a:p>
            <a:pPr algn="l"/>
            <a:r>
              <a:rPr sz="1500" b="1">
                <a:solidFill>
                  <a:srgbClr val="FAD02C"/>
                </a:solidFill>
                <a:latin typeface="Arial"/>
              </a:rPr>
              <a:t>2025M-1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a</m:t>
                    </m:r>
                    <m:r>
                      <m:t>b</m:t>
                    </m:r>
                    <m:r>
                      <m:t>s</m:t>
                    </m:r>
                    <m:r>
                      <m:t>o</m:t>
                    </m:r>
                    <m:r>
                      <m:t>l</m:t>
                    </m:r>
                    <m:r>
                      <m:t>u</m:t>
                    </m:r>
                    <m:r>
                      <m:t>t</m:t>
                    </m:r>
                    <m:r>
                      <m:t>e</m:t>
                    </m:r>
                    <m:r>
                      <m:t>m</m:t>
                    </m:r>
                    <m:r>
                      <m:t>a</m:t>
                    </m:r>
                    <m:r>
                      <m:t>x</m:t>
                    </m:r>
                    <m:r>
                      <m:t>i</m:t>
                    </m:r>
                    <m:r>
                      <m:t>m</m:t>
                    </m:r>
                    <m:r>
                      <m:t>u</m:t>
                    </m:r>
                    <m:r>
                      <m:t>m</m:t>
                    </m:r>
                    <m:r>
                      <m:t>v</m:t>
                    </m:r>
                    <m:r>
                      <m:t>a</m:t>
                    </m:r>
                    <m:r>
                      <m:t>l</m:t>
                    </m:r>
                    <m:r>
                      <m:t>u</m:t>
                    </m:r>
                    <m:r>
                      <m:t>e</m:t>
                    </m:r>
                    <m:r>
                      <m:t>o</m:t>
                    </m:r>
                    <m:r>
                      <m:t>f</m:t>
                    </m:r>
                    <m:r>
                      <m:t>t</m:t>
                    </m:r>
                    <m:r>
                      <m:t>h</m:t>
                    </m:r>
                    <m:r>
                      <m:t>e</m:t>
                    </m:r>
                    <m:r>
                      <m:t>f</m:t>
                    </m:r>
                    <m:r>
                      <m:t>u</m:t>
                    </m:r>
                    <m:r>
                      <m:t>n</m:t>
                    </m:r>
                    <m:r>
                      <m:t>c</m:t>
                    </m:r>
                    <m:r>
                      <m:t>t</m:t>
                    </m:r>
                    <m:r>
                      <m:t>i</m:t>
                    </m:r>
                    <m:r>
                      <m:t>o</m:t>
                    </m:r>
                    <m:r>
                      <m:t>n</m:t>
                    </m:r>
                    <m:r>
                      <m:t>f</m:t>
                    </m:r>
                    <m:r>
                      <m:t>g</m:t>
                    </m:r>
                    <m:r>
                      <m:t>i</m:t>
                    </m:r>
                    <m:r>
                      <m:t>v</m:t>
                    </m:r>
                    <m:r>
                      <m:t>e</m:t>
                    </m:r>
                    <m:r>
                      <m:t>n</m:t>
                    </m:r>
                    <m:r>
                      <m:t>b</m:t>
                    </m:r>
                    <m:r>
                      <m:t>y</m:t>
                    </m:r>
                    <m:r>
                      <m:t>f</m:t>
                    </m:r>
                    <m:r>
                      <m:rPr>
                        <m:sty m:val="p"/>
                      </m:rPr>
                      <m:t>(</m:t>
                    </m:r>
                    <m:r>
                      <m:t>x</m:t>
                    </m:r>
                    <m:r>
                      <m:rPr>
                        <m:sty m:val="p"/>
                      </m:rPr>
                      <m:t>)</m:t>
                    </m:r>
                    <m:r>
                      <m:rPr>
                        <m:sty m:val="p"/>
                      </m:rPr>
                      <m:t>=</m:t>
                    </m:r>
                    <m:sSup>
                      <m:e>
                        <m:r>
                          <m:t>x</m:t>
                        </m:r>
                      </m:e>
                      <m:sup>
                        <m:r>
                          <m:t>3</m:t>
                        </m:r>
                      </m:sup>
                    </m:sSup>
                    <m:r>
                      <m:rPr>
                        <m:sty m:val="p"/>
                      </m:rPr>
                      <m:t>,</m:t>
                    </m:r>
                    <m:r>
                      <m:t>x</m:t>
                    </m:r>
                    <m:r>
                      <m:rPr>
                        <m:sty m:val="p"/>
                      </m:rPr>
                      <m:t>∈</m:t>
                    </m:r>
                    <m:r>
                      <m:rPr>
                        <m:sty m:val="p"/>
                      </m:rPr>
                      <m:t>[</m:t>
                    </m:r>
                    <m:r>
                      <m:rPr>
                        <m:sty m:val="p"/>
                      </m:rPr>
                      <m:t>−</m:t>
                    </m:r>
                    <m:r>
                      <m:t>2</m:t>
                    </m:r>
                    <m:r>
                      <m:rPr>
                        <m:sty m:val="p"/>
                      </m:rPr>
                      <m:t>,</m:t>
                    </m:r>
                    <m:r>
                      <m:t>2</m:t>
                    </m:r>
                    <m:r>
                      <m:rPr>
                        <m:sty m:val="p"/>
                      </m:rPr>
                      <m:t>]</m:t>
                    </m:r>
                    <m:r>
                      <m:t>i</m:t>
                    </m:r>
                    <m:r>
                      <m:t>s</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2</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function fgiven by f(x)=log⁡(sin⁡x)is increasing on</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(π)</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((π)/(2))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((3π)/(2))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121798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C</m:t>
                    </m:r>
                    <m:r>
                      <m:t>o</m:t>
                    </m:r>
                    <m:r>
                      <m:t>n</m:t>
                    </m:r>
                    <m:r>
                      <m:t>s</m:t>
                    </m:r>
                    <m:r>
                      <m:t>i</m:t>
                    </m:r>
                    <m:r>
                      <m:t>d</m:t>
                    </m:r>
                    <m:r>
                      <m:t>e</m:t>
                    </m:r>
                    <m:r>
                      <m:t>r</m:t>
                    </m:r>
                    <m:r>
                      <m:t>t</m:t>
                    </m:r>
                    <m:r>
                      <m:t>h</m:t>
                    </m:r>
                    <m:r>
                      <m:t>e</m:t>
                    </m:r>
                    <m:r>
                      <m:t>f</m:t>
                    </m:r>
                    <m:r>
                      <m:t>o</m:t>
                    </m:r>
                    <m:r>
                      <m:t>l</m:t>
                    </m:r>
                    <m:r>
                      <m:t>l</m:t>
                    </m:r>
                    <m:r>
                      <m:t>o</m:t>
                    </m:r>
                    <m:r>
                      <m:t>w</m:t>
                    </m:r>
                    <m:r>
                      <m:t>i</m:t>
                    </m:r>
                    <m:r>
                      <m:t>n</m:t>
                    </m:r>
                    <m:r>
                      <m:t>g</m:t>
                    </m:r>
                    <m:r>
                      <m:t>s</m:t>
                    </m:r>
                    <m:r>
                      <m:t>t</m:t>
                    </m:r>
                    <m:r>
                      <m:t>a</m:t>
                    </m:r>
                    <m:r>
                      <m:t>t</m:t>
                    </m:r>
                    <m:r>
                      <m:t>e</m:t>
                    </m:r>
                    <m:r>
                      <m:t>m</m:t>
                    </m:r>
                    <m:r>
                      <m:t>e</m:t>
                    </m:r>
                    <m:r>
                      <m:t>n</m:t>
                    </m:r>
                    <m:r>
                      <m:t>t</m:t>
                    </m:r>
                    <m:r>
                      <m:t>s</m:t>
                    </m:r>
                    <m:r>
                      <m:t>f</m:t>
                    </m:r>
                    <m:r>
                      <m:t>o</m:t>
                    </m:r>
                    <m:r>
                      <m:t>r</m:t>
                    </m:r>
                    <m:r>
                      <m:t>t</m:t>
                    </m:r>
                    <m:r>
                      <m:t>h</m:t>
                    </m:r>
                    <m:r>
                      <m:t>e</m:t>
                    </m:r>
                    <m:r>
                      <m:t>g</m:t>
                    </m:r>
                    <m:r>
                      <m:t>i</m:t>
                    </m:r>
                    <m:r>
                      <m:t>v</m:t>
                    </m:r>
                    <m:r>
                      <m:t>e</m:t>
                    </m:r>
                    <m:r>
                      <m:t>n</m:t>
                    </m:r>
                    <m:r>
                      <m:t>f</m:t>
                    </m:r>
                    <m:r>
                      <m:t>u</m:t>
                    </m:r>
                    <m:r>
                      <m:t>n</m:t>
                    </m:r>
                    <m:r>
                      <m:t>c</m:t>
                    </m:r>
                    <m:r>
                      <m:t>t</m:t>
                    </m:r>
                    <m:r>
                      <m:t>i</m:t>
                    </m:r>
                    <m:r>
                      <m:t>o</m:t>
                    </m:r>
                    <m:r>
                      <m:t>n</m:t>
                    </m:r>
                    <m:r>
                      <m:t>y</m:t>
                    </m:r>
                    <m:r>
                      <m:rPr>
                        <m:sty m:val="p"/>
                      </m:rPr>
                      <m:t>=</m:t>
                    </m:r>
                    <m:r>
                      <m:t>f</m:t>
                    </m:r>
                    <m:r>
                      <m:rPr>
                        <m:sty m:val="p"/>
                      </m:rPr>
                      <m:t>(</m:t>
                    </m:r>
                    <m:r>
                      <m:t>x</m:t>
                    </m:r>
                    <m:r>
                      <m:rPr>
                        <m:sty m:val="p"/>
                      </m:rPr>
                      <m:t>)</m:t>
                    </m:r>
                    <m:r>
                      <m:t>d</m:t>
                    </m:r>
                    <m:r>
                      <m:t>e</m:t>
                    </m:r>
                    <m:r>
                      <m:t>f</m:t>
                    </m:r>
                    <m:r>
                      <m:t>i</m:t>
                    </m:r>
                    <m:r>
                      <m:t>n</m:t>
                    </m:r>
                    <m:r>
                      <m:t>e</m:t>
                    </m:r>
                    <m:r>
                      <m:t>d</m:t>
                    </m:r>
                    <m:r>
                      <m:t>o</m:t>
                    </m:r>
                    <m:r>
                      <m:t>n</m:t>
                    </m:r>
                    <m:r>
                      <m:t>a</m:t>
                    </m:r>
                    <m:r>
                      <m:t>n</m:t>
                    </m:r>
                    <m:r>
                      <m:t>i</m:t>
                    </m:r>
                    <m:r>
                      <m:t>n</m:t>
                    </m:r>
                    <m:r>
                      <m:t>t</m:t>
                    </m:r>
                    <m:r>
                      <m:t>e</m:t>
                    </m:r>
                    <m:r>
                      <m:t>r</m:t>
                    </m:r>
                    <m:r>
                      <m:t>v</m:t>
                    </m:r>
                    <m:r>
                      <m:t>a</m:t>
                    </m:r>
                    <m:r>
                      <m:t>l</m:t>
                    </m:r>
                    <m:r>
                      <m:t>I</m:t>
                    </m:r>
                    <m:r>
                      <m:t>a</m:t>
                    </m:r>
                    <m:r>
                      <m:t>n</m:t>
                    </m:r>
                    <m:r>
                      <m:t>d</m:t>
                    </m:r>
                    <m:r>
                      <m:t>c</m:t>
                    </m:r>
                    <m:r>
                      <m:rPr>
                        <m:sty m:val="p"/>
                      </m:rPr>
                      <m:t>∈</m:t>
                    </m:r>
                    <m:r>
                      <m:t>I</m:t>
                    </m:r>
                    <m:r>
                      <m:rPr>
                        <m:sty m:val="p"/>
                      </m:rPr>
                      <m:t>,</m:t>
                    </m:r>
                    <m:r>
                      <m:t>a</m:t>
                    </m:r>
                    <m:r>
                      <m:t>t</m:t>
                    </m:r>
                    <m:r>
                      <m:t>x</m:t>
                    </m:r>
                    <m:r>
                      <m:rPr>
                        <m:sty m:val="p"/>
                      </m:rPr>
                      <m:t>=</m:t>
                    </m:r>
                    <m:r>
                      <m:t>c</m:t>
                    </m:r>
                    <m:r>
                      <m:t>I</m:t>
                    </m:r>
                    <m:r>
                      <m:rPr>
                        <m:sty m:val="p"/>
                      </m:rPr>
                      <m:t>.</m:t>
                    </m:r>
                    <m:sSup>
                      <m:e>
                        <m:r>
                          <m:t>f</m:t>
                        </m:r>
                      </m:e>
                      <m:sup>
                        <m:r>
                          <m:rPr>
                            <m:sty m:val="p"/>
                          </m:rPr>
                          <m:t>′</m:t>
                        </m:r>
                      </m:sup>
                    </m:sSup>
                    <m:r>
                      <m:rPr>
                        <m:sty m:val="p"/>
                      </m:rPr>
                      <m:t>(</m:t>
                    </m:r>
                    <m:r>
                      <m:t>c</m:t>
                    </m:r>
                    <m:r>
                      <m:rPr>
                        <m:sty m:val="p"/>
                      </m:rPr>
                      <m:t>)</m:t>
                    </m:r>
                    <m:r>
                      <m:rPr>
                        <m:sty m:val="p"/>
                      </m:rPr>
                      <m:t>=</m:t>
                    </m:r>
                    <m:r>
                      <m:t>0</m:t>
                    </m:r>
                    <m:r>
                      <m:t>a</m:t>
                    </m:r>
                    <m:r>
                      <m:t>n</m:t>
                    </m:r>
                    <m:r>
                      <m:t>d</m:t>
                    </m:r>
                    <m:sSup>
                      <m:e>
                        <m:r>
                          <m:t>f</m:t>
                        </m:r>
                      </m:e>
                      <m:sup>
                        <m:r>
                          <m:rPr>
                            <m:sty m:val="p"/>
                          </m:rPr>
                          <m:t>″</m:t>
                        </m:r>
                      </m:sup>
                    </m:sSup>
                    <m:r>
                      <m:rPr>
                        <m:sty m:val="p"/>
                      </m:rPr>
                      <m:t>(</m:t>
                    </m:r>
                    <m:r>
                      <m:t>c</m:t>
                    </m:r>
                    <m:r>
                      <m:rPr>
                        <m:sty m:val="p"/>
                      </m:rPr>
                      <m:t>)</m:t>
                    </m:r>
                    <m:r>
                      <m:rPr>
                        <m:sty m:val="p"/>
                      </m:rPr>
                      <m:t>&lt;</m:t>
                    </m:r>
                    <m:r>
                      <m:t>0</m:t>
                    </m:r>
                    <m:r>
                      <m:rPr>
                        <m:sty m:val="p"/>
                      </m:rPr>
                      <m:t>⇒</m:t>
                    </m:r>
                    <m:r>
                      <m:t>f</m:t>
                    </m:r>
                    <m:r>
                      <m:t>a</m:t>
                    </m:r>
                    <m:r>
                      <m:t>t</m:t>
                    </m:r>
                    <m:r>
                      <m:t>t</m:t>
                    </m:r>
                    <m:r>
                      <m:t>a</m:t>
                    </m:r>
                    <m:r>
                      <m:t>i</m:t>
                    </m:r>
                    <m:r>
                      <m:t>n</m:t>
                    </m:r>
                    <m:r>
                      <m:t>s</m:t>
                    </m:r>
                    <m:r>
                      <m:t>l</m:t>
                    </m:r>
                    <m:r>
                      <m:t>o</m:t>
                    </m:r>
                    <m:r>
                      <m:t>c</m:t>
                    </m:r>
                    <m:r>
                      <m:t>a</m:t>
                    </m:r>
                    <m:r>
                      <m:t>l</m:t>
                    </m:r>
                    <m:r>
                      <m:t>m</m:t>
                    </m:r>
                    <m:r>
                      <m:t>a</m:t>
                    </m:r>
                    <m:r>
                      <m:t>x</m:t>
                    </m:r>
                    <m:r>
                      <m:t>i</m:t>
                    </m:r>
                    <m:r>
                      <m:t>m</m:t>
                    </m:r>
                    <m:r>
                      <m:t>a</m:t>
                    </m:r>
                    <m:r>
                      <m:t>I</m:t>
                    </m:r>
                    <m:r>
                      <m:t>I</m:t>
                    </m:r>
                    <m:r>
                      <m:rPr>
                        <m:sty m:val="p"/>
                      </m:rPr>
                      <m:t>.</m:t>
                    </m:r>
                    <m:sSup>
                      <m:e>
                        <m:r>
                          <m:t>f</m:t>
                        </m:r>
                      </m:e>
                      <m:sup>
                        <m:r>
                          <m:rPr>
                            <m:sty m:val="p"/>
                          </m:rPr>
                          <m:t>′</m:t>
                        </m:r>
                      </m:sup>
                    </m:sSup>
                    <m:r>
                      <m:rPr>
                        <m:sty m:val="p"/>
                      </m:rPr>
                      <m:t>(</m:t>
                    </m:r>
                    <m:r>
                      <m:t>c</m:t>
                    </m:r>
                    <m:r>
                      <m:rPr>
                        <m:sty m:val="p"/>
                      </m:rPr>
                      <m:t>)</m:t>
                    </m:r>
                    <m:r>
                      <m:rPr>
                        <m:sty m:val="p"/>
                      </m:rPr>
                      <m:t>=</m:t>
                    </m:r>
                    <m:r>
                      <m:t>0</m:t>
                    </m:r>
                    <m:r>
                      <m:t>a</m:t>
                    </m:r>
                    <m:r>
                      <m:t>n</m:t>
                    </m:r>
                    <m:r>
                      <m:t>d</m:t>
                    </m:r>
                    <m:sSup>
                      <m:e>
                        <m:r>
                          <m:t>f</m:t>
                        </m:r>
                      </m:e>
                      <m:sup>
                        <m:r>
                          <m:rPr>
                            <m:sty m:val="p"/>
                          </m:rPr>
                          <m:t>″</m:t>
                        </m:r>
                      </m:sup>
                    </m:sSup>
                    <m:r>
                      <m:rPr>
                        <m:sty m:val="p"/>
                      </m:rPr>
                      <m:t>(</m:t>
                    </m:r>
                    <m:r>
                      <m:t>c</m:t>
                    </m:r>
                    <m:r>
                      <m:rPr>
                        <m:sty m:val="p"/>
                      </m:rPr>
                      <m:t>)</m:t>
                    </m:r>
                    <m:r>
                      <m:rPr>
                        <m:sty m:val="p"/>
                      </m:rPr>
                      <m:t>&gt;</m:t>
                    </m:r>
                    <m:r>
                      <m:t>0</m:t>
                    </m:r>
                    <m:r>
                      <m:rPr>
                        <m:sty m:val="p"/>
                      </m:rPr>
                      <m:t>⇒</m:t>
                    </m:r>
                    <m:r>
                      <m:t>f</m:t>
                    </m:r>
                    <m:r>
                      <m:t>a</m:t>
                    </m:r>
                    <m:r>
                      <m:t>t</m:t>
                    </m:r>
                    <m:r>
                      <m:t>t</m:t>
                    </m:r>
                    <m:r>
                      <m:t>a</m:t>
                    </m:r>
                    <m:r>
                      <m:t>i</m:t>
                    </m:r>
                    <m:r>
                      <m:t>n</m:t>
                    </m:r>
                    <m:r>
                      <m:t>s</m:t>
                    </m:r>
                    <m:r>
                      <m:t>l</m:t>
                    </m:r>
                    <m:r>
                      <m:t>o</m:t>
                    </m:r>
                    <m:r>
                      <m:t>c</m:t>
                    </m:r>
                    <m:r>
                      <m:t>a</m:t>
                    </m:r>
                    <m:r>
                      <m:t>l</m:t>
                    </m:r>
                    <m:r>
                      <m:t>m</m:t>
                    </m:r>
                    <m:r>
                      <m:t>i</m:t>
                    </m:r>
                    <m:r>
                      <m:t>n</m:t>
                    </m:r>
                    <m:r>
                      <m:t>i</m:t>
                    </m:r>
                    <m:r>
                      <m:t>m</m:t>
                    </m:r>
                    <m:r>
                      <m:t>a</m:t>
                    </m:r>
                    <m:r>
                      <m:t>I</m:t>
                    </m:r>
                    <m:r>
                      <m:t>I</m:t>
                    </m:r>
                    <m:r>
                      <m:t>I</m:t>
                    </m:r>
                    <m:r>
                      <m:rPr>
                        <m:sty m:val="p"/>
                      </m:rPr>
                      <m:t>.</m:t>
                    </m:r>
                    <m:sSup>
                      <m:e>
                        <m:r>
                          <m:t>f</m:t>
                        </m:r>
                      </m:e>
                      <m:sup>
                        <m:r>
                          <m:rPr>
                            <m:sty m:val="p"/>
                          </m:rPr>
                          <m:t>′</m:t>
                        </m:r>
                      </m:sup>
                    </m:sSup>
                    <m:r>
                      <m:rPr>
                        <m:sty m:val="p"/>
                      </m:rPr>
                      <m:t>(</m:t>
                    </m:r>
                    <m:r>
                      <m:t>c</m:t>
                    </m:r>
                    <m:r>
                      <m:rPr>
                        <m:sty m:val="p"/>
                      </m:rPr>
                      <m:t>)</m:t>
                    </m:r>
                    <m:r>
                      <m:rPr>
                        <m:sty m:val="p"/>
                      </m:rPr>
                      <m:t>=</m:t>
                    </m:r>
                    <m:r>
                      <m:t>0</m:t>
                    </m:r>
                    <m:r>
                      <m:t>a</m:t>
                    </m:r>
                    <m:r>
                      <m:t>n</m:t>
                    </m:r>
                    <m:r>
                      <m:t>d</m:t>
                    </m:r>
                    <m:sSup>
                      <m:e>
                        <m:r>
                          <m:t>f</m:t>
                        </m:r>
                      </m:e>
                      <m:sup>
                        <m:r>
                          <m:rPr>
                            <m:sty m:val="p"/>
                          </m:rPr>
                          <m:t>″</m:t>
                        </m:r>
                      </m:sup>
                    </m:sSup>
                    <m:r>
                      <m:rPr>
                        <m:sty m:val="p"/>
                      </m:rPr>
                      <m:t>(</m:t>
                    </m:r>
                    <m:r>
                      <m:t>c</m:t>
                    </m:r>
                    <m:r>
                      <m:rPr>
                        <m:sty m:val="p"/>
                      </m:rPr>
                      <m:t>)</m:t>
                    </m:r>
                    <m:r>
                      <m:rPr>
                        <m:sty m:val="p"/>
                      </m:rPr>
                      <m:t>=</m:t>
                    </m:r>
                    <m:r>
                      <m:t>0</m:t>
                    </m:r>
                    <m:r>
                      <m:rPr>
                        <m:sty m:val="p"/>
                      </m:rPr>
                      <m:t>⇒</m:t>
                    </m:r>
                    <m:r>
                      <m:t>f</m:t>
                    </m:r>
                    <m:r>
                      <m:t>a</m:t>
                    </m:r>
                    <m:r>
                      <m:t>t</m:t>
                    </m:r>
                    <m:r>
                      <m:t>t</m:t>
                    </m:r>
                    <m:r>
                      <m:t>a</m:t>
                    </m:r>
                    <m:r>
                      <m:t>i</m:t>
                    </m:r>
                    <m:r>
                      <m:t>n</m:t>
                    </m:r>
                    <m:r>
                      <m:t>s</m:t>
                    </m:r>
                    <m:r>
                      <m:t>b</m:t>
                    </m:r>
                    <m:r>
                      <m:t>o</m:t>
                    </m:r>
                    <m:r>
                      <m:t>t</m:t>
                    </m:r>
                    <m:r>
                      <m:t>h</m:t>
                    </m:r>
                    <m:r>
                      <m:t>m</m:t>
                    </m:r>
                    <m:r>
                      <m:t>a</m:t>
                    </m:r>
                    <m:r>
                      <m:t>x</m:t>
                    </m:r>
                    <m:r>
                      <m:t>i</m:t>
                    </m:r>
                    <m:r>
                      <m:t>m</m:t>
                    </m:r>
                    <m:r>
                      <m:t>a</m:t>
                    </m:r>
                    <m:r>
                      <m:t>a</m:t>
                    </m:r>
                    <m:r>
                      <m:t>n</m:t>
                    </m:r>
                    <m:r>
                      <m:t>d</m:t>
                    </m:r>
                    <m:r>
                      <m:t>m</m:t>
                    </m:r>
                    <m:r>
                      <m:t>i</m:t>
                    </m:r>
                    <m:r>
                      <m:t>n</m:t>
                    </m:r>
                    <m:r>
                      <m:t>i</m:t>
                    </m:r>
                    <m:r>
                      <m:t>m</m:t>
                    </m:r>
                    <m:r>
                      <m:t>a</m:t>
                    </m:r>
                  </m:oMath>
                </a14:m>
              </mc:Choice>
            </mc:AlternateContent>
            <a:r>
              <a:rPr lang="en-US" sz="1800" b="1">
                <a:solidFill>
                  <a:srgbClr val="FAD02C"/>
                </a:solidFill>
                <a:latin typeface="Arial"/>
              </a:rPr>
              <a:t>​</a:t>
            </a:r>
          </a:p>
        </p:txBody>
      </p:sp>
      <p:sp>
        <p:nvSpPr>
          <p:cNvPr id="7" name="TextBox 6"/>
          <p:cNvSpPr txBox="1"/>
          <p:nvPr/>
        </p:nvSpPr>
        <p:spPr>
          <a:xfrm>
            <a:off x="457200" y="211409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I and II are true</a:t>
            </a:r>
          </a:p>
        </p:txBody>
      </p:sp>
      <p:sp>
        <p:nvSpPr>
          <p:cNvPr id="8" name="TextBox 7"/>
          <p:cNvSpPr txBox="1"/>
          <p:nvPr/>
        </p:nvSpPr>
        <p:spPr>
          <a:xfrm>
            <a:off x="3321558" y="211409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I and III are true</a:t>
            </a:r>
          </a:p>
        </p:txBody>
      </p:sp>
      <p:sp>
        <p:nvSpPr>
          <p:cNvPr id="9" name="TextBox 8"/>
          <p:cNvSpPr txBox="1"/>
          <p:nvPr/>
        </p:nvSpPr>
        <p:spPr>
          <a:xfrm>
            <a:off x="6185916" y="211409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II and III are true</a:t>
            </a:r>
          </a:p>
        </p:txBody>
      </p:sp>
      <p:sp>
        <p:nvSpPr>
          <p:cNvPr id="10" name="TextBox 9"/>
          <p:cNvSpPr txBox="1"/>
          <p:nvPr/>
        </p:nvSpPr>
        <p:spPr>
          <a:xfrm>
            <a:off x="9050274" y="211409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all are false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If each side of a cube is xunits, then the rate of change of its surface area with respect to side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12x</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6x</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6</m:t>
                    </m:r>
                    <m:sSup>
                      <m:e>
                        <m:r>
                          <m:t>x</m:t>
                        </m:r>
                      </m:e>
                      <m:sup>
                        <m:r>
                          <m:t>2</m:t>
                        </m:r>
                      </m:sup>
                    </m:sSup>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3</m:t>
                    </m:r>
                    <m:sSup>
                      <m:e>
                        <m:r>
                          <m:t>x</m:t>
                        </m:r>
                      </m:e>
                      <m:sup>
                        <m:r>
                          <m:t>2</m:t>
                        </m:r>
                      </m:sup>
                    </m:sSup>
                  </m:oMath>
                </a14:m>
              </mc:Choice>
            </mc:AlternateContent>
            <a:r>
              <a:rPr lang="en-US" sz="1600">
                <a:solidFill>
                  <a:srgbClr val="F0F0F0"/>
                </a:solidFill>
                <a:latin typeface="Arial"/>
              </a:rPr>
              <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Let C be the circumference and A be the area of a circle.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Statement 1: The rate of change of the area with respective to radius is equal to C.
Statement 2: The rate of change of the area with respective to diameter is C/2.</a:t>
            </a:r>
          </a:p>
        </p:txBody>
      </p:sp>
      <p:sp>
        <p:nvSpPr>
          <p:cNvPr id="4" name="TextBox 3"/>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Only Statement 1 is true</a:t>
            </a:r>
          </a:p>
        </p:txBody>
      </p:sp>
      <p:sp>
        <p:nvSpPr>
          <p:cNvPr id="5" name="TextBox 4"/>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Only statement 2 is true</a:t>
            </a:r>
          </a:p>
        </p:txBody>
      </p:sp>
      <p:sp>
        <p:nvSpPr>
          <p:cNvPr id="6" name="TextBox 5"/>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Both statements are true</a:t>
            </a:r>
          </a:p>
        </p:txBody>
      </p:sp>
      <p:sp>
        <p:nvSpPr>
          <p:cNvPr id="7" name="TextBox 6"/>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Both statements are false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F</m:t>
                    </m:r>
                    <m:r>
                      <m:t>u</m:t>
                    </m:r>
                    <m:r>
                      <m:t>n</m:t>
                    </m:r>
                    <m:r>
                      <m:t>c</m:t>
                    </m:r>
                    <m:r>
                      <m:t>t</m:t>
                    </m:r>
                    <m:r>
                      <m:t>i</m:t>
                    </m:r>
                    <m:r>
                      <m:t>o</m:t>
                    </m:r>
                    <m:r>
                      <m:t>n</m:t>
                    </m:r>
                    <m:r>
                      <m:t>f</m:t>
                    </m:r>
                    <m:r>
                      <m:rPr>
                        <m:sty m:val="p"/>
                      </m:rPr>
                      <m:t>(</m:t>
                    </m:r>
                    <m:r>
                      <m:t>x</m:t>
                    </m:r>
                    <m:r>
                      <m:rPr>
                        <m:sty m:val="p"/>
                      </m:rPr>
                      <m:t>)</m:t>
                    </m:r>
                    <m:r>
                      <m:rPr>
                        <m:sty m:val="p"/>
                      </m:rPr>
                      <m:t>=</m:t>
                    </m:r>
                    <m:sSup>
                      <m:e>
                        <m:r>
                          <m:t>a</m:t>
                        </m:r>
                      </m:e>
                      <m:sup>
                        <m:r>
                          <m:t>x</m:t>
                        </m:r>
                      </m:sup>
                    </m:sSup>
                    <m:r>
                      <m:t>i</m:t>
                    </m:r>
                    <m:r>
                      <m:t>s</m:t>
                    </m:r>
                    <m:r>
                      <m:t>i</m:t>
                    </m:r>
                    <m:r>
                      <m:t>n</m:t>
                    </m:r>
                    <m:r>
                      <m:t>c</m:t>
                    </m:r>
                    <m:r>
                      <m:t>r</m:t>
                    </m:r>
                    <m:r>
                      <m:t>e</m:t>
                    </m:r>
                    <m:r>
                      <m:t>a</m:t>
                    </m:r>
                    <m:r>
                      <m:t>s</m:t>
                    </m:r>
                    <m:r>
                      <m:t>i</m:t>
                    </m:r>
                    <m:r>
                      <m:t>n</m:t>
                    </m:r>
                    <m:r>
                      <m:t>g</m:t>
                    </m:r>
                    <m:r>
                      <m:t>o</m:t>
                    </m:r>
                    <m:r>
                      <m:t>n</m:t>
                    </m:r>
                    <m:r>
                      <m:t>R</m:t>
                    </m:r>
                    <m:r>
                      <m:rPr>
                        <m:sty m:val="p"/>
                      </m:rPr>
                      <m:t>,</m:t>
                    </m:r>
                    <m:r>
                      <m:t>i</m:t>
                    </m:r>
                    <m:r>
                      <m:t>f</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a&gt;0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a&lt;0</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0&lt;a&lt;1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a&gt;1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t</m:t>
                    </m:r>
                    <m:r>
                      <m:t>o</m:t>
                    </m:r>
                    <m:r>
                      <m:t>t</m:t>
                    </m:r>
                    <m:r>
                      <m:t>a</m:t>
                    </m:r>
                    <m:r>
                      <m:t>l</m:t>
                    </m:r>
                    <m:r>
                      <m:t>r</m:t>
                    </m:r>
                    <m:r>
                      <m:t>e</m:t>
                    </m:r>
                    <m:r>
                      <m:t>v</m:t>
                    </m:r>
                    <m:r>
                      <m:t>e</m:t>
                    </m:r>
                    <m:r>
                      <m:t>n</m:t>
                    </m:r>
                    <m:r>
                      <m:t>u</m:t>
                    </m:r>
                    <m:r>
                      <m:t>e</m:t>
                    </m:r>
                    <m:r>
                      <m:t>i</m:t>
                    </m:r>
                    <m:r>
                      <m:t>n</m:t>
                    </m:r>
                    <m:r>
                      <m:t>r</m:t>
                    </m:r>
                    <m:r>
                      <m:t>u</m:t>
                    </m:r>
                    <m:r>
                      <m:t>p</m:t>
                    </m:r>
                    <m:r>
                      <m:t>e</m:t>
                    </m:r>
                    <m:r>
                      <m:t>e</m:t>
                    </m:r>
                    <m:r>
                      <m:t>s</m:t>
                    </m:r>
                    <m:r>
                      <m:t>r</m:t>
                    </m:r>
                    <m:r>
                      <m:t>e</m:t>
                    </m:r>
                    <m:r>
                      <m:t>c</m:t>
                    </m:r>
                    <m:r>
                      <m:t>e</m:t>
                    </m:r>
                    <m:r>
                      <m:t>i</m:t>
                    </m:r>
                    <m:r>
                      <m:t>v</m:t>
                    </m:r>
                    <m:r>
                      <m:t>e</m:t>
                    </m:r>
                    <m:r>
                      <m:t>d</m:t>
                    </m:r>
                    <m:r>
                      <m:t>f</m:t>
                    </m:r>
                    <m:r>
                      <m:t>r</m:t>
                    </m:r>
                    <m:r>
                      <m:t>o</m:t>
                    </m:r>
                    <m:r>
                      <m:t>m</m:t>
                    </m:r>
                    <m:r>
                      <m:t>t</m:t>
                    </m:r>
                    <m:r>
                      <m:t>h</m:t>
                    </m:r>
                    <m:r>
                      <m:t>e</m:t>
                    </m:r>
                    <m:r>
                      <m:t>s</m:t>
                    </m:r>
                    <m:r>
                      <m:t>a</m:t>
                    </m:r>
                    <m:r>
                      <m:t>l</m:t>
                    </m:r>
                    <m:r>
                      <m:t>e</m:t>
                    </m:r>
                    <m:r>
                      <m:t>o</m:t>
                    </m:r>
                    <m:r>
                      <m:t>f</m:t>
                    </m:r>
                    <m:r>
                      <m:t>x</m:t>
                    </m:r>
                    <m:r>
                      <m:t>u</m:t>
                    </m:r>
                    <m:r>
                      <m:t>n</m:t>
                    </m:r>
                    <m:r>
                      <m:t>i</m:t>
                    </m:r>
                    <m:r>
                      <m:t>t</m:t>
                    </m:r>
                    <m:r>
                      <m:t>s</m:t>
                    </m:r>
                    <m:r>
                      <m:t>o</m:t>
                    </m:r>
                    <m:r>
                      <m:t>f</m:t>
                    </m:r>
                    <m:r>
                      <m:t>a</m:t>
                    </m:r>
                    <m:r>
                      <m:t>p</m:t>
                    </m:r>
                    <m:r>
                      <m:t>r</m:t>
                    </m:r>
                    <m:r>
                      <m:t>o</m:t>
                    </m:r>
                    <m:r>
                      <m:t>d</m:t>
                    </m:r>
                    <m:r>
                      <m:t>u</m:t>
                    </m:r>
                    <m:r>
                      <m:t>c</m:t>
                    </m:r>
                    <m:r>
                      <m:t>t</m:t>
                    </m:r>
                    <m:r>
                      <m:t>i</m:t>
                    </m:r>
                    <m:r>
                      <m:t>s</m:t>
                    </m:r>
                    <m:r>
                      <m:t>R</m:t>
                    </m:r>
                    <m:r>
                      <m:rPr>
                        <m:sty m:val="p"/>
                      </m:rPr>
                      <m:t>(</m:t>
                    </m:r>
                    <m:r>
                      <m:t>x</m:t>
                    </m:r>
                    <m:r>
                      <m:rPr>
                        <m:sty m:val="p"/>
                      </m:rPr>
                      <m:t>)</m:t>
                    </m:r>
                    <m:r>
                      <m:rPr>
                        <m:sty m:val="p"/>
                      </m:rPr>
                      <m:t>=</m:t>
                    </m:r>
                    <m:r>
                      <m:t>3</m:t>
                    </m:r>
                    <m:sSup>
                      <m:e>
                        <m:r>
                          <m:t>x</m:t>
                        </m:r>
                      </m:e>
                      <m:sup>
                        <m:r>
                          <m:t>2</m:t>
                        </m:r>
                      </m:sup>
                    </m:sSup>
                    <m:r>
                      <m:rPr>
                        <m:sty m:val="p"/>
                      </m:rPr>
                      <m:t>+</m:t>
                    </m:r>
                    <m:r>
                      <m:t>36</m:t>
                    </m:r>
                    <m:r>
                      <m:t>x</m:t>
                    </m:r>
                    <m:r>
                      <m:rPr>
                        <m:sty m:val="p"/>
                      </m:rPr>
                      <m:t>+</m:t>
                    </m:r>
                    <m:r>
                      <m:t>5</m:t>
                    </m:r>
                    <m:r>
                      <m:rPr>
                        <m:sty m:val="p"/>
                      </m:rPr>
                      <m:t>,</m:t>
                    </m:r>
                    <m:r>
                      <m:t>t</m:t>
                    </m:r>
                    <m:r>
                      <m:t>h</m:t>
                    </m:r>
                    <m:r>
                      <m:t>e</m:t>
                    </m:r>
                    <m:r>
                      <m:t>n</m:t>
                    </m:r>
                    <m:r>
                      <m:t>t</m:t>
                    </m:r>
                    <m:r>
                      <m:t>h</m:t>
                    </m:r>
                    <m:r>
                      <m:t>e</m:t>
                    </m:r>
                    <m:r>
                      <m:t>m</m:t>
                    </m:r>
                    <m:r>
                      <m:t>a</m:t>
                    </m:r>
                    <m:r>
                      <m:t>r</m:t>
                    </m:r>
                    <m:r>
                      <m:t>g</m:t>
                    </m:r>
                    <m:r>
                      <m:t>i</m:t>
                    </m:r>
                    <m:r>
                      <m:t>n</m:t>
                    </m:r>
                    <m:r>
                      <m:t>a</m:t>
                    </m:r>
                    <m:r>
                      <m:t>l</m:t>
                    </m:r>
                    <m:r>
                      <m:t>r</m:t>
                    </m:r>
                    <m:r>
                      <m:t>e</m:t>
                    </m:r>
                    <m:r>
                      <m:t>v</m:t>
                    </m:r>
                    <m:r>
                      <m:t>e</m:t>
                    </m:r>
                    <m:r>
                      <m:t>n</m:t>
                    </m:r>
                    <m:r>
                      <m:t>u</m:t>
                    </m:r>
                    <m:r>
                      <m:t>e</m:t>
                    </m:r>
                    <m:r>
                      <m:t>w</m:t>
                    </m:r>
                    <m:r>
                      <m:t>h</m:t>
                    </m:r>
                    <m:r>
                      <m:t>e</m:t>
                    </m:r>
                    <m:r>
                      <m:t>n</m:t>
                    </m:r>
                    <m:r>
                      <m:t>x</m:t>
                    </m:r>
                    <m:r>
                      <m:rPr>
                        <m:sty m:val="p"/>
                      </m:rPr>
                      <m:t>=</m:t>
                    </m:r>
                    <m:r>
                      <m:t>15</m:t>
                    </m:r>
                    <m:r>
                      <m:t>i</m:t>
                    </m:r>
                    <m:r>
                      <m:t>s</m:t>
                    </m:r>
                    <m:r>
                      <m:rPr>
                        <m:sty m:val="p"/>
                      </m:rPr>
                      <m:t>…</m:t>
                    </m:r>
                    <m:r>
                      <m:rPr>
                        <m:sty m:val="p"/>
                      </m:rPr>
                      <m:t>…</m:t>
                    </m:r>
                    <m:r>
                      <m:t>R</m:t>
                    </m:r>
                    <m:r>
                      <m:t>u</m:t>
                    </m:r>
                    <m:r>
                      <m:t>p</m:t>
                    </m:r>
                    <m:r>
                      <m:t>e</m:t>
                    </m:r>
                    <m:r>
                      <m:t>e</m:t>
                    </m:r>
                    <m:r>
                      <m:t>s</m:t>
                    </m:r>
                  </m:oMath>
                </a14:m>
              </mc:Choice>
            </mc:AlternateContent>
            <a:r>
              <a:rPr lang="en-US" sz="1800" b="1">
                <a:solidFill>
                  <a:srgbClr val="FAD02C"/>
                </a:solidFill>
                <a:latin typeface="Arial"/>
              </a:rPr>
              <a:t>​</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116</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96</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90</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126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a</m:t>
                    </m:r>
                    <m:r>
                      <m:t>b</m:t>
                    </m:r>
                    <m:r>
                      <m:t>s</m:t>
                    </m:r>
                    <m:r>
                      <m:t>o</m:t>
                    </m:r>
                    <m:r>
                      <m:t>l</m:t>
                    </m:r>
                    <m:r>
                      <m:t>u</m:t>
                    </m:r>
                    <m:r>
                      <m:t>t</m:t>
                    </m:r>
                    <m:r>
                      <m:t>e</m:t>
                    </m:r>
                    <m:r>
                      <m:t>m</m:t>
                    </m:r>
                    <m:r>
                      <m:t>a</m:t>
                    </m:r>
                    <m:r>
                      <m:t>x</m:t>
                    </m:r>
                    <m:r>
                      <m:t>i</m:t>
                    </m:r>
                    <m:r>
                      <m:t>m</m:t>
                    </m:r>
                    <m:r>
                      <m:t>u</m:t>
                    </m:r>
                    <m:r>
                      <m:t>m</m:t>
                    </m:r>
                    <m:r>
                      <m:t>v</m:t>
                    </m:r>
                    <m:r>
                      <m:t>a</m:t>
                    </m:r>
                    <m:r>
                      <m:t>l</m:t>
                    </m:r>
                    <m:r>
                      <m:t>u</m:t>
                    </m:r>
                    <m:r>
                      <m:t>e</m:t>
                    </m:r>
                    <m:r>
                      <m:t>o</m:t>
                    </m:r>
                    <m:r>
                      <m:t>f</m:t>
                    </m:r>
                    <m:r>
                      <m:t>t</m:t>
                    </m:r>
                    <m:r>
                      <m:t>h</m:t>
                    </m:r>
                    <m:r>
                      <m:t>e</m:t>
                    </m:r>
                    <m:r>
                      <m:t>f</m:t>
                    </m:r>
                    <m:r>
                      <m:t>u</m:t>
                    </m:r>
                    <m:r>
                      <m:t>n</m:t>
                    </m:r>
                    <m:r>
                      <m:t>c</m:t>
                    </m:r>
                    <m:r>
                      <m:t>t</m:t>
                    </m:r>
                    <m:r>
                      <m:t>i</m:t>
                    </m:r>
                    <m:r>
                      <m:t>o</m:t>
                    </m:r>
                    <m:r>
                      <m:t>n</m:t>
                    </m:r>
                    <m:r>
                      <m:t>g</m:t>
                    </m:r>
                    <m:r>
                      <m:t>i</m:t>
                    </m:r>
                    <m:r>
                      <m:t>v</m:t>
                    </m:r>
                    <m:r>
                      <m:t>e</m:t>
                    </m:r>
                    <m:r>
                      <m:t>n</m:t>
                    </m:r>
                    <m:r>
                      <m:t>b</m:t>
                    </m:r>
                    <m:r>
                      <m:t>y</m:t>
                    </m:r>
                    <m:r>
                      <m:t>f</m:t>
                    </m:r>
                    <m:r>
                      <m:rPr>
                        <m:sty m:val="p"/>
                      </m:rPr>
                      <m:t>(</m:t>
                    </m:r>
                    <m:r>
                      <m:t>x</m:t>
                    </m:r>
                    <m:r>
                      <m:rPr>
                        <m:sty m:val="p"/>
                      </m:rPr>
                      <m:t>)</m:t>
                    </m:r>
                    <m:r>
                      <m:rPr>
                        <m:sty m:val="p"/>
                      </m:rPr>
                      <m:t>=</m:t>
                    </m:r>
                    <m:sSup>
                      <m:e>
                        <m:r>
                          <m:t>x</m:t>
                        </m:r>
                      </m:e>
                      <m:sup>
                        <m:r>
                          <m:t>3</m:t>
                        </m:r>
                      </m:sup>
                    </m:sSup>
                    <m:r>
                      <m:rPr>
                        <m:sty m:val="p"/>
                      </m:rPr>
                      <m:t>,</m:t>
                    </m:r>
                    <m:r>
                      <m:t>x</m:t>
                    </m:r>
                    <m:r>
                      <m:rPr>
                        <m:sty m:val="p"/>
                      </m:rPr>
                      <m:t>∈</m:t>
                    </m:r>
                    <m:r>
                      <m:rPr>
                        <m:sty m:val="p"/>
                      </m:rPr>
                      <m:t>[</m:t>
                    </m:r>
                    <m:r>
                      <m:rPr>
                        <m:sty m:val="p"/>
                      </m:rPr>
                      <m:t>−</m:t>
                    </m:r>
                    <m:r>
                      <m:t>2</m:t>
                    </m:r>
                    <m:r>
                      <m:rPr>
                        <m:sty m:val="p"/>
                      </m:rPr>
                      <m:t>,</m:t>
                    </m:r>
                    <m:r>
                      <m:t>2</m:t>
                    </m:r>
                    <m:r>
                      <m:rPr>
                        <m:sty m:val="p"/>
                      </m:rPr>
                      <m:t>]</m:t>
                    </m:r>
                    <m:r>
                      <m:t>i</m:t>
                    </m:r>
                    <m:r>
                      <m:t>s</m:t>
                    </m:r>
                    <m:r>
                      <m:rPr>
                        <m:sty m:val="p"/>
                      </m:rPr>
                      <m:t>…</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2</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minimum value of ∣x∣in R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does not exist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rate of change of the area of a circle with respect to its radius r when r=4cm is…… πcm²/cm.</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12</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8</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rate of change of area of circle per second with respect to its radius r when r = 3 cm (in cm²/s)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π</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3π</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6π</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9π</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minimum values of the function f(x)=x, x∈[0,1]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2026M,2024-2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rate of change of area of circle with respect to its radius ‘r’ at r = 6 cm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10π</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12π</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8π</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11π</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point of inflection of the following graph is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pic>
        <p:nvPicPr>
          <p:cNvPr id="3" name="Picture 2" descr="img_rId8.png"/>
          <p:cNvPicPr>
            <a:picLocks noChangeAspect="1"/>
          </p:cNvPicPr>
          <p:nvPr/>
        </p:nvPicPr>
        <p:blipFill>
          <a:blip r:embed="rId3"/>
          <a:stretch>
            <a:fillRect/>
          </a:stretch>
        </p:blipFill>
        <p:spPr>
          <a:xfrm>
            <a:off x="11914632" y="731520"/>
            <a:ext cx="2743200" cy="1873405"/>
          </a:xfrm>
          <a:prstGeom prst="rect">
            <a:avLst/>
          </a:prstGeom>
        </p:spPr>
      </p:pic>
      <p:sp>
        <p:nvSpPr>
          <p:cNvPr id="4" name="TextBox 3"/>
          <p:cNvSpPr txBox="1"/>
          <p:nvPr/>
        </p:nvSpPr>
        <p:spPr>
          <a:xfrm>
            <a:off x="457200" y="731520"/>
            <a:ext cx="11274552" cy="320040"/>
          </a:xfrm>
          <a:prstGeom prst="rect">
            <a:avLst/>
          </a:prstGeom>
          <a:noFill/>
        </p:spPr>
        <p:txBody>
          <a:bodyPr wrap="square" lIns="0" rIns="0" tIns="0" bIns="0">
            <a:spAutoFit/>
          </a:bodyPr>
          <a:lstStyle/>
          <a:p>
            <a:pPr algn="l"/>
          </a:p>
        </p:txBody>
      </p:sp>
      <p:sp>
        <p:nvSpPr>
          <p:cNvPr id="5" name="TextBox 4"/>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((π)/(2))</a:t>
            </a:r>
          </a:p>
        </p:txBody>
      </p:sp>
      <p:sp>
        <p:nvSpPr>
          <p:cNvPr id="6" name="TextBox 5"/>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(0)</a:t>
            </a:r>
          </a:p>
        </p:txBody>
      </p:sp>
      <p:sp>
        <p:nvSpPr>
          <p:cNvPr id="7" name="TextBox 6"/>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(0, 0)</a:t>
            </a:r>
          </a:p>
        </p:txBody>
      </p:sp>
      <p:sp>
        <p:nvSpPr>
          <p:cNvPr id="8" name="TextBox 7"/>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((π)/(2))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p</m:t>
                    </m:r>
                    <m:r>
                      <m:t>o</m:t>
                    </m:r>
                    <m:r>
                      <m:t>i</m:t>
                    </m:r>
                    <m:r>
                      <m:t>n</m:t>
                    </m:r>
                    <m:r>
                      <m:t>t</m:t>
                    </m:r>
                    <m:r>
                      <m:t>o</m:t>
                    </m:r>
                    <m:r>
                      <m:t>n</m:t>
                    </m:r>
                    <m:r>
                      <m:t>t</m:t>
                    </m:r>
                    <m:r>
                      <m:t>h</m:t>
                    </m:r>
                    <m:r>
                      <m:t>e</m:t>
                    </m:r>
                    <m:r>
                      <m:t>c</m:t>
                    </m:r>
                    <m:r>
                      <m:t>u</m:t>
                    </m:r>
                    <m:r>
                      <m:t>r</m:t>
                    </m:r>
                    <m:r>
                      <m:t>v</m:t>
                    </m:r>
                    <m:r>
                      <m:t>e</m:t>
                    </m:r>
                    <m:sSup>
                      <m:e>
                        <m:r>
                          <m:t>x</m:t>
                        </m:r>
                      </m:e>
                      <m:sup>
                        <m:r>
                          <m:t>2</m:t>
                        </m:r>
                      </m:sup>
                    </m:sSup>
                    <m:r>
                      <m:rPr>
                        <m:sty m:val="p"/>
                      </m:rPr>
                      <m:t>=</m:t>
                    </m:r>
                    <m:r>
                      <m:t>2</m:t>
                    </m:r>
                    <m:r>
                      <m:t>y</m:t>
                    </m:r>
                    <m:r>
                      <m:t>w</m:t>
                    </m:r>
                    <m:r>
                      <m:t>h</m:t>
                    </m:r>
                    <m:r>
                      <m:t>i</m:t>
                    </m:r>
                    <m:r>
                      <m:t>c</m:t>
                    </m:r>
                    <m:r>
                      <m:t>h</m:t>
                    </m:r>
                    <m:r>
                      <m:t>i</m:t>
                    </m:r>
                    <m:r>
                      <m:t>s</m:t>
                    </m:r>
                    <m:r>
                      <m:t>n</m:t>
                    </m:r>
                    <m:r>
                      <m:t>e</m:t>
                    </m:r>
                    <m:r>
                      <m:t>a</m:t>
                    </m:r>
                    <m:r>
                      <m:t>r</m:t>
                    </m:r>
                    <m:r>
                      <m:t>e</m:t>
                    </m:r>
                    <m:r>
                      <m:t>s</m:t>
                    </m:r>
                    <m:r>
                      <m:t>t</m:t>
                    </m:r>
                    <m:r>
                      <m:t>t</m:t>
                    </m:r>
                    <m:r>
                      <m:t>o</m:t>
                    </m:r>
                    <m:r>
                      <m:t>t</m:t>
                    </m:r>
                    <m:r>
                      <m:t>h</m:t>
                    </m:r>
                    <m:r>
                      <m:t>e</m:t>
                    </m:r>
                    <m:r>
                      <m:t>p</m:t>
                    </m:r>
                    <m:r>
                      <m:t>o</m:t>
                    </m:r>
                    <m:r>
                      <m:t>i</m:t>
                    </m:r>
                    <m:r>
                      <m:t>n</m:t>
                    </m:r>
                    <m:r>
                      <m:t>t</m:t>
                    </m:r>
                    <m:r>
                      <m:rPr>
                        <m:sty m:val="p"/>
                      </m:rPr>
                      <m:t>(</m:t>
                    </m:r>
                    <m:r>
                      <m:t>0</m:t>
                    </m:r>
                    <m:r>
                      <m:rPr>
                        <m:sty m:val="p"/>
                      </m:rPr>
                      <m:t>)</m:t>
                    </m:r>
                    <m:r>
                      <m:t>i</m:t>
                    </m:r>
                    <m:r>
                      <m:t>s</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(2sqrt(2))</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(2sqrt(2))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maximum value of the function f(x)= x, x ∈ (1, 2)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do not have maximum value</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3</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maximum value of the function f given by f(x) = |x|, x ∈ R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does not exist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a</m:t>
                    </m:r>
                    <m:r>
                      <m:t>b</m:t>
                    </m:r>
                    <m:r>
                      <m:t>s</m:t>
                    </m:r>
                    <m:r>
                      <m:t>o</m:t>
                    </m:r>
                    <m:r>
                      <m:t>l</m:t>
                    </m:r>
                    <m:r>
                      <m:t>u</m:t>
                    </m:r>
                    <m:r>
                      <m:t>t</m:t>
                    </m:r>
                    <m:r>
                      <m:t>e</m:t>
                    </m:r>
                    <m:r>
                      <m:t>m</m:t>
                    </m:r>
                    <m:r>
                      <m:t>a</m:t>
                    </m:r>
                    <m:r>
                      <m:t>x</m:t>
                    </m:r>
                    <m:r>
                      <m:t>i</m:t>
                    </m:r>
                    <m:r>
                      <m:t>m</m:t>
                    </m:r>
                    <m:r>
                      <m:t>u</m:t>
                    </m:r>
                    <m:r>
                      <m:t>m</m:t>
                    </m:r>
                    <m:r>
                      <m:t>v</m:t>
                    </m:r>
                    <m:r>
                      <m:t>a</m:t>
                    </m:r>
                    <m:r>
                      <m:t>l</m:t>
                    </m:r>
                    <m:r>
                      <m:t>u</m:t>
                    </m:r>
                    <m:r>
                      <m:t>e</m:t>
                    </m:r>
                    <m:r>
                      <m:t>o</m:t>
                    </m:r>
                    <m:r>
                      <m:t>f</m:t>
                    </m:r>
                    <m:r>
                      <m:t>t</m:t>
                    </m:r>
                    <m:r>
                      <m:t>h</m:t>
                    </m:r>
                    <m:r>
                      <m:t>e</m:t>
                    </m:r>
                    <m:r>
                      <m:t>f</m:t>
                    </m:r>
                    <m:r>
                      <m:t>u</m:t>
                    </m:r>
                    <m:r>
                      <m:t>n</m:t>
                    </m:r>
                    <m:r>
                      <m:t>c</m:t>
                    </m:r>
                    <m:r>
                      <m:t>t</m:t>
                    </m:r>
                    <m:r>
                      <m:t>i</m:t>
                    </m:r>
                    <m:r>
                      <m:t>o</m:t>
                    </m:r>
                    <m:r>
                      <m:t>n</m:t>
                    </m:r>
                    <m:r>
                      <m:t>f</m:t>
                    </m:r>
                    <m:r>
                      <m:t>g</m:t>
                    </m:r>
                    <m:r>
                      <m:t>i</m:t>
                    </m:r>
                    <m:r>
                      <m:t>v</m:t>
                    </m:r>
                    <m:r>
                      <m:t>e</m:t>
                    </m:r>
                    <m:r>
                      <m:t>n</m:t>
                    </m:r>
                    <m:r>
                      <m:t>b</m:t>
                    </m:r>
                    <m:r>
                      <m:t>y</m:t>
                    </m:r>
                    <m:r>
                      <m:t>f</m:t>
                    </m:r>
                    <m:r>
                      <m:rPr>
                        <m:sty m:val="p"/>
                      </m:rPr>
                      <m:t>(</m:t>
                    </m:r>
                    <m:r>
                      <m:t>x</m:t>
                    </m:r>
                    <m:r>
                      <m:rPr>
                        <m:sty m:val="p"/>
                      </m:rPr>
                      <m:t>)</m:t>
                    </m:r>
                    <m:r>
                      <m:rPr>
                        <m:sty m:val="p"/>
                      </m:rPr>
                      <m:t>=</m:t>
                    </m:r>
                    <m:sSup>
                      <m:e>
                        <m:r>
                          <m:t>x</m:t>
                        </m:r>
                      </m:e>
                      <m:sup>
                        <m:r>
                          <m:t>3</m:t>
                        </m:r>
                      </m:sup>
                    </m:sSup>
                    <m:r>
                      <m:rPr>
                        <m:sty m:val="p"/>
                      </m:rPr>
                      <m:t>,</m:t>
                    </m:r>
                    <m:r>
                      <m:t>x</m:t>
                    </m:r>
                    <m:r>
                      <m:rPr>
                        <m:sty m:val="p"/>
                      </m:rPr>
                      <m:t>∈</m:t>
                    </m:r>
                    <m:r>
                      <m:rPr>
                        <m:sty m:val="p"/>
                      </m:rPr>
                      <m:t>[</m:t>
                    </m:r>
                    <m:r>
                      <m:rPr>
                        <m:sty m:val="p"/>
                      </m:rPr>
                      <m:t>−</m:t>
                    </m:r>
                    <m:r>
                      <m:t>2</m:t>
                    </m:r>
                    <m:r>
                      <m:rPr>
                        <m:sty m:val="p"/>
                      </m:rPr>
                      <m:t>,</m:t>
                    </m:r>
                    <m:r>
                      <m:t>2</m:t>
                    </m:r>
                    <m:r>
                      <m:rPr>
                        <m:sty m:val="p"/>
                      </m:rPr>
                      <m:t>]</m:t>
                    </m:r>
                    <m:r>
                      <m:t>i</m:t>
                    </m:r>
                    <m:r>
                      <m:t>s</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0</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t</m:t>
                    </m:r>
                    <m:r>
                      <m:t>o</m:t>
                    </m:r>
                    <m:r>
                      <m:t>t</m:t>
                    </m:r>
                    <m:r>
                      <m:t>a</m:t>
                    </m:r>
                    <m:r>
                      <m:t>l</m:t>
                    </m:r>
                    <m:r>
                      <m:t>r</m:t>
                    </m:r>
                    <m:r>
                      <m:t>e</m:t>
                    </m:r>
                    <m:r>
                      <m:t>v</m:t>
                    </m:r>
                    <m:r>
                      <m:t>e</m:t>
                    </m:r>
                    <m:r>
                      <m:t>n</m:t>
                    </m:r>
                    <m:r>
                      <m:t>u</m:t>
                    </m:r>
                    <m:r>
                      <m:t>e</m:t>
                    </m:r>
                    <m:r>
                      <m:t>i</m:t>
                    </m:r>
                    <m:r>
                      <m:t>n</m:t>
                    </m:r>
                    <m:r>
                      <m:t>R</m:t>
                    </m:r>
                    <m:r>
                      <m:t>u</m:t>
                    </m:r>
                    <m:r>
                      <m:t>p</m:t>
                    </m:r>
                    <m:r>
                      <m:t>e</m:t>
                    </m:r>
                    <m:r>
                      <m:t>e</m:t>
                    </m:r>
                    <m:r>
                      <m:t>s</m:t>
                    </m:r>
                    <m:r>
                      <m:t>r</m:t>
                    </m:r>
                    <m:r>
                      <m:t>e</m:t>
                    </m:r>
                    <m:r>
                      <m:t>c</m:t>
                    </m:r>
                    <m:r>
                      <m:t>e</m:t>
                    </m:r>
                    <m:r>
                      <m:t>i</m:t>
                    </m:r>
                    <m:r>
                      <m:t>v</m:t>
                    </m:r>
                    <m:r>
                      <m:t>e</m:t>
                    </m:r>
                    <m:r>
                      <m:t>d</m:t>
                    </m:r>
                    <m:r>
                      <m:t>f</m:t>
                    </m:r>
                    <m:r>
                      <m:t>r</m:t>
                    </m:r>
                    <m:r>
                      <m:t>o</m:t>
                    </m:r>
                    <m:r>
                      <m:t>m</m:t>
                    </m:r>
                    <m:r>
                      <m:t>t</m:t>
                    </m:r>
                    <m:r>
                      <m:t>h</m:t>
                    </m:r>
                    <m:r>
                      <m:t>e</m:t>
                    </m:r>
                    <m:r>
                      <m:t>s</m:t>
                    </m:r>
                    <m:r>
                      <m:t>a</m:t>
                    </m:r>
                    <m:r>
                      <m:t>l</m:t>
                    </m:r>
                    <m:r>
                      <m:t>e</m:t>
                    </m:r>
                    <m:r>
                      <m:t>o</m:t>
                    </m:r>
                    <m:r>
                      <m:t>f</m:t>
                    </m:r>
                    <m:r>
                      <m:t>x</m:t>
                    </m:r>
                    <m:r>
                      <m:t>u</m:t>
                    </m:r>
                    <m:r>
                      <m:t>n</m:t>
                    </m:r>
                    <m:r>
                      <m:t>i</m:t>
                    </m:r>
                    <m:r>
                      <m:t>t</m:t>
                    </m:r>
                    <m:r>
                      <m:t>s</m:t>
                    </m:r>
                    <m:r>
                      <m:t>o</m:t>
                    </m:r>
                    <m:r>
                      <m:t>f</m:t>
                    </m:r>
                    <m:r>
                      <m:t>a</m:t>
                    </m:r>
                    <m:r>
                      <m:t>p</m:t>
                    </m:r>
                    <m:r>
                      <m:t>r</m:t>
                    </m:r>
                    <m:r>
                      <m:t>o</m:t>
                    </m:r>
                    <m:r>
                      <m:t>d</m:t>
                    </m:r>
                    <m:r>
                      <m:t>u</m:t>
                    </m:r>
                    <m:r>
                      <m:t>c</m:t>
                    </m:r>
                    <m:r>
                      <m:t>t</m:t>
                    </m:r>
                    <m:r>
                      <m:t>i</m:t>
                    </m:r>
                    <m:r>
                      <m:t>s</m:t>
                    </m:r>
                    <m:r>
                      <m:t>g</m:t>
                    </m:r>
                    <m:r>
                      <m:t>i</m:t>
                    </m:r>
                    <m:r>
                      <m:t>v</m:t>
                    </m:r>
                    <m:r>
                      <m:t>e</m:t>
                    </m:r>
                    <m:r>
                      <m:t>n</m:t>
                    </m:r>
                    <m:r>
                      <m:t>b</m:t>
                    </m:r>
                    <m:r>
                      <m:t>y</m:t>
                    </m:r>
                    <m:r>
                      <m:t>R</m:t>
                    </m:r>
                    <m:r>
                      <m:rPr>
                        <m:sty m:val="p"/>
                      </m:rPr>
                      <m:t>(</m:t>
                    </m:r>
                    <m:r>
                      <m:t>x</m:t>
                    </m:r>
                    <m:r>
                      <m:rPr>
                        <m:sty m:val="p"/>
                      </m:rPr>
                      <m:t>)</m:t>
                    </m:r>
                    <m:r>
                      <m:rPr>
                        <m:sty m:val="p"/>
                      </m:rPr>
                      <m:t>=</m:t>
                    </m:r>
                    <m:r>
                      <m:t>3</m:t>
                    </m:r>
                    <m:sSup>
                      <m:e>
                        <m:r>
                          <m:t>x</m:t>
                        </m:r>
                      </m:e>
                      <m:sup>
                        <m:r>
                          <m:t>2</m:t>
                        </m:r>
                      </m:sup>
                    </m:sSup>
                    <m:r>
                      <m:rPr>
                        <m:sty m:val="p"/>
                      </m:rPr>
                      <m:t>+</m:t>
                    </m:r>
                    <m:r>
                      <m:t>36</m:t>
                    </m:r>
                    <m:r>
                      <m:t>x</m:t>
                    </m:r>
                    <m:r>
                      <m:rPr>
                        <m:sty m:val="p"/>
                      </m:rPr>
                      <m:t>+</m:t>
                    </m:r>
                    <m:r>
                      <m:t>5</m:t>
                    </m:r>
                    <m:r>
                      <m:rPr>
                        <m:sty m:val="p"/>
                      </m:rPr>
                      <m:t>.</m:t>
                    </m:r>
                    <m:r>
                      <m:t>T</m:t>
                    </m:r>
                    <m:r>
                      <m:t>h</m:t>
                    </m:r>
                    <m:r>
                      <m:t>e</m:t>
                    </m:r>
                    <m:r>
                      <m:t>m</m:t>
                    </m:r>
                    <m:r>
                      <m:t>a</m:t>
                    </m:r>
                    <m:r>
                      <m:t>r</m:t>
                    </m:r>
                    <m:r>
                      <m:t>g</m:t>
                    </m:r>
                    <m:r>
                      <m:t>i</m:t>
                    </m:r>
                    <m:r>
                      <m:t>n</m:t>
                    </m:r>
                    <m:r>
                      <m:t>a</m:t>
                    </m:r>
                    <m:r>
                      <m:t>l</m:t>
                    </m:r>
                    <m:r>
                      <m:t>r</m:t>
                    </m:r>
                    <m:r>
                      <m:t>e</m:t>
                    </m:r>
                    <m:r>
                      <m:t>v</m:t>
                    </m:r>
                    <m:r>
                      <m:t>e</m:t>
                    </m:r>
                    <m:r>
                      <m:t>n</m:t>
                    </m:r>
                    <m:r>
                      <m:t>u</m:t>
                    </m:r>
                    <m:r>
                      <m:t>e</m:t>
                    </m:r>
                    <m:r>
                      <m:t>w</m:t>
                    </m:r>
                    <m:r>
                      <m:t>h</m:t>
                    </m:r>
                    <m:r>
                      <m:t>e</m:t>
                    </m:r>
                    <m:r>
                      <m:t>n</m:t>
                    </m:r>
                    <m:r>
                      <m:t>x</m:t>
                    </m:r>
                    <m:r>
                      <m:rPr>
                        <m:sty m:val="p"/>
                      </m:rPr>
                      <m:t>=</m:t>
                    </m:r>
                    <m:r>
                      <m:t>15</m:t>
                    </m:r>
                    <m:r>
                      <m:t>i</m:t>
                    </m:r>
                    <m:r>
                      <m:t>s</m:t>
                    </m:r>
                  </m:oMath>
                </a14:m>
              </mc:Choice>
            </mc:AlternateContent>
            <a:r>
              <a:rPr lang="en-US" sz="1800" b="1">
                <a:solidFill>
                  <a:srgbClr val="FAD02C"/>
                </a:solidFill>
                <a:latin typeface="Arial"/>
              </a:rPr>
              <a:t>​</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90</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96</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116</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f</m:t>
                    </m:r>
                    <m:r>
                      <m:t>u</m:t>
                    </m:r>
                    <m:r>
                      <m:t>n</m:t>
                    </m:r>
                    <m:r>
                      <m:t>c</m:t>
                    </m:r>
                    <m:r>
                      <m:t>t</m:t>
                    </m:r>
                    <m:r>
                      <m:t>i</m:t>
                    </m:r>
                    <m:r>
                      <m:t>o</m:t>
                    </m:r>
                    <m:r>
                      <m:t>n</m:t>
                    </m:r>
                    <m:r>
                      <m:t>f</m:t>
                    </m:r>
                    <m:r>
                      <m:t>g</m:t>
                    </m:r>
                    <m:r>
                      <m:t>i</m:t>
                    </m:r>
                    <m:r>
                      <m:t>v</m:t>
                    </m:r>
                    <m:r>
                      <m:t>e</m:t>
                    </m:r>
                    <m:r>
                      <m:t>n</m:t>
                    </m:r>
                    <m:r>
                      <m:t>b</m:t>
                    </m:r>
                    <m:r>
                      <m:t>y</m:t>
                    </m:r>
                    <m:r>
                      <m:t>f</m:t>
                    </m:r>
                    <m:r>
                      <m:rPr>
                        <m:sty m:val="p"/>
                      </m:rPr>
                      <m:t>(</m:t>
                    </m:r>
                    <m:r>
                      <m:t>x</m:t>
                    </m:r>
                    <m:r>
                      <m:rPr>
                        <m:sty m:val="p"/>
                      </m:rPr>
                      <m:t>)</m:t>
                    </m:r>
                    <m:r>
                      <m:rPr>
                        <m:sty m:val="p"/>
                      </m:rPr>
                      <m:t>=</m:t>
                    </m:r>
                    <m:sSup>
                      <m:e>
                        <m:r>
                          <m:t>x</m:t>
                        </m:r>
                      </m:e>
                      <m:sup>
                        <m:r>
                          <m:t>2</m:t>
                        </m:r>
                      </m:sup>
                    </m:sSup>
                    <m:r>
                      <m:rPr>
                        <m:sty m:val="p"/>
                      </m:rPr>
                      <m:t>−</m:t>
                    </m:r>
                    <m:r>
                      <m:t>4</m:t>
                    </m:r>
                    <m:r>
                      <m:t>x</m:t>
                    </m:r>
                    <m:r>
                      <m:rPr>
                        <m:sty m:val="p"/>
                      </m:rPr>
                      <m:t>+</m:t>
                    </m:r>
                    <m:r>
                      <m:t>6</m:t>
                    </m:r>
                    <m:r>
                      <m:t>i</m:t>
                    </m:r>
                    <m:r>
                      <m:t>s</m:t>
                    </m:r>
                    <m:r>
                      <m:t>i</m:t>
                    </m:r>
                    <m:r>
                      <m:t>n</m:t>
                    </m:r>
                    <m:r>
                      <m:t>c</m:t>
                    </m:r>
                    <m:r>
                      <m:t>r</m:t>
                    </m:r>
                    <m:r>
                      <m:t>e</m:t>
                    </m:r>
                    <m:r>
                      <m:t>a</m:t>
                    </m:r>
                    <m:r>
                      <m:t>s</m:t>
                    </m:r>
                    <m:r>
                      <m:t>i</m:t>
                    </m:r>
                    <m:r>
                      <m:t>n</m:t>
                    </m:r>
                    <m:r>
                      <m:t>g</m:t>
                    </m:r>
                    <m:r>
                      <m:t>i</m:t>
                    </m:r>
                    <m:r>
                      <m:t>n</m:t>
                    </m:r>
                    <m:r>
                      <m:t>t</m:t>
                    </m:r>
                    <m:r>
                      <m:t>h</m:t>
                    </m:r>
                    <m:r>
                      <m:t>e</m:t>
                    </m:r>
                    <m:r>
                      <m:t>i</m:t>
                    </m:r>
                    <m:r>
                      <m:t>n</m:t>
                    </m:r>
                    <m:r>
                      <m:t>t</m:t>
                    </m:r>
                    <m:r>
                      <m:t>e</m:t>
                    </m:r>
                    <m:r>
                      <m:t>r</m:t>
                    </m:r>
                    <m:r>
                      <m:t>v</m:t>
                    </m:r>
                    <m:r>
                      <m:t>a</m:t>
                    </m:r>
                    <m:r>
                      <m:t>l</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(2)</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A</m:t>
                    </m:r>
                    <m:r>
                      <m:t>p</m:t>
                    </m:r>
                    <m:r>
                      <m:t>a</m:t>
                    </m:r>
                    <m:r>
                      <m:t>r</m:t>
                    </m:r>
                    <m:r>
                      <m:t>t</m:t>
                    </m:r>
                    <m:r>
                      <m:t>i</m:t>
                    </m:r>
                    <m:r>
                      <m:t>c</m:t>
                    </m:r>
                    <m:r>
                      <m:t>l</m:t>
                    </m:r>
                    <m:r>
                      <m:t>e</m:t>
                    </m:r>
                    <m:r>
                      <m:t>m</m:t>
                    </m:r>
                    <m:r>
                      <m:t>o</m:t>
                    </m:r>
                    <m:r>
                      <m:t>v</m:t>
                    </m:r>
                    <m:r>
                      <m:t>i</m:t>
                    </m:r>
                    <m:r>
                      <m:t>n</m:t>
                    </m:r>
                    <m:r>
                      <m:t>g</m:t>
                    </m:r>
                    <m:r>
                      <m:t>i</m:t>
                    </m:r>
                    <m:r>
                      <m:t>n</m:t>
                    </m:r>
                    <m:r>
                      <m:t>a</m:t>
                    </m:r>
                    <m:r>
                      <m:t>s</m:t>
                    </m:r>
                    <m:r>
                      <m:t>t</m:t>
                    </m:r>
                    <m:r>
                      <m:t>r</m:t>
                    </m:r>
                    <m:r>
                      <m:t>a</m:t>
                    </m:r>
                    <m:r>
                      <m:t>i</m:t>
                    </m:r>
                    <m:r>
                      <m:t>g</m:t>
                    </m:r>
                    <m:r>
                      <m:t>h</m:t>
                    </m:r>
                    <m:r>
                      <m:t>t</m:t>
                    </m:r>
                    <m:r>
                      <m:t>l</m:t>
                    </m:r>
                    <m:r>
                      <m:t>i</m:t>
                    </m:r>
                    <m:r>
                      <m:t>n</m:t>
                    </m:r>
                    <m:r>
                      <m:t>e</m:t>
                    </m:r>
                    <m:r>
                      <m:t>c</m:t>
                    </m:r>
                    <m:r>
                      <m:t>o</m:t>
                    </m:r>
                    <m:r>
                      <m:t>v</m:t>
                    </m:r>
                    <m:r>
                      <m:t>e</m:t>
                    </m:r>
                    <m:r>
                      <m:t>r</m:t>
                    </m:r>
                    <m:r>
                      <m:t>s</m:t>
                    </m:r>
                    <m:r>
                      <m:t>a</m:t>
                    </m:r>
                    <m:r>
                      <m:t>d</m:t>
                    </m:r>
                    <m:r>
                      <m:t>i</m:t>
                    </m:r>
                    <m:r>
                      <m:t>s</m:t>
                    </m:r>
                    <m:r>
                      <m:t>t</m:t>
                    </m:r>
                    <m:r>
                      <m:t>a</m:t>
                    </m:r>
                    <m:r>
                      <m:t>n</m:t>
                    </m:r>
                    <m:r>
                      <m:t>c</m:t>
                    </m:r>
                    <m:r>
                      <m:t>e</m:t>
                    </m:r>
                    <m:r>
                      <m:t>S</m:t>
                    </m:r>
                    <m:r>
                      <m:t>c</m:t>
                    </m:r>
                    <m:r>
                      <m:t>m</m:t>
                    </m:r>
                    <m:r>
                      <m:t>i</m:t>
                    </m:r>
                    <m:r>
                      <m:t>n</m:t>
                    </m:r>
                    <m:r>
                      <m:t>t</m:t>
                    </m:r>
                    <m:r>
                      <m:t>i</m:t>
                    </m:r>
                    <m:r>
                      <m:t>m</m:t>
                    </m:r>
                    <m:r>
                      <m:t>e</m:t>
                    </m:r>
                    <m:r>
                      <m:t>t</m:t>
                    </m:r>
                    <m:r>
                      <m:t>s</m:t>
                    </m:r>
                    <m:r>
                      <m:t>e</m:t>
                    </m:r>
                    <m:r>
                      <m:t>c</m:t>
                    </m:r>
                    <m:r>
                      <m:rPr>
                        <m:sty m:val="p"/>
                      </m:rPr>
                      <m:t>.</m:t>
                    </m:r>
                    <m:r>
                      <m:t>i</m:t>
                    </m:r>
                    <m:r>
                      <m:t>s</m:t>
                    </m:r>
                    <m:r>
                      <m:t>g</m:t>
                    </m:r>
                    <m:r>
                      <m:t>i</m:t>
                    </m:r>
                    <m:r>
                      <m:t>v</m:t>
                    </m:r>
                    <m:r>
                      <m:t>e</m:t>
                    </m:r>
                    <m:r>
                      <m:t>n</m:t>
                    </m:r>
                    <m:r>
                      <m:t>b</m:t>
                    </m:r>
                    <m:r>
                      <m:t>y</m:t>
                    </m:r>
                    <m:r>
                      <m:t>S</m:t>
                    </m:r>
                    <m:r>
                      <m:rPr>
                        <m:sty m:val="p"/>
                      </m:rPr>
                      <m:t>=</m:t>
                    </m:r>
                    <m:sSup>
                      <m:e>
                        <m:r>
                          <m:t>t</m:t>
                        </m:r>
                      </m:e>
                      <m:sup>
                        <m:r>
                          <m:t>3</m:t>
                        </m:r>
                      </m:sup>
                    </m:sSup>
                    <m:r>
                      <m:rPr>
                        <m:sty m:val="p"/>
                      </m:rPr>
                      <m:t>+</m:t>
                    </m:r>
                    <m:r>
                      <m:t>3</m:t>
                    </m:r>
                    <m:sSup>
                      <m:e>
                        <m:r>
                          <m:t>t</m:t>
                        </m:r>
                      </m:e>
                      <m:sup>
                        <m:r>
                          <m:t>2</m:t>
                        </m:r>
                      </m:sup>
                    </m:sSup>
                    <m:r>
                      <m:rPr>
                        <m:sty m:val="p"/>
                      </m:rPr>
                      <m:t>+</m:t>
                    </m:r>
                    <m:r>
                      <m:t>6</m:t>
                    </m:r>
                    <m:r>
                      <m:t>t</m:t>
                    </m:r>
                    <m:r>
                      <m:rPr>
                        <m:sty m:val="p"/>
                      </m:rPr>
                      <m:t>−</m:t>
                    </m:r>
                    <m:r>
                      <m:t>18</m:t>
                    </m:r>
                    <m:r>
                      <m:rPr>
                        <m:sty m:val="p"/>
                      </m:rPr>
                      <m:t>,</m:t>
                    </m:r>
                    <m:r>
                      <m:t>t</m:t>
                    </m:r>
                    <m:r>
                      <m:t>h</m:t>
                    </m:r>
                    <m:r>
                      <m:t>e</m:t>
                    </m:r>
                    <m:r>
                      <m:t>i</m:t>
                    </m:r>
                    <m:r>
                      <m:t>n</m:t>
                    </m:r>
                    <m:r>
                      <m:t>i</m:t>
                    </m:r>
                    <m:r>
                      <m:t>t</m:t>
                    </m:r>
                    <m:r>
                      <m:t>i</m:t>
                    </m:r>
                    <m:r>
                      <m:t>a</m:t>
                    </m:r>
                    <m:r>
                      <m:t>l</m:t>
                    </m:r>
                    <m:r>
                      <m:t>v</m:t>
                    </m:r>
                    <m:r>
                      <m:t>e</m:t>
                    </m:r>
                    <m:r>
                      <m:t>l</m:t>
                    </m:r>
                    <m:r>
                      <m:t>o</m:t>
                    </m:r>
                    <m:r>
                      <m:t>c</m:t>
                    </m:r>
                    <m:r>
                      <m:t>i</m:t>
                    </m:r>
                    <m:r>
                      <m:t>t</m:t>
                    </m:r>
                    <m:r>
                      <m:t>y</m:t>
                    </m:r>
                    <m:r>
                      <m:t>o</m:t>
                    </m:r>
                    <m:r>
                      <m:t>f</m:t>
                    </m:r>
                    <m:r>
                      <m:t>a</m:t>
                    </m:r>
                    <m:r>
                      <m:t>p</m:t>
                    </m:r>
                    <m:r>
                      <m:t>a</m:t>
                    </m:r>
                    <m:r>
                      <m:t>r</m:t>
                    </m:r>
                    <m:r>
                      <m:t>t</m:t>
                    </m:r>
                    <m:r>
                      <m:t>i</m:t>
                    </m:r>
                    <m:r>
                      <m:t>c</m:t>
                    </m:r>
                    <m:r>
                      <m:t>l</m:t>
                    </m:r>
                    <m:r>
                      <m:t>e</m:t>
                    </m:r>
                    <m:r>
                      <m:t>i</m:t>
                    </m:r>
                    <m:r>
                      <m:t>s</m:t>
                    </m:r>
                  </m:oMath>
                </a14:m>
              </mc:Choice>
            </mc:AlternateContent>
            <a:r>
              <a:rPr lang="en-US" sz="1800" b="1">
                <a:solidFill>
                  <a:srgbClr val="FAD02C"/>
                </a:solidFill>
                <a:latin typeface="Arial"/>
              </a:rPr>
              <a:t>​</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3 cm/sec.</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18 cm/sec.</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8 cm/sec.</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6 cm/sec.</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S</m:t>
                    </m:r>
                    <m:r>
                      <m:t>t</m:t>
                    </m:r>
                    <m:r>
                      <m:t>a</m:t>
                    </m:r>
                    <m:r>
                      <m:t>t</m:t>
                    </m:r>
                    <m:r>
                      <m:t>e</m:t>
                    </m:r>
                    <m:r>
                      <m:t>m</m:t>
                    </m:r>
                    <m:r>
                      <m:t>e</m:t>
                    </m:r>
                    <m:r>
                      <m:t>n</m:t>
                    </m:r>
                    <m:r>
                      <m:t>t</m:t>
                    </m:r>
                    <m:r>
                      <m:t>I</m:t>
                    </m:r>
                    <m:r>
                      <m:rPr>
                        <m:sty m:val="p"/>
                      </m:rPr>
                      <m:t>:</m:t>
                    </m:r>
                    <m:r>
                      <m:t>T</m:t>
                    </m:r>
                    <m:r>
                      <m:t>h</m:t>
                    </m:r>
                    <m:r>
                      <m:t>e</m:t>
                    </m:r>
                    <m:r>
                      <m:t>f</m:t>
                    </m:r>
                    <m:r>
                      <m:t>u</m:t>
                    </m:r>
                    <m:r>
                      <m:t>n</m:t>
                    </m:r>
                    <m:r>
                      <m:t>c</m:t>
                    </m:r>
                    <m:r>
                      <m:t>t</m:t>
                    </m:r>
                    <m:r>
                      <m:t>i</m:t>
                    </m:r>
                    <m:r>
                      <m:t>o</m:t>
                    </m:r>
                    <m:r>
                      <m:t>n</m:t>
                    </m:r>
                    <m:r>
                      <m:t>f</m:t>
                    </m:r>
                    <m:r>
                      <m:rPr>
                        <m:sty m:val="p"/>
                      </m:rPr>
                      <m:t>(</m:t>
                    </m:r>
                    <m:r>
                      <m:t>x</m:t>
                    </m:r>
                    <m:r>
                      <m:rPr>
                        <m:sty m:val="p"/>
                      </m:rPr>
                      <m:t>)</m:t>
                    </m:r>
                    <m:r>
                      <m:rPr>
                        <m:sty m:val="p"/>
                      </m:rPr>
                      <m:t>=</m:t>
                    </m:r>
                    <m:sSup>
                      <m:e>
                        <m:r>
                          <m:t>x</m:t>
                        </m:r>
                      </m:e>
                      <m:sup>
                        <m:r>
                          <m:t>2</m:t>
                        </m:r>
                      </m:sup>
                    </m:sSup>
                    <m:r>
                      <m:t>i</m:t>
                    </m:r>
                    <m:r>
                      <m:t>s</m:t>
                    </m:r>
                    <m:r>
                      <m:t>d</m:t>
                    </m:r>
                    <m:r>
                      <m:t>e</m:t>
                    </m:r>
                    <m:r>
                      <m:t>c</m:t>
                    </m:r>
                    <m:r>
                      <m:t>r</m:t>
                    </m:r>
                    <m:r>
                      <m:t>e</m:t>
                    </m:r>
                    <m:r>
                      <m:t>a</m:t>
                    </m:r>
                    <m:r>
                      <m:t>s</m:t>
                    </m:r>
                    <m:r>
                      <m:t>i</m:t>
                    </m:r>
                    <m:r>
                      <m:t>n</m:t>
                    </m:r>
                    <m:r>
                      <m:t>g</m:t>
                    </m:r>
                    <m:r>
                      <m:t>i</m:t>
                    </m:r>
                    <m:r>
                      <m:t>n</m:t>
                    </m:r>
                    <m:r>
                      <m:t>t</m:t>
                    </m:r>
                    <m:r>
                      <m:t>h</m:t>
                    </m:r>
                    <m:r>
                      <m:t>e</m:t>
                    </m:r>
                    <m:r>
                      <m:t>i</m:t>
                    </m:r>
                    <m:r>
                      <m:t>n</m:t>
                    </m:r>
                    <m:r>
                      <m:t>t</m:t>
                    </m:r>
                    <m:r>
                      <m:t>e</m:t>
                    </m:r>
                    <m:r>
                      <m:t>r</m:t>
                    </m:r>
                    <m:r>
                      <m:t>v</m:t>
                    </m:r>
                    <m:r>
                      <m:t>a</m:t>
                    </m:r>
                    <m:r>
                      <m:t>l</m:t>
                    </m:r>
                    <m:r>
                      <m:rPr>
                        <m:sty m:val="p"/>
                      </m:rPr>
                      <m:t>(</m:t>
                    </m:r>
                    <m:r>
                      <m:t>0</m:t>
                    </m:r>
                    <m:r>
                      <m:rPr>
                        <m:sty m:val="p"/>
                      </m:rPr>
                      <m:t>,</m:t>
                    </m:r>
                    <m:r>
                      <m:rPr>
                        <m:sty m:val="p"/>
                      </m:rPr>
                      <m:t>∞</m:t>
                    </m:r>
                    <m:r>
                      <m:rPr>
                        <m:sty m:val="p"/>
                      </m:rPr>
                      <m:t>)</m:t>
                    </m:r>
                    <m:r>
                      <m:rPr>
                        <m:sty m:val="p"/>
                      </m:rPr>
                      <m:t>.</m:t>
                    </m:r>
                  </m:oMath>
                </a14:m>
              </mc:Choice>
            </mc:AlternateContent>
            <a:r>
              <a:rPr lang="en-US" sz="1800" b="1">
                <a:solidFill>
                  <a:srgbClr val="FAD02C"/>
                </a:solidFill>
                <a:latin typeface="Arial"/>
              </a:rPr>
              <a: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Statement II: Any function y=f(x) is decreasing if (dy)/(dx)&lt;0.
Which of the following is correct?</a:t>
            </a:r>
          </a:p>
        </p:txBody>
      </p:sp>
      <p:sp>
        <p:nvSpPr>
          <p:cNvPr id="4" name="TextBox 3"/>
          <p:cNvSpPr txBox="1"/>
          <p:nvPr/>
        </p:nvSpPr>
        <p:spPr>
          <a:xfrm>
            <a:off x="457200" y="1505102"/>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Both Statements I and II are true</a:t>
            </a:r>
          </a:p>
        </p:txBody>
      </p:sp>
      <p:sp>
        <p:nvSpPr>
          <p:cNvPr id="5" name="TextBox 4"/>
          <p:cNvSpPr txBox="1"/>
          <p:nvPr/>
        </p:nvSpPr>
        <p:spPr>
          <a:xfrm>
            <a:off x="6254496" y="1505102"/>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Both Statements I and II are false</a:t>
            </a:r>
          </a:p>
        </p:txBody>
      </p:sp>
      <p:sp>
        <p:nvSpPr>
          <p:cNvPr id="6" name="TextBox 5"/>
          <p:cNvSpPr txBox="1"/>
          <p:nvPr/>
        </p:nvSpPr>
        <p:spPr>
          <a:xfrm>
            <a:off x="457200" y="2072030"/>
            <a:ext cx="5477256"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Statement I is true and Statement II is false</a:t>
            </a:r>
          </a:p>
        </p:txBody>
      </p:sp>
      <p:sp>
        <p:nvSpPr>
          <p:cNvPr id="7" name="TextBox 6"/>
          <p:cNvSpPr txBox="1"/>
          <p:nvPr/>
        </p:nvSpPr>
        <p:spPr>
          <a:xfrm>
            <a:off x="6254496" y="2072030"/>
            <a:ext cx="5477256"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Statement I is false and Statement II is true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2023M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slope of the normal to the curve y = 2𝑥2 - 3sin x at x = 0 is ____</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point of inflection of the function f(x) = x3 in the interval [-1,1] is _____</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17043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005840" cy="402336"/>
          </a:xfrm>
          <a:prstGeom prst="rect">
            <a:avLst/>
          </a:prstGeom>
          <a:noFill/>
        </p:spPr>
        <p:txBody>
          <a:bodyPr wrap="none" anchor="ctr" lIns="0" rIns="0" tIns="0" bIns="0">
            <a:spAutoFit/>
          </a:bodyPr>
          <a:lstStyle/>
          <a:p>
            <a:pPr algn="l"/>
            <a:r>
              <a:rPr sz="1500" b="1">
                <a:solidFill>
                  <a:srgbClr val="FAD02C"/>
                </a:solidFill>
                <a:latin typeface="Arial"/>
              </a:rPr>
              <a:t>2014,2019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approximate charge in the volume v of a cube of side x meters caused by increasing the side by 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167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52144" cy="402336"/>
          </a:xfrm>
          <a:prstGeom prst="rect">
            <a:avLst/>
          </a:prstGeom>
          <a:noFill/>
        </p:spPr>
        <p:txBody>
          <a:bodyPr wrap="none" anchor="ctr" lIns="0" rIns="0" tIns="0" bIns="0">
            <a:spAutoFit/>
          </a:bodyPr>
          <a:lstStyle/>
          <a:p>
            <a:pPr algn="l"/>
            <a:r>
              <a:rPr sz="1500" b="1">
                <a:solidFill>
                  <a:srgbClr val="FAD02C"/>
                </a:solidFill>
                <a:latin typeface="Arial"/>
              </a:rPr>
              <a:t>2014S,2020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Approximate sqrt(36.6) by using differential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slope of the tangent to the curve y = (x-1)/(x-2), x ≠2 at x =10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2015S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Using differentials, find the approximate value of sqrt(49.5)</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2016</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U</m:t>
                    </m:r>
                    <m:r>
                      <m:t>s</m:t>
                    </m:r>
                    <m:r>
                      <m:t>i</m:t>
                    </m:r>
                    <m:r>
                      <m:t>n</m:t>
                    </m:r>
                    <m:r>
                      <m:t>g</m:t>
                    </m:r>
                    <m:r>
                      <m:t>d</m:t>
                    </m:r>
                    <m:r>
                      <m:t>i</m:t>
                    </m:r>
                    <m:r>
                      <m:t>f</m:t>
                    </m:r>
                    <m:r>
                      <m:t>f</m:t>
                    </m:r>
                    <m:r>
                      <m:t>e</m:t>
                    </m:r>
                    <m:r>
                      <m:t>r</m:t>
                    </m:r>
                    <m:r>
                      <m:t>e</m:t>
                    </m:r>
                    <m:r>
                      <m:t>n</m:t>
                    </m:r>
                    <m:r>
                      <m:t>t</m:t>
                    </m:r>
                    <m:r>
                      <m:t>i</m:t>
                    </m:r>
                    <m:r>
                      <m:t>a</m:t>
                    </m:r>
                    <m:r>
                      <m:t>l</m:t>
                    </m:r>
                    <m:r>
                      <m:t>s</m:t>
                    </m:r>
                    <m:r>
                      <m:rPr>
                        <m:sty m:val="p"/>
                      </m:rPr>
                      <m:t>,</m:t>
                    </m:r>
                    <m:r>
                      <m:t>f</m:t>
                    </m:r>
                    <m:r>
                      <m:t>i</m:t>
                    </m:r>
                    <m:r>
                      <m:t>n</m:t>
                    </m:r>
                    <m:r>
                      <m:t>d</m:t>
                    </m:r>
                    <m:r>
                      <m:t>t</m:t>
                    </m:r>
                    <m:r>
                      <m:t>h</m:t>
                    </m:r>
                    <m:r>
                      <m:t>e</m:t>
                    </m:r>
                    <m:r>
                      <m:t>a</m:t>
                    </m:r>
                    <m:r>
                      <m:t>p</m:t>
                    </m:r>
                    <m:r>
                      <m:t>p</m:t>
                    </m:r>
                    <m:r>
                      <m:t>r</m:t>
                    </m:r>
                    <m:r>
                      <m:t>o</m:t>
                    </m:r>
                    <m:r>
                      <m:t>x</m:t>
                    </m:r>
                    <m:r>
                      <m:t>i</m:t>
                    </m:r>
                    <m:r>
                      <m:t>m</m:t>
                    </m:r>
                    <m:r>
                      <m:t>a</m:t>
                    </m:r>
                    <m:r>
                      <m:t>t</m:t>
                    </m:r>
                    <m:r>
                      <m:t>e</m:t>
                    </m:r>
                    <m:r>
                      <m:t>v</m:t>
                    </m:r>
                    <m:r>
                      <m:t>a</m:t>
                    </m:r>
                    <m:r>
                      <m:t>l</m:t>
                    </m:r>
                    <m:r>
                      <m:t>u</m:t>
                    </m:r>
                    <m:r>
                      <m:t>e</m:t>
                    </m:r>
                    <m:r>
                      <m:t>o</m:t>
                    </m:r>
                    <m:r>
                      <m:t>f</m:t>
                    </m:r>
                    <m:r>
                      <m:rPr>
                        <m:sty m:val="p"/>
                      </m:rPr>
                      <m:t>(</m:t>
                    </m:r>
                    <m:r>
                      <m:t>25</m:t>
                    </m:r>
                    <m:sSup>
                      <m:e>
                        <m:r>
                          <m:rPr>
                            <m:sty m:val="p"/>
                          </m:rPr>
                          <m:t>)</m:t>
                        </m:r>
                      </m:e>
                      <m:sup>
                        <m:r>
                          <m:rPr>
                            <m:sty m:val="p"/>
                          </m:rPr>
                          <m:t>(</m:t>
                        </m:r>
                        <m:r>
                          <m:t>1</m:t>
                        </m:r>
                        <m:r>
                          <m:rPr>
                            <m:sty m:val="p"/>
                          </m:rPr>
                          <m:t>)</m:t>
                        </m:r>
                        <m:r>
                          <m:rPr>
                            <m:sty m:val="p"/>
                          </m:rPr>
                          <m:t>/</m:t>
                        </m:r>
                        <m:r>
                          <m:rPr>
                            <m:sty m:val="p"/>
                          </m:rPr>
                          <m:t>(</m:t>
                        </m:r>
                        <m:r>
                          <m:t>3</m:t>
                        </m:r>
                        <m:r>
                          <m:rPr>
                            <m:sty m:val="p"/>
                          </m:rPr>
                          <m:t>)</m:t>
                        </m:r>
                      </m:sup>
                    </m:sSup>
                  </m:oMath>
                </a14:m>
              </mc:Choice>
            </mc:AlternateContent>
            <a:r>
              <a:rPr lang="en-US" sz="1800" b="1">
                <a:solidFill>
                  <a:srgbClr val="FAD02C"/>
                </a:solidFill>
                <a:latin typeface="Arial"/>
              </a:rPr>
              <a: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03911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874519" cy="402336"/>
          </a:xfrm>
          <a:prstGeom prst="rect">
            <a:avLst/>
          </a:prstGeom>
          <a:noFill/>
        </p:spPr>
        <p:txBody>
          <a:bodyPr wrap="none" anchor="ctr" lIns="0" rIns="0" tIns="0" bIns="0">
            <a:spAutoFit/>
          </a:bodyPr>
          <a:lstStyle/>
          <a:p>
            <a:pPr algn="l"/>
            <a:r>
              <a:rPr sz="1500" b="1">
                <a:solidFill>
                  <a:srgbClr val="FAD02C"/>
                </a:solidFill>
                <a:latin typeface="Arial"/>
              </a:rPr>
              <a:t>2016S,2019S,2025-2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interval in which the function of given by f(x) = 2x2 – 3x is strictly increasing</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2017</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approximate charge in the volume v of a cube of side x meters caused by increasing the side by 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29844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33856" cy="402336"/>
          </a:xfrm>
          <a:prstGeom prst="rect">
            <a:avLst/>
          </a:prstGeom>
          <a:noFill/>
        </p:spPr>
        <p:txBody>
          <a:bodyPr wrap="none" anchor="ctr" lIns="0" rIns="0" tIns="0" bIns="0">
            <a:spAutoFit/>
          </a:bodyPr>
          <a:lstStyle/>
          <a:p>
            <a:pPr algn="l"/>
            <a:r>
              <a:rPr sz="1500" b="1">
                <a:solidFill>
                  <a:srgbClr val="FAD02C"/>
                </a:solidFill>
                <a:latin typeface="Arial"/>
              </a:rPr>
              <a:t>2018,2021M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slope of the tangent to the curve y = x3 – x at x = 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2017S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F</m:t>
                    </m:r>
                    <m:r>
                      <m:t>i</m:t>
                    </m:r>
                    <m:r>
                      <m:t>n</m:t>
                    </m:r>
                    <m:r>
                      <m:t>d</m:t>
                    </m:r>
                    <m:r>
                      <m:t>t</m:t>
                    </m:r>
                    <m:r>
                      <m:t>h</m:t>
                    </m:r>
                    <m:r>
                      <m:t>e</m:t>
                    </m:r>
                    <m:r>
                      <m:t>p</m:t>
                    </m:r>
                    <m:r>
                      <m:t>o</m:t>
                    </m:r>
                    <m:r>
                      <m:t>i</m:t>
                    </m:r>
                    <m:r>
                      <m:t>n</m:t>
                    </m:r>
                    <m:r>
                      <m:t>t</m:t>
                    </m:r>
                    <m:r>
                      <m:t>s</m:t>
                    </m:r>
                    <m:r>
                      <m:t>o</m:t>
                    </m:r>
                    <m:r>
                      <m:t>n</m:t>
                    </m:r>
                    <m:r>
                      <m:t>t</m:t>
                    </m:r>
                    <m:r>
                      <m:t>h</m:t>
                    </m:r>
                    <m:r>
                      <m:t>e</m:t>
                    </m:r>
                    <m:r>
                      <m:t>c</m:t>
                    </m:r>
                    <m:r>
                      <m:t>u</m:t>
                    </m:r>
                    <m:r>
                      <m:t>r</m:t>
                    </m:r>
                    <m:r>
                      <m:t>v</m:t>
                    </m:r>
                    <m:r>
                      <m:t>e</m:t>
                    </m:r>
                    <m:r>
                      <m:rPr>
                        <m:sty m:val="p"/>
                      </m:rPr>
                      <m:t>(</m:t>
                    </m:r>
                    <m:sSup>
                      <m:e>
                        <m:r>
                          <m:t>x</m:t>
                        </m:r>
                      </m:e>
                      <m:sup>
                        <m:r>
                          <m:t>2</m:t>
                        </m:r>
                      </m:sup>
                    </m:sSup>
                    <m:r>
                      <m:rPr>
                        <m:sty m:val="p"/>
                      </m:rPr>
                      <m:t>)</m:t>
                    </m:r>
                    <m:r>
                      <m:rPr>
                        <m:sty m:val="p"/>
                      </m:rPr>
                      <m:t>/</m:t>
                    </m:r>
                    <m:r>
                      <m:rPr>
                        <m:sty m:val="p"/>
                      </m:rPr>
                      <m:t>(</m:t>
                    </m:r>
                    <m:r>
                      <m:t>4</m:t>
                    </m:r>
                    <m:r>
                      <m:rPr>
                        <m:sty m:val="p"/>
                      </m:rPr>
                      <m:t>)</m:t>
                    </m:r>
                    <m:r>
                      <m:rPr>
                        <m:sty m:val="p"/>
                      </m:rPr>
                      <m:t>+</m:t>
                    </m:r>
                    <m:r>
                      <m:rPr>
                        <m:sty m:val="p"/>
                      </m:rPr>
                      <m:t>(</m:t>
                    </m:r>
                    <m:sSup>
                      <m:e>
                        <m:r>
                          <m:t>y</m:t>
                        </m:r>
                      </m:e>
                      <m:sup>
                        <m:r>
                          <m:t>2</m:t>
                        </m:r>
                      </m:sup>
                    </m:sSup>
                    <m:r>
                      <m:rPr>
                        <m:sty m:val="p"/>
                      </m:rPr>
                      <m:t>)</m:t>
                    </m:r>
                    <m:r>
                      <m:rPr>
                        <m:sty m:val="p"/>
                      </m:rPr>
                      <m:t>/</m:t>
                    </m:r>
                    <m:r>
                      <m:rPr>
                        <m:sty m:val="p"/>
                      </m:rPr>
                      <m:t>(</m:t>
                    </m:r>
                    <m:r>
                      <m:t>25</m:t>
                    </m:r>
                    <m:r>
                      <m:rPr>
                        <m:sty m:val="p"/>
                      </m:rPr>
                      <m:t>)</m:t>
                    </m:r>
                    <m:r>
                      <m:rPr>
                        <m:sty m:val="p"/>
                      </m:rPr>
                      <m:t>=</m:t>
                    </m:r>
                    <m:r>
                      <m:t>1</m:t>
                    </m:r>
                    <m:r>
                      <m:t>a</m:t>
                    </m:r>
                    <m:r>
                      <m:t>t</m:t>
                    </m:r>
                    <m:r>
                      <m:t>w</m:t>
                    </m:r>
                    <m:r>
                      <m:t>h</m:t>
                    </m:r>
                    <m:r>
                      <m:t>i</m:t>
                    </m:r>
                    <m:r>
                      <m:t>c</m:t>
                    </m:r>
                    <m:r>
                      <m:t>h</m:t>
                    </m:r>
                    <m:r>
                      <m:t>t</m:t>
                    </m:r>
                    <m:r>
                      <m:t>h</m:t>
                    </m:r>
                    <m:r>
                      <m:t>e</m:t>
                    </m:r>
                    <m:r>
                      <m:t>t</m:t>
                    </m:r>
                    <m:r>
                      <m:t>a</m:t>
                    </m:r>
                    <m:r>
                      <m:t>n</m:t>
                    </m:r>
                    <m:r>
                      <m:t>g</m:t>
                    </m:r>
                    <m:r>
                      <m:t>e</m:t>
                    </m:r>
                    <m:r>
                      <m:t>n</m:t>
                    </m:r>
                    <m:r>
                      <m:t>t</m:t>
                    </m:r>
                    <m:r>
                      <m:t>s</m:t>
                    </m:r>
                    <m:r>
                      <m:t>a</m:t>
                    </m:r>
                    <m:r>
                      <m:t>r</m:t>
                    </m:r>
                    <m:r>
                      <m:t>e</m:t>
                    </m:r>
                    <m:r>
                      <m:t>p</m:t>
                    </m:r>
                    <m:r>
                      <m:t>a</m:t>
                    </m:r>
                    <m:r>
                      <m:t>r</m:t>
                    </m:r>
                    <m:r>
                      <m:t>a</m:t>
                    </m:r>
                    <m:r>
                      <m:t>l</m:t>
                    </m:r>
                    <m:r>
                      <m:t>l</m:t>
                    </m:r>
                    <m:r>
                      <m:t>e</m:t>
                    </m:r>
                    <m:r>
                      <m:t>l</m:t>
                    </m:r>
                    <m:r>
                      <m:t>t</m:t>
                    </m:r>
                    <m:r>
                      <m:t>o</m:t>
                    </m:r>
                    <m:r>
                      <m:t>x</m:t>
                    </m:r>
                    <m:r>
                      <m:rPr>
                        <m:sty m:val="p"/>
                      </m:rPr>
                      <m:t>–</m:t>
                    </m:r>
                    <m:r>
                      <m:t>a</m:t>
                    </m:r>
                    <m:r>
                      <m:t>x</m:t>
                    </m:r>
                    <m:r>
                      <m:t>i</m:t>
                    </m:r>
                    <m:r>
                      <m:t>s</m:t>
                    </m:r>
                    <m:r>
                      <m:rPr>
                        <m:sty m:val="p"/>
                      </m:rPr>
                      <m:t>.</m:t>
                    </m:r>
                  </m:oMath>
                </a14:m>
              </mc:Choice>
            </mc:AlternateContent>
            <a:r>
              <a:rPr lang="en-US" sz="1800" b="1">
                <a:solidFill>
                  <a:srgbClr val="FAD02C"/>
                </a:solidFill>
                <a:latin typeface="Arial"/>
              </a:rPr>
              <a: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interval in which the function f given by f(x) = x2 – 4x + 6 is strictly
decreasing</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local maximum value of the function g(x) = x2 + 3x.</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Using differentials, find the approximate value of sqrt(25.3)</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16712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2002536" cy="402336"/>
          </a:xfrm>
          <a:prstGeom prst="rect">
            <a:avLst/>
          </a:prstGeom>
          <a:noFill/>
        </p:spPr>
        <p:txBody>
          <a:bodyPr wrap="none" anchor="ctr" lIns="0" rIns="0" tIns="0" bIns="0">
            <a:spAutoFit/>
          </a:bodyPr>
          <a:lstStyle/>
          <a:p>
            <a:pPr algn="l"/>
            <a:r>
              <a:rPr sz="1500" b="1">
                <a:solidFill>
                  <a:srgbClr val="FAD02C"/>
                </a:solidFill>
                <a:latin typeface="Arial"/>
              </a:rPr>
              <a:t>2022M,2024-2,2025M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local maximum value of the function g(x) = x3 - 3x</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6733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508760" cy="402336"/>
          </a:xfrm>
          <a:prstGeom prst="rect">
            <a:avLst/>
          </a:prstGeom>
          <a:noFill/>
        </p:spPr>
        <p:txBody>
          <a:bodyPr wrap="none" anchor="ctr" lIns="0" rIns="0" tIns="0" bIns="0">
            <a:spAutoFit/>
          </a:bodyPr>
          <a:lstStyle/>
          <a:p>
            <a:pPr algn="l"/>
            <a:r>
              <a:rPr sz="1500" b="1">
                <a:solidFill>
                  <a:srgbClr val="FAD02C"/>
                </a:solidFill>
                <a:latin typeface="Arial"/>
              </a:rPr>
              <a:t>2024-1,3,2026-1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radius of circle is increasing at the rate of 0.7 cm/what is the rate of increase of its circumference?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Prove that the function f(x)=cos x is decreasing in (0,π)</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total revenue in rupees received from the sale of x units of a product is given by R(x)=3x2+36x+5.Find the marginal revenue when x = 5</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interval in which the function f given f (x) = 4x3-6x-72x+30 is decreasing.</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A balloon which always remains spherical has a variable radius. Find the rate at which its volume is increasing with radius when the radius is 10 cms.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absolute maximum value of the function f (x) = x3 in the given interval [-2,2]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Differentiate sin2x+cos2y = 1 with respect to x.</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condition caused when scuba divers go into deep sea water is</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Anoxia</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Hemophilia</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Bends</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None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The KH values for Ar(g), CO</a:t>
            </a:r>
            <a:r>
              <a:rPr sz="1800" b="1" baseline="-25000">
                <a:solidFill>
                  <a:srgbClr val="FAD02C"/>
                </a:solidFill>
                <a:latin typeface="Arial"/>
              </a:rPr>
              <a:t>2</a:t>
            </a:r>
            <a:r>
              <a:rPr sz="1800" b="1">
                <a:solidFill>
                  <a:srgbClr val="FAD02C"/>
                </a:solidFill>
                <a:latin typeface="Arial"/>
              </a:rPr>
              <a:t> (aq), HCHO (aq), and CH</a:t>
            </a:r>
            <a:r>
              <a:rPr sz="1800" b="1" baseline="-25000">
                <a:solidFill>
                  <a:srgbClr val="FAD02C"/>
                </a:solidFill>
                <a:latin typeface="Arial"/>
              </a:rPr>
              <a:t>4</a:t>
            </a:r>
            <a:r>
              <a:rPr sz="1800" b="1">
                <a:solidFill>
                  <a:srgbClr val="FAD02C"/>
                </a:solidFill>
                <a:latin typeface="Arial"/>
              </a:rPr>
              <a:t>(aq) are 40.39, 1.67, 1.83 × 10-3, and 0.413 respectively. Arrange them in the order of their increasing solubility</a:t>
            </a:r>
          </a:p>
        </p:txBody>
      </p:sp>
      <p:sp>
        <p:nvSpPr>
          <p:cNvPr id="4" name="TextBox 3"/>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HCHO &lt; CH</a:t>
            </a:r>
            <a:r>
              <a:rPr sz="1600" b="0" baseline="-25000">
                <a:solidFill>
                  <a:srgbClr val="F0F0F0"/>
                </a:solidFill>
                <a:latin typeface="Arial"/>
              </a:rPr>
              <a:t>4</a:t>
            </a:r>
            <a:r>
              <a:rPr sz="1600" b="0">
                <a:solidFill>
                  <a:srgbClr val="F0F0F0"/>
                </a:solidFill>
                <a:latin typeface="Arial"/>
              </a:rPr>
              <a:t> &lt; CO</a:t>
            </a:r>
            <a:r>
              <a:rPr sz="1600" b="0" baseline="-25000">
                <a:solidFill>
                  <a:srgbClr val="F0F0F0"/>
                </a:solidFill>
                <a:latin typeface="Arial"/>
              </a:rPr>
              <a:t>2</a:t>
            </a:r>
            <a:r>
              <a:rPr sz="1600" b="0">
                <a:solidFill>
                  <a:srgbClr val="F0F0F0"/>
                </a:solidFill>
                <a:latin typeface="Arial"/>
              </a:rPr>
              <a:t> &lt; Ar</a:t>
            </a:r>
          </a:p>
        </p:txBody>
      </p:sp>
      <p:sp>
        <p:nvSpPr>
          <p:cNvPr id="5" name="TextBox 4"/>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HCHO &lt; CO</a:t>
            </a:r>
            <a:r>
              <a:rPr sz="1600" b="0" baseline="-25000">
                <a:solidFill>
                  <a:srgbClr val="F0F0F0"/>
                </a:solidFill>
                <a:latin typeface="Arial"/>
              </a:rPr>
              <a:t>2</a:t>
            </a:r>
            <a:r>
              <a:rPr sz="1600" b="0">
                <a:solidFill>
                  <a:srgbClr val="F0F0F0"/>
                </a:solidFill>
                <a:latin typeface="Arial"/>
              </a:rPr>
              <a:t> &lt; CH</a:t>
            </a:r>
            <a:r>
              <a:rPr sz="1600" b="0" baseline="-25000">
                <a:solidFill>
                  <a:srgbClr val="F0F0F0"/>
                </a:solidFill>
                <a:latin typeface="Arial"/>
              </a:rPr>
              <a:t>4</a:t>
            </a:r>
            <a:r>
              <a:rPr sz="1600" b="0">
                <a:solidFill>
                  <a:srgbClr val="F0F0F0"/>
                </a:solidFill>
                <a:latin typeface="Arial"/>
              </a:rPr>
              <a:t> &lt; Ar</a:t>
            </a:r>
          </a:p>
        </p:txBody>
      </p:sp>
      <p:sp>
        <p:nvSpPr>
          <p:cNvPr id="6" name="TextBox 5"/>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Ar &lt; CO</a:t>
            </a:r>
            <a:r>
              <a:rPr sz="1600" b="0" baseline="-25000">
                <a:solidFill>
                  <a:srgbClr val="F0F0F0"/>
                </a:solidFill>
                <a:latin typeface="Arial"/>
              </a:rPr>
              <a:t>2</a:t>
            </a:r>
            <a:r>
              <a:rPr sz="1600" b="0">
                <a:solidFill>
                  <a:srgbClr val="F0F0F0"/>
                </a:solidFill>
                <a:latin typeface="Arial"/>
              </a:rPr>
              <a:t> &lt; CH</a:t>
            </a:r>
            <a:r>
              <a:rPr sz="1600" b="0" baseline="-25000">
                <a:solidFill>
                  <a:srgbClr val="F0F0F0"/>
                </a:solidFill>
                <a:latin typeface="Arial"/>
              </a:rPr>
              <a:t>4</a:t>
            </a:r>
            <a:r>
              <a:rPr sz="1600" b="0">
                <a:solidFill>
                  <a:srgbClr val="F0F0F0"/>
                </a:solidFill>
                <a:latin typeface="Arial"/>
              </a:rPr>
              <a:t> &lt; HCHO</a:t>
            </a:r>
          </a:p>
        </p:txBody>
      </p:sp>
      <p:sp>
        <p:nvSpPr>
          <p:cNvPr id="7" name="TextBox 6"/>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Ar &lt; CH</a:t>
            </a:r>
            <a:r>
              <a:rPr sz="1600" b="0" baseline="-25000">
                <a:solidFill>
                  <a:srgbClr val="F0F0F0"/>
                </a:solidFill>
                <a:latin typeface="Arial"/>
              </a:rPr>
              <a:t>4</a:t>
            </a:r>
            <a:r>
              <a:rPr sz="1600" b="0">
                <a:solidFill>
                  <a:srgbClr val="F0F0F0"/>
                </a:solidFill>
                <a:latin typeface="Arial"/>
              </a:rPr>
              <a:t> &lt; CO</a:t>
            </a:r>
            <a:r>
              <a:rPr sz="1600" b="0" baseline="-25000">
                <a:solidFill>
                  <a:srgbClr val="F0F0F0"/>
                </a:solidFill>
                <a:latin typeface="Arial"/>
              </a:rPr>
              <a:t>2</a:t>
            </a:r>
            <a:r>
              <a:rPr sz="1600" b="0">
                <a:solidFill>
                  <a:srgbClr val="F0F0F0"/>
                </a:solidFill>
                <a:latin typeface="Arial"/>
              </a:rPr>
              <a:t> &lt; HCHO</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dissolution of a gas in a liquid is governed by</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Roult's law</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Henry's law</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Dalton's law of Pressure</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Boyle's law</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The maximum amount of a solid solute that can be dissolved in a specific amount of a given liquid solvent does not depend upon</a:t>
            </a:r>
          </a:p>
        </p:txBody>
      </p:sp>
      <p:sp>
        <p:nvSpPr>
          <p:cNvPr id="4" name="TextBox 3"/>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Nature of solvent</a:t>
            </a:r>
          </a:p>
        </p:txBody>
      </p:sp>
      <p:sp>
        <p:nvSpPr>
          <p:cNvPr id="5" name="TextBox 4"/>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Pressure</a:t>
            </a:r>
          </a:p>
        </p:txBody>
      </p:sp>
      <p:sp>
        <p:nvSpPr>
          <p:cNvPr id="6" name="TextBox 5"/>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Nature of solute</a:t>
            </a:r>
          </a:p>
        </p:txBody>
      </p:sp>
      <p:sp>
        <p:nvSpPr>
          <p:cNvPr id="7" name="TextBox 6"/>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Temperature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mixture which shows positive deviation from Raoult's law is</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Ethanol + Acetone</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Benzene + Toluene</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Acetone + Chloroform</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Chlorobenzene + Bromoethane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most diluted solution is (molar mass of NaCl = 58.5 g mol-1)</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 (w/w) NaCl in water</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1M NaCl</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 ppm of NaCl</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2 m NaCl</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826971"/>
          </a:xfrm>
          <a:prstGeom prst="rect">
            <a:avLst/>
          </a:prstGeom>
          <a:noFill/>
        </p:spPr>
        <p:txBody>
          <a:bodyPr wrap="square" lIns="0" rIns="0" tIns="0" bIns="0">
            <a:spAutoFit/>
          </a:bodyPr>
          <a:lstStyle/>
          <a:p>
            <a:pPr algn="l"/>
            <a:r>
              <a:rPr sz="1800" b="1">
                <a:solidFill>
                  <a:srgbClr val="FAD02C"/>
                </a:solidFill>
                <a:latin typeface="Arial"/>
              </a:rPr>
              <a:t>The pressure cooker reduces the cooking timing because
Heat is more evenly distributed
The boiling point of water inside the cooker is elevated
The boiling point of water inside the cooker is depressed
Higher pressure inside the cooker tenderizes food
The solubility of a gas in water depends on</a:t>
            </a:r>
          </a:p>
        </p:txBody>
      </p:sp>
      <p:sp>
        <p:nvSpPr>
          <p:cNvPr id="4" name="TextBox 3"/>
          <p:cNvSpPr txBox="1"/>
          <p:nvPr/>
        </p:nvSpPr>
        <p:spPr>
          <a:xfrm>
            <a:off x="457200"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Nature of the gas</a:t>
            </a:r>
          </a:p>
        </p:txBody>
      </p:sp>
      <p:sp>
        <p:nvSpPr>
          <p:cNvPr id="5" name="TextBox 4"/>
          <p:cNvSpPr txBox="1"/>
          <p:nvPr/>
        </p:nvSpPr>
        <p:spPr>
          <a:xfrm>
            <a:off x="3321558"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Temperature</a:t>
            </a:r>
          </a:p>
        </p:txBody>
      </p:sp>
      <p:sp>
        <p:nvSpPr>
          <p:cNvPr id="6" name="TextBox 5"/>
          <p:cNvSpPr txBox="1"/>
          <p:nvPr/>
        </p:nvSpPr>
        <p:spPr>
          <a:xfrm>
            <a:off x="6185916"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Pressure of the gas</a:t>
            </a:r>
          </a:p>
        </p:txBody>
      </p:sp>
      <p:sp>
        <p:nvSpPr>
          <p:cNvPr id="7" name="TextBox 6"/>
          <p:cNvSpPr txBox="1"/>
          <p:nvPr/>
        </p:nvSpPr>
        <p:spPr>
          <a:xfrm>
            <a:off x="9050274"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All of the above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solubility of a solid gas does not depend on</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Nature of the solute</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Nature of the solvent</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Pressure</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None of these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solution which has lower osmotic pressure with respect to another is called</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Isotonic solution</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Hypertonic solution</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Hypotonic solution</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None of these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826971"/>
          </a:xfrm>
          <a:prstGeom prst="rect">
            <a:avLst/>
          </a:prstGeom>
          <a:noFill/>
        </p:spPr>
        <p:txBody>
          <a:bodyPr wrap="square" lIns="0" rIns="0" tIns="0" bIns="0">
            <a:spAutoFit/>
          </a:bodyPr>
          <a:lstStyle/>
          <a:p>
            <a:pPr algn="l"/>
            <a:r>
              <a:rPr sz="1800" b="1">
                <a:solidFill>
                  <a:srgbClr val="FAD02C"/>
                </a:solidFill>
                <a:latin typeface="Arial"/>
              </a:rPr>
              <a:t>The solutions which show a large positive deviation from Raoult's law form
Minimum boiling point azeotrope
Maximum boiling point azeotrope
Minimum or maximum boiling point azeotrope
No azeotrope
The tanks used by most scuba divers are filled with air diluted with helium of around</a:t>
            </a:r>
          </a:p>
        </p:txBody>
      </p:sp>
      <p:sp>
        <p:nvSpPr>
          <p:cNvPr id="4" name="TextBox 3"/>
          <p:cNvSpPr txBox="1"/>
          <p:nvPr/>
        </p:nvSpPr>
        <p:spPr>
          <a:xfrm>
            <a:off x="457200"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88.3%</a:t>
            </a:r>
          </a:p>
        </p:txBody>
      </p:sp>
      <p:sp>
        <p:nvSpPr>
          <p:cNvPr id="5" name="TextBox 4"/>
          <p:cNvSpPr txBox="1"/>
          <p:nvPr/>
        </p:nvSpPr>
        <p:spPr>
          <a:xfrm>
            <a:off x="3321558"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56.2%</a:t>
            </a:r>
          </a:p>
        </p:txBody>
      </p:sp>
      <p:sp>
        <p:nvSpPr>
          <p:cNvPr id="6" name="TextBox 5"/>
          <p:cNvSpPr txBox="1"/>
          <p:nvPr/>
        </p:nvSpPr>
        <p:spPr>
          <a:xfrm>
            <a:off x="6185916"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32.1%</a:t>
            </a:r>
          </a:p>
        </p:txBody>
      </p:sp>
      <p:sp>
        <p:nvSpPr>
          <p:cNvPr id="7" name="TextBox 6"/>
          <p:cNvSpPr txBox="1"/>
          <p:nvPr/>
        </p:nvSpPr>
        <p:spPr>
          <a:xfrm>
            <a:off x="9050274"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11.7%</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 sin 2x 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-(sin 2x)/(2) +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 (cos 2x)/(2)+c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(cos 2x)/(2)</a:t>
            </a:r>
            <a:r>
              <a:rPr sz="1600" b="0" baseline="30000">
                <a:solidFill>
                  <a:srgbClr val="F0F0F0"/>
                </a:solidFill>
                <a:latin typeface="Arial"/>
              </a:rPr>
              <a:t>+</a:t>
            </a:r>
            <a:r>
              <a:rPr sz="1600" b="0">
                <a:solidFill>
                  <a:srgbClr val="F0F0F0"/>
                </a:solidFill>
                <a:latin typeface="Arial"/>
              </a:rPr>
              <a:t>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(sin 2x)/(2) + c</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03911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874519" cy="402336"/>
          </a:xfrm>
          <a:prstGeom prst="rect">
            <a:avLst/>
          </a:prstGeom>
          <a:noFill/>
        </p:spPr>
        <p:txBody>
          <a:bodyPr wrap="none" anchor="ctr" lIns="0" rIns="0" tIns="0" bIns="0">
            <a:spAutoFit/>
          </a:bodyPr>
          <a:lstStyle/>
          <a:p>
            <a:pPr algn="l"/>
            <a:r>
              <a:rPr sz="1500" b="1">
                <a:solidFill>
                  <a:srgbClr val="FAD02C"/>
                </a:solidFill>
                <a:latin typeface="Arial"/>
              </a:rPr>
              <a:t>2024M,2026,2025-2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 e ˣ ((1)/(x) - (1)/(x²) ) 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e-x ((1)/(x) ) +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e-x ((1)/(x²)) +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e x ((1)/(x) )</a:t>
            </a:r>
            <a:r>
              <a:rPr sz="1600" b="0" baseline="30000">
                <a:solidFill>
                  <a:srgbClr val="F0F0F0"/>
                </a:solidFill>
                <a:latin typeface="Arial"/>
              </a:rPr>
              <a:t>+</a:t>
            </a:r>
            <a:r>
              <a:rPr sz="1600" b="0">
                <a:solidFill>
                  <a:srgbClr val="F0F0F0"/>
                </a:solidFill>
                <a:latin typeface="Arial"/>
              </a:rPr>
              <a:t>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ex ((1)/(x²)) + c</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 x sin x dx=</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-xcos⁡x-sin⁡x+c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xcos⁡x+sin⁡x+c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xcos⁡x-sin⁡x+c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-cos⁡x-sin⁡x+c</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point of inflection for the following graph is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pic>
        <p:nvPicPr>
          <p:cNvPr id="3" name="Picture 2" descr="img_rId9.png"/>
          <p:cNvPicPr>
            <a:picLocks noChangeAspect="1"/>
          </p:cNvPicPr>
          <p:nvPr/>
        </p:nvPicPr>
        <p:blipFill>
          <a:blip r:embed="rId3"/>
          <a:stretch>
            <a:fillRect/>
          </a:stretch>
        </p:blipFill>
        <p:spPr>
          <a:xfrm>
            <a:off x="11914632" y="731520"/>
            <a:ext cx="2743200" cy="2314575"/>
          </a:xfrm>
          <a:prstGeom prst="rect">
            <a:avLst/>
          </a:prstGeom>
        </p:spPr>
      </p:pic>
      <p:sp>
        <p:nvSpPr>
          <p:cNvPr id="4" name="TextBox 3"/>
          <p:cNvSpPr txBox="1"/>
          <p:nvPr/>
        </p:nvSpPr>
        <p:spPr>
          <a:xfrm>
            <a:off x="457200" y="731520"/>
            <a:ext cx="11274552" cy="320040"/>
          </a:xfrm>
          <a:prstGeom prst="rect">
            <a:avLst/>
          </a:prstGeom>
          <a:noFill/>
        </p:spPr>
        <p:txBody>
          <a:bodyPr wrap="square" lIns="0" rIns="0" tIns="0" bIns="0">
            <a:spAutoFit/>
          </a:bodyPr>
          <a:lstStyle/>
          <a:p>
            <a:pPr algn="l"/>
          </a:p>
        </p:txBody>
      </p:sp>
      <p:sp>
        <p:nvSpPr>
          <p:cNvPr id="5" name="TextBox 4"/>
          <p:cNvSpPr txBox="1"/>
          <p:nvPr/>
        </p:nvSpPr>
        <p:spPr>
          <a:xfrm>
            <a:off x="457200"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6" name="TextBox 5"/>
          <p:cNvSpPr txBox="1"/>
          <p:nvPr/>
        </p:nvSpPr>
        <p:spPr>
          <a:xfrm>
            <a:off x="6254496"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point of inflection does not exist</a:t>
            </a:r>
          </a:p>
        </p:txBody>
      </p:sp>
      <p:sp>
        <p:nvSpPr>
          <p:cNvPr id="7" name="TextBox 6"/>
          <p:cNvSpPr txBox="1"/>
          <p:nvPr/>
        </p:nvSpPr>
        <p:spPr>
          <a:xfrm>
            <a:off x="457200"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-(π)/(2)</a:t>
            </a:r>
          </a:p>
        </p:txBody>
      </p:sp>
      <p:sp>
        <p:nvSpPr>
          <p:cNvPr id="8" name="TextBox 7"/>
          <p:cNvSpPr txBox="1"/>
          <p:nvPr/>
        </p:nvSpPr>
        <p:spPr>
          <a:xfrm>
            <a:off x="6254496"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(π)/(2)</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m:t>
                    </m:r>
                    <m:r>
                      <m:t>1</m:t>
                    </m:r>
                    <m:r>
                      <m:rPr>
                        <m:sty m:val="p"/>
                      </m:rPr>
                      <m:t>)</m:t>
                    </m:r>
                    <m:r>
                      <m:rPr>
                        <m:sty m:val="p"/>
                      </m:rPr>
                      <m:t>/</m:t>
                    </m:r>
                    <m:r>
                      <m:rPr>
                        <m:sty m:val="p"/>
                      </m:rPr>
                      <m:t>(</m:t>
                    </m:r>
                    <m:r>
                      <m:t>x</m:t>
                    </m:r>
                    <m:r>
                      <m:t>s</m:t>
                    </m:r>
                    <m:r>
                      <m:t>q</m:t>
                    </m:r>
                    <m:r>
                      <m:t>r</m:t>
                    </m:r>
                    <m:r>
                      <m:t>t</m:t>
                    </m:r>
                    <m:r>
                      <m:rPr>
                        <m:sty m:val="p"/>
                      </m:rPr>
                      <m:t>(</m:t>
                    </m:r>
                    <m:sSup>
                      <m:e>
                        <m:r>
                          <m:t>x</m:t>
                        </m:r>
                      </m:e>
                      <m:sup>
                        <m:r>
                          <m:t>2</m:t>
                        </m:r>
                      </m:sup>
                    </m:sSup>
                    <m:r>
                      <m:rPr>
                        <m:sty m:val="p"/>
                      </m:rPr>
                      <m:t>−</m:t>
                    </m:r>
                    <m:r>
                      <m:t>1</m:t>
                    </m:r>
                    <m:r>
                      <m:rPr>
                        <m:sty m:val="p"/>
                      </m:rPr>
                      <m:t>)</m:t>
                    </m:r>
                    <m:r>
                      <m:rPr>
                        <m:sty m:val="p"/>
                      </m:rPr>
                      <m:t>)</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sec⁡x+C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\cosec⁡^{-1}x+C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sec</m:t>
                    </m:r>
                    <m:sSup>
                      <m:e>
                        <m:r>
                          <m:rPr>
                            <m:sty m:val="p"/>
                          </m:rPr>
                          <m:t>⁡</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cosec⁡x+C</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121798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S</m:t>
                    </m:r>
                    <m:r>
                      <m:t>t</m:t>
                    </m:r>
                    <m:r>
                      <m:t>a</m:t>
                    </m:r>
                    <m:r>
                      <m:t>t</m:t>
                    </m:r>
                    <m:r>
                      <m:t>e</m:t>
                    </m:r>
                    <m:r>
                      <m:t>m</m:t>
                    </m:r>
                    <m:r>
                      <m:t>e</m:t>
                    </m:r>
                    <m:r>
                      <m:t>n</m:t>
                    </m:r>
                    <m:r>
                      <m:t>t</m:t>
                    </m:r>
                    <m:r>
                      <m:t>1</m:t>
                    </m:r>
                    <m:r>
                      <m:rPr>
                        <m:sty m:val="p"/>
                      </m:rPr>
                      <m:t>:</m:t>
                    </m:r>
                    <m:r>
                      <m:t>T</m:t>
                    </m:r>
                    <m:r>
                      <m:t>h</m:t>
                    </m:r>
                    <m:r>
                      <m:t>e</m:t>
                    </m:r>
                    <m:r>
                      <m:t>a</m:t>
                    </m:r>
                    <m:r>
                      <m:t>n</m:t>
                    </m:r>
                    <m:r>
                      <m:t>t</m:t>
                    </m:r>
                    <m:r>
                      <m:t>i</m:t>
                    </m:r>
                    <m:r>
                      <m:rPr>
                        <m:sty m:val="p"/>
                      </m:rPr>
                      <m:t>−</m:t>
                    </m:r>
                    <m:r>
                      <m:t>d</m:t>
                    </m:r>
                    <m:r>
                      <m:t>e</m:t>
                    </m:r>
                    <m:r>
                      <m:t>r</m:t>
                    </m:r>
                    <m:r>
                      <m:t>i</m:t>
                    </m:r>
                    <m:r>
                      <m:t>v</m:t>
                    </m:r>
                    <m:r>
                      <m:t>a</m:t>
                    </m:r>
                    <m:r>
                      <m:t>t</m:t>
                    </m:r>
                    <m:r>
                      <m:t>i</m:t>
                    </m:r>
                    <m:r>
                      <m:t>v</m:t>
                    </m:r>
                    <m:r>
                      <m:t>e</m:t>
                    </m:r>
                    <m:r>
                      <m:t>o</m:t>
                    </m:r>
                    <m:r>
                      <m:t>f</m:t>
                    </m:r>
                    <m:r>
                      <m:rPr>
                        <m:sty m:val="p"/>
                      </m:rPr>
                      <m:t>(</m:t>
                    </m:r>
                    <m:r>
                      <m:rPr>
                        <m:sty m:val="p"/>
                      </m:rPr>
                      <m:t>(</m:t>
                    </m:r>
                    <m:r>
                      <m:t>1</m:t>
                    </m:r>
                    <m:r>
                      <m:rPr>
                        <m:sty m:val="p"/>
                      </m:rPr>
                      <m:t>)</m:t>
                    </m:r>
                    <m:r>
                      <m:rPr>
                        <m:sty m:val="p"/>
                      </m:rPr>
                      <m:t>/</m:t>
                    </m:r>
                    <m:r>
                      <m:rPr>
                        <m:sty m:val="p"/>
                      </m:rPr>
                      <m:t>(</m:t>
                    </m:r>
                    <m:r>
                      <m:t>s</m:t>
                    </m:r>
                    <m:r>
                      <m:t>q</m:t>
                    </m:r>
                    <m:r>
                      <m:t>r</m:t>
                    </m:r>
                    <m:r>
                      <m:t>t</m:t>
                    </m:r>
                    <m:r>
                      <m:rPr>
                        <m:sty m:val="p"/>
                      </m:rPr>
                      <m:t>(</m:t>
                    </m:r>
                    <m:r>
                      <m:t>1</m:t>
                    </m:r>
                    <m:r>
                      <m:rPr>
                        <m:sty m:val="p"/>
                      </m:rPr>
                      <m:t>+</m:t>
                    </m:r>
                    <m:sSup>
                      <m:e>
                        <m:r>
                          <m:t>X</m:t>
                        </m:r>
                      </m:e>
                      <m:sup>
                        <m:r>
                          <m:t>2</m:t>
                        </m:r>
                      </m:sup>
                    </m:sSup>
                    <m:r>
                      <m:rPr>
                        <m:sty m:val="p"/>
                      </m:rPr>
                      <m:t>)</m:t>
                    </m:r>
                    <m:r>
                      <m:rPr>
                        <m:sty m:val="p"/>
                      </m:rPr>
                      <m:t>)</m:t>
                    </m:r>
                    <m:r>
                      <m:rPr>
                        <m:sty m:val="p"/>
                      </m:rPr>
                      <m:t>)</m:t>
                    </m:r>
                    <m:r>
                      <m:t>w</m:t>
                    </m:r>
                    <m:r>
                      <m:t>i</m:t>
                    </m:r>
                    <m:r>
                      <m:t>t</m:t>
                    </m:r>
                    <m:r>
                      <m:t>h</m:t>
                    </m:r>
                    <m:r>
                      <m:t>r</m:t>
                    </m:r>
                    <m:r>
                      <m:t>e</m:t>
                    </m:r>
                    <m:r>
                      <m:t>s</m:t>
                    </m:r>
                    <m:r>
                      <m:t>p</m:t>
                    </m:r>
                    <m:r>
                      <m:t>e</m:t>
                    </m:r>
                    <m:r>
                      <m:t>c</m:t>
                    </m:r>
                    <m:r>
                      <m:t>t</m:t>
                    </m:r>
                    <m:r>
                      <m:t>t</m:t>
                    </m:r>
                    <m:r>
                      <m:t>o</m:t>
                    </m:r>
                    <m:r>
                      <m:t>x</m:t>
                    </m:r>
                    <m:r>
                      <m:t>i</m:t>
                    </m:r>
                    <m:r>
                      <m:t>s</m:t>
                    </m:r>
                    <m:r>
                      <m:rPr>
                        <m:sty m:val="p"/>
                      </m:rPr>
                      <m:t>(</m:t>
                    </m:r>
                    <m:r>
                      <m:t>X</m:t>
                    </m:r>
                    <m:r>
                      <m:rPr>
                        <m:sty m:val="p"/>
                      </m:rPr>
                      <m:t>)</m:t>
                    </m:r>
                    <m:r>
                      <m:rPr>
                        <m:sty m:val="p"/>
                      </m:rPr>
                      <m:t>/</m:t>
                    </m:r>
                    <m:r>
                      <m:rPr>
                        <m:sty m:val="p"/>
                      </m:rPr>
                      <m:t>(</m:t>
                    </m:r>
                    <m:r>
                      <m:t>2</m:t>
                    </m:r>
                    <m:r>
                      <m:rPr>
                        <m:sty m:val="p"/>
                      </m:rPr>
                      <m:t>)</m:t>
                    </m:r>
                    <m:r>
                      <m:t>s</m:t>
                    </m:r>
                    <m:r>
                      <m:t>q</m:t>
                    </m:r>
                    <m:r>
                      <m:t>r</m:t>
                    </m:r>
                    <m:r>
                      <m:t>t</m:t>
                    </m:r>
                    <m:r>
                      <m:rPr>
                        <m:sty m:val="p"/>
                      </m:rPr>
                      <m:t>(</m:t>
                    </m:r>
                    <m:r>
                      <m:t>1</m:t>
                    </m:r>
                    <m:r>
                      <m:rPr>
                        <m:sty m:val="p"/>
                      </m:rPr>
                      <m:t>+</m:t>
                    </m:r>
                    <m:sSup>
                      <m:e>
                        <m:r>
                          <m:t>X</m:t>
                        </m:r>
                      </m:e>
                      <m:sup>
                        <m:r>
                          <m:t>2</m:t>
                        </m:r>
                      </m:sup>
                    </m:sSup>
                    <m:r>
                      <m:rPr>
                        <m:sty m:val="p"/>
                      </m:rPr>
                      <m:t>)</m:t>
                    </m:r>
                    <m:r>
                      <m:rPr>
                        <m:sty m:val="p"/>
                      </m:rPr>
                      <m:t>+</m:t>
                    </m:r>
                    <m:r>
                      <m:rPr>
                        <m:sty m:val="p"/>
                      </m:rPr>
                      <m:t>(</m:t>
                    </m:r>
                    <m:r>
                      <m:t>1</m:t>
                    </m:r>
                    <m:r>
                      <m:rPr>
                        <m:sty m:val="p"/>
                      </m:rPr>
                      <m:t>)</m:t>
                    </m:r>
                    <m:r>
                      <m:rPr>
                        <m:sty m:val="p"/>
                      </m:rPr>
                      <m:t>/</m:t>
                    </m:r>
                    <m:r>
                      <m:rPr>
                        <m:sty m:val="p"/>
                      </m:rPr>
                      <m:t>(</m:t>
                    </m:r>
                    <m:r>
                      <m:t>2</m:t>
                    </m:r>
                    <m:r>
                      <m:rPr>
                        <m:sty m:val="p"/>
                      </m:rPr>
                      <m:t>)</m:t>
                    </m:r>
                    <m:r>
                      <m:rPr>
                        <m:sty m:val="p"/>
                      </m:rPr>
                      <m:t>log</m:t>
                    </m:r>
                    <m:r>
                      <m:rPr>
                        <m:sty m:val="p"/>
                      </m:rPr>
                      <m:t>|</m:t>
                    </m:r>
                    <m:r>
                      <m:t>𝑥</m:t>
                    </m:r>
                    <m:r>
                      <m:rPr>
                        <m:sty m:val="p"/>
                      </m:rPr>
                      <m:t>+</m:t>
                    </m:r>
                    <m:r>
                      <m:t>s</m:t>
                    </m:r>
                    <m:r>
                      <m:t>q</m:t>
                    </m:r>
                    <m:r>
                      <m:t>r</m:t>
                    </m:r>
                    <m:r>
                      <m:t>t</m:t>
                    </m:r>
                    <m:r>
                      <m:rPr>
                        <m:sty m:val="p"/>
                      </m:rPr>
                      <m:t>(</m:t>
                    </m:r>
                    <m:r>
                      <m:t>1</m:t>
                    </m:r>
                    <m:r>
                      <m:rPr>
                        <m:sty m:val="p"/>
                      </m:rPr>
                      <m:t>+</m:t>
                    </m:r>
                    <m:sSup>
                      <m:e>
                        <m:r>
                          <m:t>X</m:t>
                        </m:r>
                      </m:e>
                      <m:sup>
                        <m:r>
                          <m:t>2</m:t>
                        </m:r>
                      </m:sup>
                    </m:sSup>
                    <m:r>
                      <m:rPr>
                        <m:sty m:val="p"/>
                      </m:rPr>
                      <m:t>)</m:t>
                    </m:r>
                    <m:r>
                      <m:rPr>
                        <m:sty m:val="p"/>
                      </m:rPr>
                      <m:t>|</m:t>
                    </m:r>
                    <m:r>
                      <m:rPr>
                        <m:sty m:val="p"/>
                      </m:rPr>
                      <m:t>+</m:t>
                    </m:r>
                    <m:r>
                      <m:t>𝐶</m:t>
                    </m:r>
                    <m:r>
                      <m:t>S</m:t>
                    </m:r>
                    <m:r>
                      <m:t>t</m:t>
                    </m:r>
                    <m:r>
                      <m:t>a</m:t>
                    </m:r>
                    <m:r>
                      <m:t>t</m:t>
                    </m:r>
                    <m:r>
                      <m:t>e</m:t>
                    </m:r>
                    <m:r>
                      <m:t>m</m:t>
                    </m:r>
                    <m:r>
                      <m:t>e</m:t>
                    </m:r>
                    <m:r>
                      <m:t>n</m:t>
                    </m:r>
                    <m:r>
                      <m:t>t</m:t>
                    </m:r>
                    <m:r>
                      <m:t>2</m:t>
                    </m:r>
                    <m:r>
                      <m:rPr>
                        <m:sty m:val="p"/>
                      </m:rPr>
                      <m:t>:</m:t>
                    </m:r>
                    <m:r>
                      <m:t>T</m:t>
                    </m:r>
                    <m:r>
                      <m:t>h</m:t>
                    </m:r>
                    <m:r>
                      <m:t>e</m:t>
                    </m:r>
                    <m:r>
                      <m:t>d</m:t>
                    </m:r>
                    <m:r>
                      <m:t>e</m:t>
                    </m:r>
                    <m:r>
                      <m:t>r</m:t>
                    </m:r>
                    <m:r>
                      <m:t>i</m:t>
                    </m:r>
                    <m:r>
                      <m:t>v</m:t>
                    </m:r>
                    <m:r>
                      <m:t>a</m:t>
                    </m:r>
                    <m:r>
                      <m:t>t</m:t>
                    </m:r>
                    <m:r>
                      <m:t>i</m:t>
                    </m:r>
                    <m:r>
                      <m:t>v</m:t>
                    </m:r>
                    <m:r>
                      <m:t>e</m:t>
                    </m:r>
                    <m:r>
                      <m:t>o</m:t>
                    </m:r>
                    <m:r>
                      <m:t>f</m:t>
                    </m:r>
                    <m:r>
                      <m:rPr>
                        <m:sty m:val="p"/>
                      </m:rPr>
                      <m:t>(</m:t>
                    </m:r>
                    <m:r>
                      <m:t>X</m:t>
                    </m:r>
                    <m:r>
                      <m:rPr>
                        <m:sty m:val="p"/>
                      </m:rPr>
                      <m:t>)</m:t>
                    </m:r>
                    <m:r>
                      <m:rPr>
                        <m:sty m:val="p"/>
                      </m:rPr>
                      <m:t>/</m:t>
                    </m:r>
                    <m:r>
                      <m:rPr>
                        <m:sty m:val="p"/>
                      </m:rPr>
                      <m:t>(</m:t>
                    </m:r>
                    <m:r>
                      <m:t>2</m:t>
                    </m:r>
                    <m:r>
                      <m:rPr>
                        <m:sty m:val="p"/>
                      </m:rPr>
                      <m:t>)</m:t>
                    </m:r>
                    <m:r>
                      <m:t>s</m:t>
                    </m:r>
                    <m:r>
                      <m:t>q</m:t>
                    </m:r>
                    <m:r>
                      <m:t>r</m:t>
                    </m:r>
                    <m:r>
                      <m:t>t</m:t>
                    </m:r>
                    <m:r>
                      <m:rPr>
                        <m:sty m:val="p"/>
                      </m:rPr>
                      <m:t>(</m:t>
                    </m:r>
                    <m:r>
                      <m:t>1</m:t>
                    </m:r>
                    <m:r>
                      <m:rPr>
                        <m:sty m:val="p"/>
                      </m:rPr>
                      <m:t>+</m:t>
                    </m:r>
                    <m:sSup>
                      <m:e>
                        <m:r>
                          <m:t>X</m:t>
                        </m:r>
                      </m:e>
                      <m:sup>
                        <m:r>
                          <m:t>2</m:t>
                        </m:r>
                      </m:sup>
                    </m:sSup>
                    <m:r>
                      <m:rPr>
                        <m:sty m:val="p"/>
                      </m:rPr>
                      <m:t>)</m:t>
                    </m:r>
                    <m:r>
                      <m:rPr>
                        <m:sty m:val="p"/>
                      </m:rPr>
                      <m:t>+</m:t>
                    </m:r>
                    <m:r>
                      <m:rPr>
                        <m:sty m:val="p"/>
                      </m:rPr>
                      <m:t>(</m:t>
                    </m:r>
                    <m:r>
                      <m:t>1</m:t>
                    </m:r>
                    <m:r>
                      <m:rPr>
                        <m:sty m:val="p"/>
                      </m:rPr>
                      <m:t>)</m:t>
                    </m:r>
                    <m:r>
                      <m:rPr>
                        <m:sty m:val="p"/>
                      </m:rPr>
                      <m:t>/</m:t>
                    </m:r>
                    <m:r>
                      <m:rPr>
                        <m:sty m:val="p"/>
                      </m:rPr>
                      <m:t>(</m:t>
                    </m:r>
                    <m:r>
                      <m:t>2</m:t>
                    </m:r>
                    <m:r>
                      <m:rPr>
                        <m:sty m:val="p"/>
                      </m:rPr>
                      <m:t>)</m:t>
                    </m:r>
                    <m:r>
                      <m:rPr>
                        <m:sty m:val="p"/>
                      </m:rPr>
                      <m:t>log</m:t>
                    </m:r>
                    <m:r>
                      <m:rPr>
                        <m:sty m:val="p"/>
                      </m:rPr>
                      <m:t>|</m:t>
                    </m:r>
                    <m:r>
                      <m:t>𝑥</m:t>
                    </m:r>
                    <m:r>
                      <m:rPr>
                        <m:sty m:val="p"/>
                      </m:rPr>
                      <m:t>+</m:t>
                    </m:r>
                    <m:r>
                      <m:t>s</m:t>
                    </m:r>
                    <m:r>
                      <m:t>q</m:t>
                    </m:r>
                    <m:r>
                      <m:t>r</m:t>
                    </m:r>
                    <m:r>
                      <m:t>t</m:t>
                    </m:r>
                    <m:r>
                      <m:rPr>
                        <m:sty m:val="p"/>
                      </m:rPr>
                      <m:t>(</m:t>
                    </m:r>
                    <m:r>
                      <m:t>1</m:t>
                    </m:r>
                    <m:r>
                      <m:rPr>
                        <m:sty m:val="p"/>
                      </m:rPr>
                      <m:t>+</m:t>
                    </m:r>
                    <m:sSup>
                      <m:e>
                        <m:r>
                          <m:t>X</m:t>
                        </m:r>
                      </m:e>
                      <m:sup>
                        <m:r>
                          <m:t>2</m:t>
                        </m:r>
                      </m:sup>
                    </m:sSup>
                    <m:r>
                      <m:rPr>
                        <m:sty m:val="p"/>
                      </m:rPr>
                      <m:t>)</m:t>
                    </m:r>
                    <m:r>
                      <m:rPr>
                        <m:sty m:val="p"/>
                      </m:rPr>
                      <m:t>|</m:t>
                    </m:r>
                    <m:r>
                      <m:rPr>
                        <m:sty m:val="p"/>
                      </m:rPr>
                      <m:t>+</m:t>
                    </m:r>
                    <m:r>
                      <m:t>𝐶</m:t>
                    </m:r>
                    <m:r>
                      <m:rPr>
                        <m:sty m:val="p"/>
                      </m:rPr>
                      <m:t>.</m:t>
                    </m:r>
                    <m:r>
                      <m:t>w</m:t>
                    </m:r>
                    <m:r>
                      <m:t>i</m:t>
                    </m:r>
                    <m:r>
                      <m:t>t</m:t>
                    </m:r>
                    <m:r>
                      <m:t>h</m:t>
                    </m:r>
                    <m:r>
                      <m:t>r</m:t>
                    </m:r>
                    <m:r>
                      <m:t>e</m:t>
                    </m:r>
                    <m:r>
                      <m:t>s</m:t>
                    </m:r>
                    <m:r>
                      <m:t>p</m:t>
                    </m:r>
                    <m:r>
                      <m:t>e</m:t>
                    </m:r>
                    <m:r>
                      <m:t>c</m:t>
                    </m:r>
                    <m:r>
                      <m:t>t</m:t>
                    </m:r>
                    <m:r>
                      <m:t>t</m:t>
                    </m:r>
                    <m:r>
                      <m:t>o</m:t>
                    </m:r>
                    <m:r>
                      <m:t>x</m:t>
                    </m:r>
                    <m:r>
                      <m:t>i</m:t>
                    </m:r>
                    <m:r>
                      <m:t>s</m:t>
                    </m:r>
                    <m:r>
                      <m:rPr>
                        <m:sty m:val="p"/>
                      </m:rPr>
                      <m:t>(</m:t>
                    </m:r>
                    <m:r>
                      <m:t>1</m:t>
                    </m:r>
                    <m:r>
                      <m:rPr>
                        <m:sty m:val="p"/>
                      </m:rPr>
                      <m:t>)</m:t>
                    </m:r>
                    <m:r>
                      <m:rPr>
                        <m:sty m:val="p"/>
                      </m:rPr>
                      <m:t>/</m:t>
                    </m:r>
                    <m:r>
                      <m:rPr>
                        <m:sty m:val="p"/>
                      </m:rPr>
                      <m:t>(</m:t>
                    </m:r>
                    <m:r>
                      <m:t>s</m:t>
                    </m:r>
                    <m:r>
                      <m:t>q</m:t>
                    </m:r>
                    <m:r>
                      <m:t>r</m:t>
                    </m:r>
                    <m:r>
                      <m:t>t</m:t>
                    </m:r>
                    <m:r>
                      <m:rPr>
                        <m:sty m:val="p"/>
                      </m:rPr>
                      <m:t>(</m:t>
                    </m:r>
                    <m:r>
                      <m:t>1</m:t>
                    </m:r>
                    <m:r>
                      <m:rPr>
                        <m:sty m:val="p"/>
                      </m:rPr>
                      <m:t>+</m:t>
                    </m:r>
                    <m:sSup>
                      <m:e>
                        <m:r>
                          <m:t>X</m:t>
                        </m:r>
                      </m:e>
                      <m:sup>
                        <m:r>
                          <m:t>2</m:t>
                        </m:r>
                      </m:sup>
                    </m:sSup>
                    <m:r>
                      <m:rPr>
                        <m:sty m:val="p"/>
                      </m:rPr>
                      <m:t>)</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2114092"/>
            <a:ext cx="5477256" cy="541324"/>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Statement 1 is true, and Statement 2 is false.</a:t>
            </a:r>
          </a:p>
        </p:txBody>
      </p:sp>
      <p:sp>
        <p:nvSpPr>
          <p:cNvPr id="8" name="TextBox 7"/>
          <p:cNvSpPr txBox="1"/>
          <p:nvPr/>
        </p:nvSpPr>
        <p:spPr>
          <a:xfrm>
            <a:off x="6254496" y="2114092"/>
            <a:ext cx="5477256" cy="541324"/>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Statement 1 is true, and Statement 2 is true, Statement 2 is correct explanation for Statement</a:t>
            </a:r>
          </a:p>
        </p:txBody>
      </p:sp>
      <p:sp>
        <p:nvSpPr>
          <p:cNvPr id="9" name="TextBox 8"/>
          <p:cNvSpPr txBox="1"/>
          <p:nvPr/>
        </p:nvSpPr>
        <p:spPr>
          <a:xfrm>
            <a:off x="457200" y="2765145"/>
            <a:ext cx="5477256" cy="541324"/>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Statement 1 is true, and Statement 2 is true, Statement 2 is not a correct explanation for Statement1</a:t>
            </a:r>
          </a:p>
        </p:txBody>
      </p:sp>
      <p:sp>
        <p:nvSpPr>
          <p:cNvPr id="10" name="TextBox 9"/>
          <p:cNvSpPr txBox="1"/>
          <p:nvPr/>
        </p:nvSpPr>
        <p:spPr>
          <a:xfrm>
            <a:off x="6254496" y="2765145"/>
            <a:ext cx="5477256" cy="541324"/>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Both statements are false.</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F</m:t>
                    </m:r>
                    <m:r>
                      <m:t>i</m:t>
                    </m:r>
                    <m:r>
                      <m:t>n</m:t>
                    </m:r>
                    <m:r>
                      <m:t>d</m:t>
                    </m:r>
                    <m:r>
                      <m:t>t</m:t>
                    </m:r>
                    <m:r>
                      <m:t>h</m:t>
                    </m:r>
                    <m:r>
                      <m:t>e</m:t>
                    </m:r>
                    <m:r>
                      <m:t>v</m:t>
                    </m:r>
                    <m:r>
                      <m:t>a</m:t>
                    </m:r>
                    <m:r>
                      <m:t>l</m:t>
                    </m:r>
                    <m:r>
                      <m:t>u</m:t>
                    </m:r>
                    <m:r>
                      <m:t>e</m:t>
                    </m:r>
                    <m:r>
                      <m:t>o</m:t>
                    </m:r>
                    <m:r>
                      <m:t>f</m:t>
                    </m:r>
                    <m:nary>
                      <m:naryPr>
                        <m:chr m:val="∫"/>
                        <m:limLoc m:val="subSup"/>
                        <m:subHide m:val="off"/>
                        <m:supHide m:val="off"/>
                      </m:naryPr>
                      <m:sub>
                        <m:r>
                          <m:rPr>
                            <m:sty m:val="p"/>
                          </m:rPr>
                          <m:t>−</m:t>
                        </m:r>
                        <m:r>
                          <m:t>1</m:t>
                        </m:r>
                      </m:sub>
                      <m:sup>
                        <m:r>
                          <m:t>1</m:t>
                        </m:r>
                      </m:sup>
                      <m:e>
                        <m:sSup>
                          <m:e>
                            <m:r>
                              <m:t>x</m:t>
                            </m:r>
                          </m:e>
                          <m:sup>
                            <m:r>
                              <m:t>99</m:t>
                            </m:r>
                          </m:sup>
                        </m:sSup>
                      </m:e>
                    </m:nary>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3</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a</m:t>
                    </m:r>
                    <m:r>
                      <m:t>n</m:t>
                    </m:r>
                    <m:r>
                      <m:t>t</m:t>
                    </m:r>
                    <m:r>
                      <m:t>i</m:t>
                    </m:r>
                    <m:r>
                      <m:rPr>
                        <m:sty m:val="p"/>
                      </m:rPr>
                      <m:t>−</m:t>
                    </m:r>
                    <m:r>
                      <m:t>d</m:t>
                    </m:r>
                    <m:r>
                      <m:t>e</m:t>
                    </m:r>
                    <m:r>
                      <m:t>r</m:t>
                    </m:r>
                    <m:r>
                      <m:t>i</m:t>
                    </m:r>
                    <m:r>
                      <m:t>v</m:t>
                    </m:r>
                    <m:r>
                      <m:t>a</m:t>
                    </m:r>
                    <m:r>
                      <m:t>t</m:t>
                    </m:r>
                    <m:r>
                      <m:t>i</m:t>
                    </m:r>
                    <m:r>
                      <m:t>v</m:t>
                    </m:r>
                    <m:r>
                      <m:t>e</m:t>
                    </m:r>
                    <m:r>
                      <m:t>o</m:t>
                    </m:r>
                    <m:r>
                      <m:t>f</m:t>
                    </m:r>
                    <m:r>
                      <m:rPr>
                        <m:sty m:val="p"/>
                      </m:rPr>
                      <m:t>(</m:t>
                    </m:r>
                    <m:r>
                      <m:t>1</m:t>
                    </m:r>
                    <m:r>
                      <m:rPr>
                        <m:sty m:val="p"/>
                      </m:rPr>
                      <m:t>)</m:t>
                    </m:r>
                    <m:r>
                      <m:rPr>
                        <m:sty m:val="p"/>
                      </m:rPr>
                      <m:t>/</m:t>
                    </m:r>
                    <m:r>
                      <m:rPr>
                        <m:sty m:val="p"/>
                      </m:rPr>
                      <m:t>(</m:t>
                    </m:r>
                    <m:r>
                      <m:t>x</m:t>
                    </m:r>
                    <m:r>
                      <m:t>s</m:t>
                    </m:r>
                    <m:r>
                      <m:t>q</m:t>
                    </m:r>
                    <m:r>
                      <m:t>r</m:t>
                    </m:r>
                    <m:r>
                      <m:t>t</m:t>
                    </m:r>
                    <m:r>
                      <m:rPr>
                        <m:sty m:val="p"/>
                      </m:rPr>
                      <m:t>(</m:t>
                    </m:r>
                    <m:sSup>
                      <m:e>
                        <m:r>
                          <m:t>x</m:t>
                        </m:r>
                      </m:e>
                      <m:sup>
                        <m:r>
                          <m:t>2</m:t>
                        </m:r>
                      </m:sup>
                    </m:sSup>
                    <m:r>
                      <m:rPr>
                        <m:sty m:val="p"/>
                      </m:rPr>
                      <m:t>−</m:t>
                    </m:r>
                    <m:r>
                      <m:t>1</m:t>
                    </m:r>
                    <m:r>
                      <m:rPr>
                        <m:sty m:val="p"/>
                      </m:rPr>
                      <m:t>)</m:t>
                    </m:r>
                    <m:r>
                      <m:rPr>
                        <m:sty m:val="p"/>
                      </m:rPr>
                      <m:t>)</m:t>
                    </m:r>
                    <m:r>
                      <m:rPr>
                        <m:sty m:val="p"/>
                      </m:rPr>
                      <m:t>,</m:t>
                    </m:r>
                    <m:r>
                      <m:t>x</m:t>
                    </m:r>
                    <m:r>
                      <m:rPr>
                        <m:sty m:val="p"/>
                      </m:rPr>
                      <m:t>&gt;</m:t>
                    </m:r>
                    <m:r>
                      <m:t>1</m:t>
                    </m:r>
                    <m:r>
                      <m:t>w</m:t>
                    </m:r>
                    <m:r>
                      <m:t>i</m:t>
                    </m:r>
                    <m:r>
                      <m:t>t</m:t>
                    </m:r>
                    <m:r>
                      <m:t>h</m:t>
                    </m:r>
                    <m:r>
                      <m:t>r</m:t>
                    </m:r>
                    <m:r>
                      <m:t>e</m:t>
                    </m:r>
                    <m:r>
                      <m:t>s</m:t>
                    </m:r>
                    <m:r>
                      <m:t>p</m:t>
                    </m:r>
                    <m:r>
                      <m:t>e</m:t>
                    </m:r>
                    <m:r>
                      <m:t>c</m:t>
                    </m:r>
                    <m:r>
                      <m:t>t</m:t>
                    </m:r>
                    <m:r>
                      <m:t>i</m:t>
                    </m:r>
                    <m:r>
                      <m:t>v</m:t>
                    </m:r>
                    <m:r>
                      <m:t>e</m:t>
                    </m:r>
                    <m:r>
                      <m:t>t</m:t>
                    </m:r>
                    <m:r>
                      <m:t>o</m:t>
                    </m:r>
                    <m:r>
                      <m:t>x</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sin</m:t>
                    </m:r>
                    <m:sSup>
                      <m:e>
                        <m:r>
                          <m:rPr>
                            <m:sty m:val="p"/>
                          </m:rPr>
                          <m:t>⁡</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cos</m:t>
                    </m:r>
                    <m:sSup>
                      <m:e>
                        <m:r>
                          <m:rPr>
                            <m:sty m:val="p"/>
                          </m:rPr>
                          <m:t>⁡</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-\cosec⁡^{-1}x+C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cot</m:t>
                    </m:r>
                    <m:sSup>
                      <m:e>
                        <m:r>
                          <m:rPr>
                            <m:sty m:val="p"/>
                          </m:rPr>
                          <m:t>⁡</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m:t>
                    </m:r>
                    <m:r>
                      <m:t>2</m:t>
                    </m:r>
                    <m:r>
                      <m:rPr>
                        <m:sty m:val="p"/>
                      </m:rPr>
                      <m:t>−</m:t>
                    </m:r>
                    <m:r>
                      <m:t>3</m:t>
                    </m:r>
                    <m:r>
                      <m:t>s</m:t>
                    </m:r>
                    <m:r>
                      <m:t>i</m:t>
                    </m:r>
                    <m:r>
                      <m:t>n</m:t>
                    </m:r>
                    <m:r>
                      <m:t>x</m:t>
                    </m:r>
                    <m:r>
                      <m:rPr>
                        <m:sty m:val="p"/>
                      </m:rPr>
                      <m:t>)</m:t>
                    </m:r>
                    <m:r>
                      <m:rPr>
                        <m:sty m:val="p"/>
                      </m:rPr>
                      <m:t>/</m:t>
                    </m:r>
                    <m:r>
                      <m:rPr>
                        <m:sty m:val="p"/>
                      </m:rPr>
                      <m:t>(</m:t>
                    </m:r>
                    <m:sSup>
                      <m:e>
                        <m:r>
                          <m:rPr>
                            <m:sty m:val="p"/>
                          </m:rPr>
                          <m:t>cos</m:t>
                        </m:r>
                      </m:e>
                      <m:sup>
                        <m:r>
                          <m:t>2</m:t>
                        </m:r>
                      </m:sup>
                    </m:sSup>
                    <m:r>
                      <m:t>x</m:t>
                    </m:r>
                    <m:r>
                      <m:rPr>
                        <m:sty m:val="p"/>
                      </m:rPr>
                      <m:t>)</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2tan⁡x-3sec⁡x+c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2tan⁡x+3sec⁡x+c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2tan⁡x-2sec⁡x+c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2sec⁡x-3tan⁡x+c</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2026M,2025-2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1</m:t>
                        </m:r>
                      </m:sub>
                      <m:sup>
                        <m:r>
                          <m:t>s</m:t>
                        </m:r>
                        <m:r>
                          <m:t>q</m:t>
                        </m:r>
                        <m:r>
                          <m:t>r</m:t>
                        </m:r>
                        <m:r>
                          <m:t>t</m:t>
                        </m:r>
                        <m:r>
                          <m:rPr>
                            <m:sty m:val="p"/>
                          </m:rPr>
                          <m:t>(</m:t>
                        </m:r>
                        <m:r>
                          <m:t>3</m:t>
                        </m:r>
                        <m:r>
                          <m:rPr>
                            <m:sty m:val="p"/>
                          </m:rPr>
                          <m:t>)</m:t>
                        </m:r>
                      </m:sup>
                      <m:e>
                        <m:r>
                          <m:t>3</m:t>
                        </m:r>
                      </m:e>
                    </m:nary>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(π)/(3)</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(2π)/(3)</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(π)/(6)</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(π)/(12)</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 (1-x)/(sqrt(x)) 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2</m:t>
                    </m:r>
                    <m:r>
                      <m:t>s</m:t>
                    </m:r>
                    <m:r>
                      <m:t>q</m:t>
                    </m:r>
                    <m:r>
                      <m:t>r</m:t>
                    </m:r>
                    <m:r>
                      <m:t>t</m:t>
                    </m:r>
                    <m:r>
                      <m:rPr>
                        <m:sty m:val="p"/>
                      </m:rPr>
                      <m:t>(</m:t>
                    </m:r>
                    <m:r>
                      <m:t>x</m:t>
                    </m:r>
                    <m:r>
                      <m:rPr>
                        <m:sty m:val="p"/>
                      </m:rPr>
                      <m:t>)</m:t>
                    </m:r>
                    <m:r>
                      <m:rPr>
                        <m:sty m:val="p"/>
                      </m:rPr>
                      <m:t>+</m:t>
                    </m:r>
                    <m:r>
                      <m:rPr>
                        <m:sty m:val="p"/>
                      </m:rPr>
                      <m:t>(</m:t>
                    </m:r>
                    <m:r>
                      <m:t>3</m:t>
                    </m:r>
                    <m:sSup>
                      <m:e>
                        <m:r>
                          <m:t>x</m:t>
                        </m:r>
                      </m:e>
                      <m:sup>
                        <m:r>
                          <m:t>3</m:t>
                        </m:r>
                        <m:r>
                          <m:rPr>
                            <m:sty m:val="p"/>
                          </m:rPr>
                          <m:t>/</m:t>
                        </m:r>
                        <m:r>
                          <m:t>2</m:t>
                        </m:r>
                      </m:sup>
                    </m:sSup>
                    <m:r>
                      <m:rPr>
                        <m:sty m:val="p"/>
                      </m:rPr>
                      <m:t>)</m:t>
                    </m:r>
                    <m:r>
                      <m:rPr>
                        <m:sty m:val="p"/>
                      </m:rPr>
                      <m:t>/</m:t>
                    </m:r>
                    <m:r>
                      <m:rPr>
                        <m:sty m:val="p"/>
                      </m:rPr>
                      <m:t>(</m:t>
                    </m:r>
                    <m:r>
                      <m:t>2</m:t>
                    </m:r>
                    <m:r>
                      <m:rPr>
                        <m:sty m:val="p"/>
                      </m:rPr>
                      <m:t>)</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2</m:t>
                    </m:r>
                    <m:r>
                      <m:t>s</m:t>
                    </m:r>
                    <m:r>
                      <m:t>q</m:t>
                    </m:r>
                    <m:r>
                      <m:t>r</m:t>
                    </m:r>
                    <m:r>
                      <m:t>t</m:t>
                    </m:r>
                    <m:r>
                      <m:rPr>
                        <m:sty m:val="p"/>
                      </m:rPr>
                      <m:t>(</m:t>
                    </m:r>
                    <m:r>
                      <m:t>x</m:t>
                    </m:r>
                    <m:r>
                      <m:rPr>
                        <m:sty m:val="p"/>
                      </m:rPr>
                      <m:t>)</m:t>
                    </m:r>
                    <m:r>
                      <m:rPr>
                        <m:sty m:val="p"/>
                      </m:rPr>
                      <m:t>−</m:t>
                    </m:r>
                    <m:r>
                      <m:rPr>
                        <m:sty m:val="p"/>
                      </m:rPr>
                      <m:t>(</m:t>
                    </m:r>
                    <m:r>
                      <m:t>2</m:t>
                    </m:r>
                    <m:sSup>
                      <m:e>
                        <m:r>
                          <m:t>x</m:t>
                        </m:r>
                      </m:e>
                      <m:sup>
                        <m:r>
                          <m:t>3</m:t>
                        </m:r>
                        <m:r>
                          <m:rPr>
                            <m:sty m:val="p"/>
                          </m:rPr>
                          <m:t>/</m:t>
                        </m:r>
                        <m:r>
                          <m:t>2</m:t>
                        </m:r>
                      </m:sup>
                    </m:sSup>
                    <m:r>
                      <m:rPr>
                        <m:sty m:val="p"/>
                      </m:rPr>
                      <m:t>)</m:t>
                    </m:r>
                    <m:r>
                      <m:rPr>
                        <m:sty m:val="p"/>
                      </m:rPr>
                      <m:t>/</m:t>
                    </m:r>
                    <m:r>
                      <m:rPr>
                        <m:sty m:val="p"/>
                      </m:rPr>
                      <m:t>(</m:t>
                    </m:r>
                    <m:r>
                      <m:t>3</m:t>
                    </m:r>
                    <m:r>
                      <m:rPr>
                        <m:sty m:val="p"/>
                      </m:rPr>
                      <m:t>)</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2</m:t>
                    </m:r>
                    <m:r>
                      <m:t>s</m:t>
                    </m:r>
                    <m:r>
                      <m:t>q</m:t>
                    </m:r>
                    <m:r>
                      <m:t>r</m:t>
                    </m:r>
                    <m:r>
                      <m:t>t</m:t>
                    </m:r>
                    <m:r>
                      <m:rPr>
                        <m:sty m:val="p"/>
                      </m:rPr>
                      <m:t>(</m:t>
                    </m:r>
                    <m:r>
                      <m:t>x</m:t>
                    </m:r>
                    <m:r>
                      <m:rPr>
                        <m:sty m:val="p"/>
                      </m:rPr>
                      <m:t>)</m:t>
                    </m:r>
                    <m:r>
                      <m:rPr>
                        <m:sty m:val="p"/>
                      </m:rPr>
                      <m:t>+</m:t>
                    </m:r>
                    <m:r>
                      <m:rPr>
                        <m:sty m:val="p"/>
                      </m:rPr>
                      <m:t>(</m:t>
                    </m:r>
                    <m:r>
                      <m:t>2</m:t>
                    </m:r>
                    <m:sSup>
                      <m:e>
                        <m:r>
                          <m:t>x</m:t>
                        </m:r>
                      </m:e>
                      <m:sup>
                        <m:r>
                          <m:t>3</m:t>
                        </m:r>
                        <m:r>
                          <m:rPr>
                            <m:sty m:val="p"/>
                          </m:rPr>
                          <m:t>/</m:t>
                        </m:r>
                        <m:r>
                          <m:t>2</m:t>
                        </m:r>
                      </m:sup>
                    </m:sSup>
                    <m:r>
                      <m:rPr>
                        <m:sty m:val="p"/>
                      </m:rPr>
                      <m:t>)</m:t>
                    </m:r>
                    <m:r>
                      <m:rPr>
                        <m:sty m:val="p"/>
                      </m:rPr>
                      <m:t>/</m:t>
                    </m:r>
                    <m:r>
                      <m:rPr>
                        <m:sty m:val="p"/>
                      </m:rPr>
                      <m:t>(</m:t>
                    </m:r>
                    <m:r>
                      <m:t>3</m:t>
                    </m:r>
                    <m:r>
                      <m:rPr>
                        <m:sty m:val="p"/>
                      </m:rPr>
                      <m:t>)</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2</m:t>
                    </m:r>
                    <m:r>
                      <m:t>s</m:t>
                    </m:r>
                    <m:r>
                      <m:t>q</m:t>
                    </m:r>
                    <m:r>
                      <m:t>r</m:t>
                    </m:r>
                    <m:r>
                      <m:t>t</m:t>
                    </m:r>
                    <m:r>
                      <m:rPr>
                        <m:sty m:val="p"/>
                      </m:rPr>
                      <m:t>(</m:t>
                    </m:r>
                    <m:r>
                      <m:t>x</m:t>
                    </m:r>
                    <m:r>
                      <m:rPr>
                        <m:sty m:val="p"/>
                      </m:rPr>
                      <m:t>)</m:t>
                    </m:r>
                    <m:r>
                      <m:rPr>
                        <m:sty m:val="p"/>
                      </m:rPr>
                      <m:t>−</m:t>
                    </m:r>
                    <m:r>
                      <m:rPr>
                        <m:sty m:val="p"/>
                      </m:rPr>
                      <m:t>(</m:t>
                    </m:r>
                    <m:r>
                      <m:t>3</m:t>
                    </m:r>
                    <m:sSup>
                      <m:e>
                        <m:r>
                          <m:t>x</m:t>
                        </m:r>
                      </m:e>
                      <m:sup>
                        <m:r>
                          <m:t>3</m:t>
                        </m:r>
                        <m:r>
                          <m:rPr>
                            <m:sty m:val="p"/>
                          </m:rPr>
                          <m:t>/</m:t>
                        </m:r>
                        <m:r>
                          <m:t>2</m:t>
                        </m:r>
                      </m:sup>
                    </m:sSup>
                    <m:r>
                      <m:rPr>
                        <m:sty m:val="p"/>
                      </m:rPr>
                      <m:t>)</m:t>
                    </m:r>
                    <m:r>
                      <m:rPr>
                        <m:sty m:val="p"/>
                      </m:rPr>
                      <m:t>/</m:t>
                    </m:r>
                    <m:r>
                      <m:rPr>
                        <m:sty m:val="p"/>
                      </m:rPr>
                      <m:t>(</m:t>
                    </m:r>
                    <m:r>
                      <m:t>2</m:t>
                    </m:r>
                    <m:r>
                      <m:rPr>
                        <m:sty m:val="p"/>
                      </m:rPr>
                      <m:t>)</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0</m:t>
                        </m:r>
                      </m:sub>
                      <m:sup>
                        <m:r>
                          <m:t>π</m:t>
                        </m:r>
                      </m:sup>
                      <m:e>
                        <m:r>
                          <m:rPr>
                            <m:sty m:val="p"/>
                          </m:rPr>
                          <m:t>(</m:t>
                        </m:r>
                      </m:e>
                    </m:nary>
                    <m:sSup>
                      <m:e>
                        <m:r>
                          <m:rPr>
                            <m:sty m:val="p"/>
                          </m:rPr>
                          <m:t>sin</m:t>
                        </m:r>
                      </m:e>
                      <m:sup>
                        <m:r>
                          <m:t>2</m:t>
                        </m:r>
                      </m:sup>
                    </m:sSup>
                    <m:r>
                      <m:rPr>
                        <m:sty m:val="p"/>
                      </m:rPr>
                      <m:t>(</m:t>
                    </m:r>
                    <m:r>
                      <m:t>x</m:t>
                    </m:r>
                    <m:r>
                      <m:rPr>
                        <m:sty m:val="p"/>
                      </m:rPr>
                      <m:t>)</m:t>
                    </m:r>
                    <m:r>
                      <m:rPr>
                        <m:sty m:val="p"/>
                      </m:rPr>
                      <m:t>/</m:t>
                    </m:r>
                    <m:r>
                      <m:rPr>
                        <m:sty m:val="p"/>
                      </m:rPr>
                      <m:t>(</m:t>
                    </m:r>
                    <m:r>
                      <m:t>2</m:t>
                    </m:r>
                    <m:r>
                      <m:rPr>
                        <m:sty m:val="p"/>
                      </m:rPr>
                      <m:t>)</m:t>
                    </m:r>
                    <m:r>
                      <m:rPr>
                        <m:sty m:val="p"/>
                      </m:rPr>
                      <m:t>−</m:t>
                    </m:r>
                    <m:sSup>
                      <m:e>
                        <m:r>
                          <m:rPr>
                            <m:sty m:val="p"/>
                          </m:rPr>
                          <m:t>cos</m:t>
                        </m:r>
                      </m:e>
                      <m:sup>
                        <m:r>
                          <m:t>2</m:t>
                        </m:r>
                      </m:sup>
                    </m:sSup>
                    <m:r>
                      <m:rPr>
                        <m:sty m:val="p"/>
                      </m:rPr>
                      <m:t>(</m:t>
                    </m:r>
                    <m:r>
                      <m:t>x</m:t>
                    </m:r>
                    <m:r>
                      <m:rPr>
                        <m:sty m:val="p"/>
                      </m:rPr>
                      <m:t>)</m:t>
                    </m:r>
                    <m:r>
                      <m:rPr>
                        <m:sty m:val="p"/>
                      </m:rPr>
                      <m:t>/</m:t>
                    </m:r>
                    <m:r>
                      <m:rPr>
                        <m:sty m:val="p"/>
                      </m:rPr>
                      <m:t>(</m:t>
                    </m:r>
                    <m:r>
                      <m:t>2</m:t>
                    </m:r>
                    <m:r>
                      <m:rPr>
                        <m:sty m:val="p"/>
                      </m:rPr>
                      <m:t>)</m:t>
                    </m:r>
                    <m:r>
                      <m:rPr>
                        <m:sty m:val="p"/>
                      </m:rPr>
                      <m:t>)</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–2</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807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216152" cy="402336"/>
          </a:xfrm>
          <a:prstGeom prst="rect">
            <a:avLst/>
          </a:prstGeom>
          <a:noFill/>
        </p:spPr>
        <p:txBody>
          <a:bodyPr wrap="none" anchor="ctr" lIns="0" rIns="0" tIns="0" bIns="0">
            <a:spAutoFit/>
          </a:bodyPr>
          <a:lstStyle/>
          <a:p>
            <a:pPr algn="l"/>
            <a:r>
              <a:rPr sz="1500" b="1">
                <a:solidFill>
                  <a:srgbClr val="FAD02C"/>
                </a:solidFill>
                <a:latin typeface="Arial"/>
              </a:rPr>
              <a:t>2024,2026M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t>s</m:t>
                    </m:r>
                    <m:r>
                      <m:t>e</m:t>
                    </m:r>
                    <m:r>
                      <m:t>c</m:t>
                    </m:r>
                    <m:r>
                      <m:t>x</m:t>
                    </m:r>
                    <m:r>
                      <m:rPr>
                        <m:sty m:val="p"/>
                      </m:rPr>
                      <m:t>(</m:t>
                    </m:r>
                    <m:r>
                      <m:t>1</m:t>
                    </m:r>
                    <m:r>
                      <m:rPr>
                        <m:sty m:val="p"/>
                      </m:rPr>
                      <m:t>+</m:t>
                    </m:r>
                    <m:r>
                      <m:t>t</m:t>
                    </m:r>
                    <m:r>
                      <m:t>a</m:t>
                    </m:r>
                    <m:r>
                      <m:t>n</m:t>
                    </m:r>
                    <m:r>
                      <m:t>x</m:t>
                    </m:r>
                    <m:r>
                      <m:rPr>
                        <m:sty m:val="p"/>
                      </m:rPr>
                      <m:t>)</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sec</m:t>
                    </m:r>
                    <m:r>
                      <m:rPr>
                        <m:sty m:val="p"/>
                      </m:rPr>
                      <m:t>⁡</m:t>
                    </m:r>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sec</m:t>
                    </m:r>
                    <m:sSup>
                      <m:e>
                        <m:r>
                          <m:rPr>
                            <m:sty m:val="p"/>
                          </m:rPr>
                          <m:t>⁡</m:t>
                        </m:r>
                      </m:e>
                      <m:sup>
                        <m:r>
                          <m:t>2</m:t>
                        </m:r>
                      </m:sup>
                    </m:sSup>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tan</m:t>
                    </m:r>
                    <m:r>
                      <m:rPr>
                        <m:sty m:val="p"/>
                      </m:rPr>
                      <m:t>⁡</m:t>
                    </m:r>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m:t>
                    </m:r>
                    <m:r>
                      <m:t>1</m:t>
                    </m:r>
                    <m:r>
                      <m:rPr>
                        <m:sty m:val="p"/>
                      </m:rPr>
                      <m:t>+</m:t>
                    </m:r>
                    <m:r>
                      <m:rPr>
                        <m:sty m:val="p"/>
                      </m:rPr>
                      <m:t>tan</m:t>
                    </m:r>
                    <m:r>
                      <m:rPr>
                        <m:sty m:val="p"/>
                      </m:rPr>
                      <m:t>⁡</m:t>
                    </m:r>
                    <m:r>
                      <m:t>x</m:t>
                    </m:r>
                    <m:r>
                      <m:rPr>
                        <m:sty m:val="p"/>
                      </m:rPr>
                      <m:t>)</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∫xcos⁡x dx=</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-xsin⁡x+cos⁡x+c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xcos⁡x-sin⁡x+c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xsin⁡x-cos⁡x+c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xsin⁡x+cos⁡x+c</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v</m:t>
                    </m:r>
                    <m:r>
                      <m:t>a</m:t>
                    </m:r>
                    <m:r>
                      <m:t>l</m:t>
                    </m:r>
                    <m:r>
                      <m:t>u</m:t>
                    </m:r>
                    <m:r>
                      <m:t>e</m:t>
                    </m:r>
                    <m:r>
                      <m:t>o</m:t>
                    </m:r>
                    <m:r>
                      <m:t>f</m:t>
                    </m:r>
                    <m:nary>
                      <m:naryPr>
                        <m:chr m:val="∫"/>
                        <m:limLoc m:val="subSup"/>
                        <m:subHide m:val="off"/>
                        <m:supHide m:val="off"/>
                      </m:naryPr>
                      <m:sub>
                        <m:r>
                          <m:t>0</m:t>
                        </m:r>
                      </m:sub>
                      <m:sup>
                        <m:r>
                          <m:t>π</m:t>
                        </m:r>
                        <m:r>
                          <m:rPr>
                            <m:sty m:val="p"/>
                          </m:rPr>
                          <m:t>/</m:t>
                        </m:r>
                        <m:r>
                          <m:t>3</m:t>
                        </m:r>
                      </m:sup>
                      <m:e>
                        <m:r>
                          <m:rPr>
                            <m:sty m:val="p"/>
                          </m:rPr>
                          <m:t>(</m:t>
                        </m:r>
                      </m:e>
                    </m:nary>
                    <m:r>
                      <m:t>s</m:t>
                    </m:r>
                    <m:r>
                      <m:t>q</m:t>
                    </m:r>
                    <m:r>
                      <m:t>r</m:t>
                    </m:r>
                    <m:r>
                      <m:t>t</m:t>
                    </m:r>
                    <m:r>
                      <m:rPr>
                        <m:sty m:val="p"/>
                      </m:rPr>
                      <m:t>(</m:t>
                    </m:r>
                    <m:r>
                      <m:t>3</m:t>
                    </m:r>
                    <m:r>
                      <m:rPr>
                        <m:sty m:val="p"/>
                      </m:rPr>
                      <m:t>)</m:t>
                    </m:r>
                    <m:r>
                      <m:rPr>
                        <m:sty m:val="p"/>
                      </m:rPr>
                      <m:t>)</m:t>
                    </m:r>
                    <m:r>
                      <m:rPr>
                        <m:sty m:val="p"/>
                      </m:rPr>
                      <m:t>/</m:t>
                    </m:r>
                    <m:r>
                      <m:rPr>
                        <m:sty m:val="p"/>
                      </m:rPr>
                      <m:t>(</m:t>
                    </m:r>
                    <m:r>
                      <m:t>1</m:t>
                    </m:r>
                    <m:r>
                      <m:rPr>
                        <m:sty m:val="p"/>
                      </m:rPr>
                      <m:t>+</m:t>
                    </m:r>
                    <m:sSup>
                      <m:e>
                        <m:r>
                          <m:t>x</m:t>
                        </m:r>
                      </m:e>
                      <m:sup>
                        <m:r>
                          <m:t>2</m:t>
                        </m:r>
                      </m:sup>
                    </m:sSup>
                    <m:r>
                      <m:rPr>
                        <m:sty m:val="p"/>
                      </m:rPr>
                      <m:t>)</m:t>
                    </m:r>
                    <m:r>
                      <m:t>d</m:t>
                    </m:r>
                    <m:r>
                      <m:t>x</m:t>
                    </m:r>
                    <m:r>
                      <m:t>i</m:t>
                    </m:r>
                    <m:r>
                      <m:t>s</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(π)/(2)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(π)/(4)</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(π)/(6)</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(π)/(12)</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anti-derivative of (sqrt(x)) is</a:t>
            </a:r>
          </a:p>
        </p:txBody>
      </p:sp>
      <p:sp>
        <p:nvSpPr>
          <p:cNvPr id="7" name="TextBox 6"/>
          <p:cNvSpPr txBox="1"/>
          <p:nvPr/>
        </p:nvSpPr>
        <p:spPr>
          <a:xfrm>
            <a:off x="457200" y="1216151"/>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1</m:t>
                    </m:r>
                    <m:r>
                      <m:rPr>
                        <m:sty m:val="p"/>
                      </m:rPr>
                      <m:t>)</m:t>
                    </m:r>
                    <m:r>
                      <m:rPr>
                        <m:sty m:val="p"/>
                      </m:rPr>
                      <m:t>/</m:t>
                    </m:r>
                    <m:r>
                      <m:rPr>
                        <m:sty m:val="p"/>
                      </m:rPr>
                      <m:t>(</m:t>
                    </m:r>
                    <m:r>
                      <m:t>3</m:t>
                    </m:r>
                    <m:r>
                      <m:rPr>
                        <m:sty m:val="p"/>
                      </m:rPr>
                      <m:t>)</m:t>
                    </m:r>
                    <m:sSup>
                      <m:e>
                        <m:r>
                          <m:t>x</m:t>
                        </m:r>
                      </m:e>
                      <m:sup>
                        <m:r>
                          <m:t>3</m:t>
                        </m:r>
                        <m:r>
                          <m:rPr>
                            <m:sty m:val="p"/>
                          </m:rPr>
                          <m:t>/</m:t>
                        </m:r>
                        <m:r>
                          <m:t>2</m:t>
                        </m:r>
                      </m:sup>
                    </m:sSup>
                    <m:r>
                      <m:rPr>
                        <m:sty m:val="p"/>
                      </m:rPr>
                      <m:t>+</m:t>
                    </m:r>
                    <m:r>
                      <m:t>2</m:t>
                    </m:r>
                    <m:sSup>
                      <m:e>
                        <m:r>
                          <m:t>x</m:t>
                        </m:r>
                      </m:e>
                      <m:sup>
                        <m:r>
                          <m:t>1</m:t>
                        </m:r>
                        <m:r>
                          <m:rPr>
                            <m:sty m:val="p"/>
                          </m:rPr>
                          <m:t>/</m:t>
                        </m:r>
                        <m:r>
                          <m:t>2</m:t>
                        </m:r>
                      </m:sup>
                    </m:sSup>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6254496" y="1216151"/>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r>
                      <m:t>2</m:t>
                    </m:r>
                    <m:r>
                      <m:rPr>
                        <m:sty m:val="p"/>
                      </m:rPr>
                      <m:t>)</m:t>
                    </m:r>
                    <m:r>
                      <m:rPr>
                        <m:sty m:val="p"/>
                      </m:rPr>
                      <m:t>/</m:t>
                    </m:r>
                    <m:r>
                      <m:rPr>
                        <m:sty m:val="p"/>
                      </m:rPr>
                      <m:t>(</m:t>
                    </m:r>
                    <m:r>
                      <m:t>3</m:t>
                    </m:r>
                    <m:r>
                      <m:rPr>
                        <m:sty m:val="p"/>
                      </m:rPr>
                      <m:t>)</m:t>
                    </m:r>
                    <m:sSup>
                      <m:e>
                        <m:r>
                          <m:t>x</m:t>
                        </m:r>
                      </m:e>
                      <m:sup>
                        <m:r>
                          <m:t>3</m:t>
                        </m:r>
                        <m:r>
                          <m:rPr>
                            <m:sty m:val="p"/>
                          </m:rPr>
                          <m:t>/</m:t>
                        </m:r>
                        <m:r>
                          <m:t>2</m:t>
                        </m:r>
                      </m:sup>
                    </m:sSup>
                    <m:r>
                      <m:rPr>
                        <m:sty m:val="p"/>
                      </m:rPr>
                      <m:t>+</m:t>
                    </m:r>
                    <m:r>
                      <m:rPr>
                        <m:sty m:val="p"/>
                      </m:rPr>
                      <m:t>(</m:t>
                    </m:r>
                    <m:r>
                      <m:t>1</m:t>
                    </m:r>
                    <m:r>
                      <m:rPr>
                        <m:sty m:val="p"/>
                      </m:rPr>
                      <m:t>)</m:t>
                    </m:r>
                    <m:r>
                      <m:rPr>
                        <m:sty m:val="p"/>
                      </m:rPr>
                      <m:t>/</m:t>
                    </m:r>
                    <m:r>
                      <m:rPr>
                        <m:sty m:val="p"/>
                      </m:rPr>
                      <m:t>(</m:t>
                    </m:r>
                    <m:r>
                      <m:t>2</m:t>
                    </m:r>
                    <m:r>
                      <m:rPr>
                        <m:sty m:val="p"/>
                      </m:rPr>
                      <m:t>)</m:t>
                    </m:r>
                    <m:sSup>
                      <m:e>
                        <m:r>
                          <m:t>x</m:t>
                        </m:r>
                      </m:e>
                      <m:sup>
                        <m:r>
                          <m:t>2</m:t>
                        </m:r>
                      </m:sup>
                    </m:sSup>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457200" y="1783079"/>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r>
                      <m:t>2</m:t>
                    </m:r>
                    <m:r>
                      <m:rPr>
                        <m:sty m:val="p"/>
                      </m:rPr>
                      <m:t>)</m:t>
                    </m:r>
                    <m:r>
                      <m:rPr>
                        <m:sty m:val="p"/>
                      </m:rPr>
                      <m:t>/</m:t>
                    </m:r>
                    <m:r>
                      <m:rPr>
                        <m:sty m:val="p"/>
                      </m:rPr>
                      <m:t>(</m:t>
                    </m:r>
                    <m:r>
                      <m:t>3</m:t>
                    </m:r>
                    <m:r>
                      <m:rPr>
                        <m:sty m:val="p"/>
                      </m:rPr>
                      <m:t>)</m:t>
                    </m:r>
                    <m:sSup>
                      <m:e>
                        <m:r>
                          <m:t>x</m:t>
                        </m:r>
                      </m:e>
                      <m:sup>
                        <m:r>
                          <m:t>3</m:t>
                        </m:r>
                        <m:r>
                          <m:rPr>
                            <m:sty m:val="p"/>
                          </m:rPr>
                          <m:t>/</m:t>
                        </m:r>
                        <m:r>
                          <m:t>2</m:t>
                        </m:r>
                      </m:sup>
                    </m:sSup>
                    <m:r>
                      <m:rPr>
                        <m:sty m:val="p"/>
                      </m:rPr>
                      <m:t>+</m:t>
                    </m:r>
                    <m:r>
                      <m:t>2</m:t>
                    </m:r>
                    <m:sSup>
                      <m:e>
                        <m:r>
                          <m:t>x</m:t>
                        </m:r>
                      </m:e>
                      <m:sup>
                        <m:r>
                          <m:t>1</m:t>
                        </m:r>
                        <m:r>
                          <m:rPr>
                            <m:sty m:val="p"/>
                          </m:rPr>
                          <m:t>/</m:t>
                        </m:r>
                        <m:r>
                          <m:t>2</m:t>
                        </m:r>
                      </m:sup>
                    </m:sSup>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6254496" y="1783079"/>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r>
                      <m:t>3</m:t>
                    </m:r>
                    <m:r>
                      <m:rPr>
                        <m:sty m:val="p"/>
                      </m:rPr>
                      <m:t>)</m:t>
                    </m:r>
                    <m:r>
                      <m:rPr>
                        <m:sty m:val="p"/>
                      </m:rPr>
                      <m:t>/</m:t>
                    </m:r>
                    <m:r>
                      <m:rPr>
                        <m:sty m:val="p"/>
                      </m:rPr>
                      <m:t>(</m:t>
                    </m:r>
                    <m:r>
                      <m:t>2</m:t>
                    </m:r>
                    <m:r>
                      <m:rPr>
                        <m:sty m:val="p"/>
                      </m:rPr>
                      <m:t>)</m:t>
                    </m:r>
                    <m:sSup>
                      <m:e>
                        <m:r>
                          <m:t>x</m:t>
                        </m:r>
                      </m:e>
                      <m:sup>
                        <m:r>
                          <m:t>3</m:t>
                        </m:r>
                        <m:r>
                          <m:rPr>
                            <m:sty m:val="p"/>
                          </m:rPr>
                          <m:t>/</m:t>
                        </m:r>
                        <m:r>
                          <m:t>2</m:t>
                        </m:r>
                      </m:sup>
                    </m:sSup>
                    <m:r>
                      <m:rPr>
                        <m:sty m:val="p"/>
                      </m:rPr>
                      <m:t>+</m:t>
                    </m:r>
                    <m:r>
                      <m:rPr>
                        <m:sty m:val="p"/>
                      </m:rPr>
                      <m:t>(</m:t>
                    </m:r>
                    <m:r>
                      <m:t>1</m:t>
                    </m:r>
                    <m:r>
                      <m:rPr>
                        <m:sty m:val="p"/>
                      </m:rPr>
                      <m:t>)</m:t>
                    </m:r>
                    <m:r>
                      <m:rPr>
                        <m:sty m:val="p"/>
                      </m:rPr>
                      <m:t>/</m:t>
                    </m:r>
                    <m:r>
                      <m:rPr>
                        <m:sty m:val="p"/>
                      </m:rPr>
                      <m:t>(</m:t>
                    </m:r>
                    <m:r>
                      <m:t>2</m:t>
                    </m:r>
                    <m:r>
                      <m:rPr>
                        <m:sty m:val="p"/>
                      </m:rPr>
                      <m:t>)</m:t>
                    </m:r>
                    <m:sSup>
                      <m:e>
                        <m:r>
                          <m:t>x</m:t>
                        </m:r>
                      </m:e>
                      <m:sup>
                        <m:r>
                          <m:t>1</m:t>
                        </m:r>
                        <m:r>
                          <m:rPr>
                            <m:sty m:val="p"/>
                          </m:rPr>
                          <m:t>/</m:t>
                        </m:r>
                        <m:r>
                          <m:t>2</m:t>
                        </m:r>
                      </m:sup>
                    </m:sSup>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v</m:t>
                    </m:r>
                    <m:r>
                      <m:t>a</m:t>
                    </m:r>
                    <m:r>
                      <m:t>l</m:t>
                    </m:r>
                    <m:r>
                      <m:t>u</m:t>
                    </m:r>
                    <m:r>
                      <m:t>e</m:t>
                    </m:r>
                    <m:r>
                      <m:t>o</m:t>
                    </m:r>
                    <m:r>
                      <m:t>f</m:t>
                    </m:r>
                    <m:r>
                      <m:rPr>
                        <m:sty m:val="p"/>
                      </m:rPr>
                      <m:t>∫</m:t>
                    </m:r>
                    <m:r>
                      <m:rPr>
                        <m:sty m:val="p"/>
                      </m:rPr>
                      <m:t>(</m:t>
                    </m:r>
                    <m:r>
                      <m:t>c</m:t>
                    </m:r>
                    <m:r>
                      <m:t>o</m:t>
                    </m:r>
                    <m:r>
                      <m:t>s</m:t>
                    </m:r>
                    <m:r>
                      <m:t>2</m:t>
                    </m:r>
                    <m:r>
                      <m:t>x</m:t>
                    </m:r>
                    <m:r>
                      <m:rPr>
                        <m:sty m:val="p"/>
                      </m:rPr>
                      <m:t>+</m:t>
                    </m:r>
                    <m:r>
                      <m:t>2</m:t>
                    </m:r>
                    <m:sSup>
                      <m:e>
                        <m:r>
                          <m:rPr>
                            <m:sty m:val="p"/>
                          </m:rPr>
                          <m:t>sin</m:t>
                        </m:r>
                      </m:e>
                      <m:sup>
                        <m:r>
                          <m:t>2</m:t>
                        </m:r>
                      </m:sup>
                    </m:sSup>
                    <m:r>
                      <m:t>x</m:t>
                    </m:r>
                    <m:r>
                      <m:rPr>
                        <m:sty m:val="p"/>
                      </m:rPr>
                      <m:t>)</m:t>
                    </m:r>
                    <m:r>
                      <m:rPr>
                        <m:sty m:val="p"/>
                      </m:rPr>
                      <m:t>/</m:t>
                    </m:r>
                    <m:r>
                      <m:rPr>
                        <m:sty m:val="p"/>
                      </m:rPr>
                      <m:t>(</m:t>
                    </m:r>
                    <m:sSup>
                      <m:e>
                        <m:r>
                          <m:rPr>
                            <m:sty m:val="p"/>
                          </m:rPr>
                          <m:t>cos</m:t>
                        </m:r>
                      </m:e>
                      <m:sup>
                        <m:r>
                          <m:t>2</m:t>
                        </m:r>
                      </m:sup>
                    </m:sSup>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tan⁡x+c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cos⁡2x+c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sin⁡2x+c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tan⁡2x+c</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∫eˣ(sin x + cos x) dx is equal to</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eˣ cos x +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eˣ tan x +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eˣ sin x +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−eˣ cos x + c</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∫sec x (sec x + tan x) 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sec² x + tan x +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sec x + tan x +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sec x - tan x +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 tan x - sec x + c</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value of ∫cosec x (cosec x + cot x) 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cot x + cosec x +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 cot x + cosec x +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 cot x − cosec x +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cot x − cosec x + c</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0</m:t>
                        </m:r>
                      </m:sub>
                      <m:sup>
                        <m:r>
                          <m:t>1</m:t>
                        </m:r>
                      </m:sup>
                      <m:e>
                        <m:r>
                          <m:rPr>
                            <m:sty m:val="p"/>
                          </m:rPr>
                          <m:t>(</m:t>
                        </m:r>
                      </m:e>
                    </m:nary>
                    <m:r>
                      <m:t>1</m:t>
                    </m:r>
                    <m:r>
                      <m:rPr>
                        <m:sty m:val="p"/>
                      </m:rPr>
                      <m:t>)</m:t>
                    </m:r>
                    <m:r>
                      <m:rPr>
                        <m:sty m:val="p"/>
                      </m:rPr>
                      <m:t>/</m:t>
                    </m:r>
                    <m:r>
                      <m:rPr>
                        <m:sty m:val="p"/>
                      </m:rPr>
                      <m:t>(</m:t>
                    </m:r>
                    <m:r>
                      <m:rPr>
                        <m:sty m:val="p"/>
                      </m:rPr>
                      <m:t>(</m:t>
                    </m:r>
                    <m:r>
                      <m:t>1</m:t>
                    </m:r>
                    <m:r>
                      <m:rPr>
                        <m:sty m:val="p"/>
                      </m:rPr>
                      <m:t>+</m:t>
                    </m:r>
                    <m:r>
                      <m:t>x</m:t>
                    </m:r>
                    <m:r>
                      <m:rPr>
                        <m:sty m:val="p"/>
                      </m:rPr>
                      <m:t>²</m:t>
                    </m:r>
                    <m:r>
                      <m:rPr>
                        <m:sty m:val="p"/>
                      </m:rPr>
                      <m:t>)</m:t>
                    </m:r>
                    <m:r>
                      <m:rPr>
                        <m:sty m:val="p"/>
                      </m:rPr>
                      <m:t>)</m:t>
                    </m:r>
                    <m:r>
                      <m:t>d</m:t>
                    </m:r>
                    <m:r>
                      <m:t>x</m:t>
                    </m:r>
                    <m:r>
                      <m:t>i</m:t>
                    </m:r>
                    <m:r>
                      <m:t>s</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(π)/(3)</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(π)/(6)</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(π)/(2)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(π)/(4)</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 tan2x dx is equal to</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x-tan x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tan x - x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sec2x-x +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x – sec2x + c</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m:t>
                    </m:r>
                    <m:r>
                      <m:rPr>
                        <m:sty m:val="p"/>
                      </m:rPr>
                      <m:t>sin</m:t>
                    </m:r>
                    <m:r>
                      <m:rPr>
                        <m:sty m:val="p"/>
                      </m:rPr>
                      <m:t>⁡</m:t>
                    </m:r>
                    <m:r>
                      <m:t>x</m:t>
                    </m:r>
                    <m:r>
                      <m:rPr>
                        <m:sty m:val="p"/>
                      </m:rPr>
                      <m:t>−</m:t>
                    </m:r>
                    <m:r>
                      <m:rPr>
                        <m:sty m:val="p"/>
                      </m:rPr>
                      <m:t>cos</m:t>
                    </m:r>
                    <m:r>
                      <m:rPr>
                        <m:sty m:val="p"/>
                      </m:rPr>
                      <m:t>⁡</m:t>
                    </m:r>
                    <m:r>
                      <m:t>x</m:t>
                    </m:r>
                    <m:r>
                      <m:rPr>
                        <m:sty m:val="p"/>
                      </m:rPr>
                      <m:t>)</m:t>
                    </m:r>
                    <m:r>
                      <m:t>d</m:t>
                    </m:r>
                    <m:r>
                      <m:t>x</m:t>
                    </m:r>
                    <m:r>
                      <m:t>i</m:t>
                    </m:r>
                    <m:r>
                      <m:t>s</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cos</m:t>
                    </m:r>
                    <m:r>
                      <m:rPr>
                        <m:sty m:val="p"/>
                      </m:rPr>
                      <m:t>⁡</m:t>
                    </m:r>
                    <m:r>
                      <m:t>x</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cos</m:t>
                    </m:r>
                    <m:r>
                      <m:rPr>
                        <m:sty m:val="p"/>
                      </m:rPr>
                      <m:t>⁡</m:t>
                    </m:r>
                    <m:r>
                      <m:t>x</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sin</m:t>
                    </m:r>
                    <m:r>
                      <m:rPr>
                        <m:sty m:val="p"/>
                      </m:rPr>
                      <m:t>⁡</m:t>
                    </m:r>
                    <m:r>
                      <m:t>x</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sin</m:t>
                    </m:r>
                    <m:sSup>
                      <m:e>
                        <m:r>
                          <m:rPr>
                            <m:sty m:val="p"/>
                          </m:rPr>
                          <m:t>⁡</m:t>
                        </m:r>
                      </m:e>
                      <m:sup>
                        <m:r>
                          <m:t>2</m:t>
                        </m:r>
                      </m:sup>
                    </m:sSup>
                    <m:r>
                      <m:t>x</m:t>
                    </m:r>
                  </m:oMath>
                </a14:m>
              </mc:Choice>
            </mc:AlternateContent>
            <a:r>
              <a:rPr lang="en-US" sz="1600">
                <a:solidFill>
                  <a:srgbClr val="F0F0F0"/>
                </a:solidFill>
                <a:latin typeface="Arial"/>
              </a:rPr>
              <a: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m:t>
                    </m:r>
                    <m:r>
                      <m:t>1</m:t>
                    </m:r>
                    <m:r>
                      <m:rPr>
                        <m:sty m:val="p"/>
                      </m:rPr>
                      <m:t>+</m:t>
                    </m:r>
                    <m:r>
                      <m:t>t</m:t>
                    </m:r>
                    <m:r>
                      <m:t>a</m:t>
                    </m:r>
                    <m:r>
                      <m:t>n</m:t>
                    </m:r>
                    <m:r>
                      <m:t>x</m:t>
                    </m:r>
                    <m:r>
                      <m:rPr>
                        <m:sty m:val="p"/>
                      </m:rPr>
                      <m:t>+</m:t>
                    </m:r>
                    <m:sSup>
                      <m:e>
                        <m:r>
                          <m:rPr>
                            <m:sty m:val="p"/>
                          </m:rPr>
                          <m:t>tan</m:t>
                        </m:r>
                      </m:e>
                      <m:sup>
                        <m:r>
                          <m:t>2</m:t>
                        </m:r>
                      </m:sup>
                    </m:sSup>
                    <m:r>
                      <m:t>x</m:t>
                    </m:r>
                    <m:r>
                      <m:rPr>
                        <m:sty m:val="p"/>
                      </m:rPr>
                      <m:t>)</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tan⁡x+C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tan</m:t>
                    </m:r>
                    <m:r>
                      <m:rPr>
                        <m:sty m:val="p"/>
                      </m:rPr>
                      <m:t>⁡</m:t>
                    </m:r>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sec</m:t>
                    </m:r>
                    <m:r>
                      <m:rPr>
                        <m:sty m:val="p"/>
                      </m:rPr>
                      <m:t>⁡</m:t>
                    </m:r>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sec⁡x+C</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2024-3,2026-1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v</m:t>
                    </m:r>
                    <m:r>
                      <m:t>a</m:t>
                    </m:r>
                    <m:r>
                      <m:t>l</m:t>
                    </m:r>
                    <m:r>
                      <m:t>u</m:t>
                    </m:r>
                    <m:r>
                      <m:t>e</m:t>
                    </m:r>
                    <m:r>
                      <m:t>o</m:t>
                    </m:r>
                    <m:r>
                      <m:t>f</m:t>
                    </m:r>
                    <m:nary>
                      <m:naryPr>
                        <m:chr m:val="∫"/>
                        <m:limLoc m:val="subSup"/>
                        <m:subHide m:val="off"/>
                        <m:supHide m:val="off"/>
                      </m:naryPr>
                      <m:sub>
                        <m:r>
                          <m:rPr>
                            <m:sty m:val="p"/>
                          </m:rPr>
                          <m:t>−</m:t>
                        </m:r>
                        <m:r>
                          <m:rPr>
                            <m:sty m:val="p"/>
                          </m:rPr>
                          <m:t>(</m:t>
                        </m:r>
                        <m:r>
                          <m:t>π</m:t>
                        </m:r>
                        <m:r>
                          <m:rPr>
                            <m:sty m:val="p"/>
                          </m:rPr>
                          <m:t>)</m:t>
                        </m:r>
                        <m:r>
                          <m:rPr>
                            <m:sty m:val="p"/>
                          </m:rPr>
                          <m:t>/</m:t>
                        </m:r>
                        <m:r>
                          <m:rPr>
                            <m:sty m:val="p"/>
                          </m:rPr>
                          <m:t>(</m:t>
                        </m:r>
                        <m:r>
                          <m:t>2</m:t>
                        </m:r>
                        <m:r>
                          <m:rPr>
                            <m:sty m:val="p"/>
                          </m:rPr>
                          <m:t>)</m:t>
                        </m:r>
                      </m:sub>
                      <m:sup>
                        <m:r>
                          <m:rPr>
                            <m:sty m:val="p"/>
                          </m:rPr>
                          <m:t>(</m:t>
                        </m:r>
                        <m:r>
                          <m:t>π</m:t>
                        </m:r>
                        <m:r>
                          <m:rPr>
                            <m:sty m:val="p"/>
                          </m:rPr>
                          <m:t>)</m:t>
                        </m:r>
                        <m:r>
                          <m:rPr>
                            <m:sty m:val="p"/>
                          </m:rPr>
                          <m:t>/</m:t>
                        </m:r>
                        <m:r>
                          <m:rPr>
                            <m:sty m:val="p"/>
                          </m:rPr>
                          <m:t>(</m:t>
                        </m:r>
                        <m:r>
                          <m:t>2</m:t>
                        </m:r>
                        <m:r>
                          <m:rPr>
                            <m:sty m:val="p"/>
                          </m:rPr>
                          <m:t>)</m:t>
                        </m:r>
                      </m:sup>
                      <m:e>
                        <m:sSup>
                          <m:e>
                            <m:r>
                              <m:rPr>
                                <m:sty m:val="p"/>
                              </m:rPr>
                              <m:t>sin</m:t>
                            </m:r>
                          </m:e>
                          <m:sup>
                            <m:r>
                              <m:t>7</m:t>
                            </m:r>
                          </m:sup>
                        </m:sSup>
                      </m:e>
                    </m:nary>
                    <m:r>
                      <m:t>x</m:t>
                    </m:r>
                    <m:r>
                      <m:t>d</m:t>
                    </m:r>
                    <m:r>
                      <m:t>x</m:t>
                    </m:r>
                    <m:r>
                      <m:t>i</m:t>
                    </m:r>
                    <m:r>
                      <m:t>s</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0</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7 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