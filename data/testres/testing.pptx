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pic>
        <p:nvPicPr>
          <p:cNvPr id="2" name="Picture 1"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3" name="Rectangle 2"/>
          <p:cNvSpPr/>
          <p:nvPr/>
        </p:nvSpPr>
        <p:spPr>
          <a:xfrm>
            <a:off x="457200" y="2880360"/>
            <a:ext cx="11274552" cy="3657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0"/>
            <a:ext cx="11274552" cy="1097280"/>
          </a:xfrm>
          <a:prstGeom prst="rect">
            <a:avLst/>
          </a:prstGeom>
          <a:noFill/>
        </p:spPr>
        <p:txBody>
          <a:bodyPr wrap="square" lIns="0" rIns="0" tIns="0" bIns="0">
            <a:spAutoFit/>
          </a:bodyPr>
          <a:lstStyle/>
          <a:p>
            <a:pPr algn="ctr"/>
            <a:r>
              <a:rPr sz="4400" b="1">
                <a:solidFill>
                  <a:srgbClr val="FAD02C"/>
                </a:solidFill>
                <a:latin typeface="Arial"/>
              </a:rPr>
              <a:t>Chemistry Midterm — MCQ Practice</a:t>
            </a:r>
          </a:p>
        </p:txBody>
      </p:sp>
      <p:sp>
        <p:nvSpPr>
          <p:cNvPr id="5" name="TextBox 4"/>
          <p:cNvSpPr txBox="1"/>
          <p:nvPr/>
        </p:nvSpPr>
        <p:spPr>
          <a:xfrm>
            <a:off x="457200" y="3063240"/>
            <a:ext cx="11274552" cy="594360"/>
          </a:xfrm>
          <a:prstGeom prst="rect">
            <a:avLst/>
          </a:prstGeom>
          <a:noFill/>
        </p:spPr>
        <p:txBody>
          <a:bodyPr wrap="square" lIns="0" rIns="0" tIns="0" bIns="0">
            <a:spAutoFit/>
          </a:bodyPr>
          <a:lstStyle/>
          <a:p>
            <a:pPr algn="ctr"/>
            <a:r>
              <a:rPr sz="2400" b="0">
                <a:solidFill>
                  <a:srgbClr val="AAAAAA"/>
                </a:solidFill>
                <a:latin typeface="Arial"/>
              </a:rPr>
              <a:t>96 Questions  ·  For: Boards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758952"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594359" cy="402336"/>
          </a:xfrm>
          <a:prstGeom prst="rect">
            <a:avLst/>
          </a:prstGeom>
          <a:noFill/>
        </p:spPr>
        <p:txBody>
          <a:bodyPr wrap="none" anchor="ctr" lIns="0" rIns="0" tIns="0" bIns="0">
            <a:spAutoFit/>
          </a:bodyPr>
          <a:lstStyle/>
          <a:p>
            <a:pPr algn="l"/>
            <a:r>
              <a:rPr sz="1500" b="1">
                <a:solidFill>
                  <a:srgbClr val="FAD02C"/>
                </a:solidFill>
                <a:latin typeface="Arial"/>
              </a:rPr>
              <a:t>2023</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320040"/>
          </a:xfrm>
          <a:prstGeom prst="rect">
            <a:avLst/>
          </a:prstGeom>
          <a:noFill/>
        </p:spPr>
        <p:txBody>
          <a:bodyPr wrap="square" lIns="0" rIns="0" tIns="0" bIns="0">
            <a:spAutoFit/>
          </a:bodyPr>
          <a:lstStyle/>
          <a:p>
            <a:pPr algn="l"/>
            <a:r>
              <a:rPr sz="1800" b="1">
                <a:solidFill>
                  <a:srgbClr val="FAD02C"/>
                </a:solidFill>
                <a:latin typeface="Arial"/>
              </a:rPr>
              <a:t>In photoelectric experiment, increase in the intensity of light (ν &gt;ν0)</a:t>
            </a:r>
          </a:p>
        </p:txBody>
      </p:sp>
      <p:sp>
        <p:nvSpPr>
          <p:cNvPr id="7" name="TextBox 6"/>
          <p:cNvSpPr txBox="1"/>
          <p:nvPr/>
        </p:nvSpPr>
        <p:spPr>
          <a:xfrm>
            <a:off x="457200" y="1216151"/>
            <a:ext cx="5477256" cy="457200"/>
          </a:xfrm>
          <a:prstGeom prst="rect">
            <a:avLst/>
          </a:prstGeom>
          <a:noFill/>
        </p:spPr>
        <p:txBody>
          <a:bodyPr wrap="square" lIns="0" rIns="73152" tIns="0" bIns="0" anchor="t">
            <a:spAutoFit/>
          </a:bodyPr>
          <a:lstStyle/>
          <a:p>
            <a:pPr algn="l"/>
            <a:r>
              <a:rPr b="1" sz="1600">
                <a:solidFill>
                  <a:srgbClr val="00B0F0"/>
                </a:solidFill>
                <a:latin typeface="Arial"/>
              </a:rPr>
              <a:t>A. </a:t>
            </a:r>
            <a:r>
              <a:rPr sz="1600" b="0">
                <a:solidFill>
                  <a:srgbClr val="F0F0F0"/>
                </a:solidFill>
                <a:latin typeface="Arial"/>
              </a:rPr>
              <a:t>increases kinetic energy of photoelectrons</a:t>
            </a:r>
          </a:p>
        </p:txBody>
      </p:sp>
      <p:sp>
        <p:nvSpPr>
          <p:cNvPr id="8" name="TextBox 7"/>
          <p:cNvSpPr txBox="1"/>
          <p:nvPr/>
        </p:nvSpPr>
        <p:spPr>
          <a:xfrm>
            <a:off x="6254496" y="1216151"/>
            <a:ext cx="5477256" cy="457200"/>
          </a:xfrm>
          <a:prstGeom prst="rect">
            <a:avLst/>
          </a:prstGeom>
          <a:noFill/>
        </p:spPr>
        <p:txBody>
          <a:bodyPr wrap="square" lIns="0" rIns="73152" tIns="0" bIns="0" anchor="t">
            <a:spAutoFit/>
          </a:bodyPr>
          <a:lstStyle/>
          <a:p>
            <a:pPr algn="l"/>
            <a:r>
              <a:rPr b="1" sz="1600">
                <a:solidFill>
                  <a:srgbClr val="00B0F0"/>
                </a:solidFill>
                <a:latin typeface="Arial"/>
              </a:rPr>
              <a:t>B. </a:t>
            </a:r>
            <a:r>
              <a:rPr sz="1600" b="0">
                <a:solidFill>
                  <a:srgbClr val="F0F0F0"/>
                </a:solidFill>
                <a:latin typeface="Arial"/>
              </a:rPr>
              <a:t>increases photoelectric current</a:t>
            </a:r>
          </a:p>
        </p:txBody>
      </p:sp>
      <p:sp>
        <p:nvSpPr>
          <p:cNvPr id="9" name="TextBox 8"/>
          <p:cNvSpPr txBox="1"/>
          <p:nvPr/>
        </p:nvSpPr>
        <p:spPr>
          <a:xfrm>
            <a:off x="457200" y="1783079"/>
            <a:ext cx="5477256" cy="457200"/>
          </a:xfrm>
          <a:prstGeom prst="rect">
            <a:avLst/>
          </a:prstGeom>
          <a:noFill/>
        </p:spPr>
        <p:txBody>
          <a:bodyPr wrap="square" lIns="0" rIns="73152" tIns="0" bIns="0" anchor="t">
            <a:spAutoFit/>
          </a:bodyPr>
          <a:lstStyle/>
          <a:p>
            <a:pPr algn="l"/>
            <a:r>
              <a:rPr b="1" sz="1600">
                <a:solidFill>
                  <a:srgbClr val="00B0F0"/>
                </a:solidFill>
                <a:latin typeface="Arial"/>
              </a:rPr>
              <a:t>C. </a:t>
            </a:r>
            <a:r>
              <a:rPr sz="1600" b="0">
                <a:solidFill>
                  <a:srgbClr val="F0F0F0"/>
                </a:solidFill>
                <a:latin typeface="Arial"/>
              </a:rPr>
              <a:t>decreases kinetic energy of photoelectrons</a:t>
            </a:r>
          </a:p>
        </p:txBody>
      </p:sp>
      <p:sp>
        <p:nvSpPr>
          <p:cNvPr id="10" name="TextBox 9"/>
          <p:cNvSpPr txBox="1"/>
          <p:nvPr/>
        </p:nvSpPr>
        <p:spPr>
          <a:xfrm>
            <a:off x="6254496" y="1783079"/>
            <a:ext cx="5477256" cy="457200"/>
          </a:xfrm>
          <a:prstGeom prst="rect">
            <a:avLst/>
          </a:prstGeom>
          <a:noFill/>
        </p:spPr>
        <p:txBody>
          <a:bodyPr wrap="square" lIns="0" rIns="73152" tIns="0" bIns="0" anchor="t">
            <a:spAutoFit/>
          </a:bodyPr>
          <a:lstStyle/>
          <a:p>
            <a:pPr algn="l"/>
            <a:r>
              <a:rPr b="1" sz="1600">
                <a:solidFill>
                  <a:srgbClr val="00B0F0"/>
                </a:solidFill>
                <a:latin typeface="Arial"/>
              </a:rPr>
              <a:t>D. </a:t>
            </a:r>
            <a:r>
              <a:rPr sz="1600" b="0">
                <a:solidFill>
                  <a:srgbClr val="F0F0F0"/>
                </a:solidFill>
                <a:latin typeface="Arial"/>
              </a:rPr>
              <a:t>photoelectric current remains constant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923544"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758952" cy="402336"/>
          </a:xfrm>
          <a:prstGeom prst="rect">
            <a:avLst/>
          </a:prstGeom>
          <a:noFill/>
        </p:spPr>
        <p:txBody>
          <a:bodyPr wrap="none" anchor="ctr" lIns="0" rIns="0" tIns="0" bIns="0">
            <a:spAutoFit/>
          </a:bodyPr>
          <a:lstStyle/>
          <a:p>
            <a:pPr algn="l"/>
            <a:r>
              <a:rPr sz="1500" b="1">
                <a:solidFill>
                  <a:srgbClr val="FAD02C"/>
                </a:solidFill>
                <a:latin typeface="Arial"/>
              </a:rPr>
              <a:t>2024-3</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1217980"/>
          </a:xfrm>
          <a:prstGeom prst="rect">
            <a:avLst/>
          </a:prstGeom>
          <a:noFill/>
        </p:spPr>
        <p:txBody>
          <a:bodyPr wrap="square" lIns="0" rIns="0" tIns="0" bIns="0">
            <a:spAutoFit/>
          </a:bodyPr>
          <a:lstStyle/>
          <a:p>
            <a:pPr algn="l"/>
            <a:r>
              <a:rPr sz="1800" b="1">
                <a:solidFill>
                  <a:srgbClr val="FAD02C"/>
                </a:solidFill>
                <a:latin typeface="Arial"/>
              </a:rPr>
              <a:t>The statements given below are related to the properties of photons: I. photons are electrically neutral.
II. photons are undeflected by electric and magnetic fields.
III. photons are light waves.
IV. In photon particle collision, total energy and momentum are not conserved.</a:t>
            </a:r>
          </a:p>
        </p:txBody>
      </p:sp>
      <p:sp>
        <p:nvSpPr>
          <p:cNvPr id="7" name="TextBox 6"/>
          <p:cNvSpPr txBox="1"/>
          <p:nvPr/>
        </p:nvSpPr>
        <p:spPr>
          <a:xfrm>
            <a:off x="457200" y="2114092"/>
            <a:ext cx="5477256" cy="457200"/>
          </a:xfrm>
          <a:prstGeom prst="rect">
            <a:avLst/>
          </a:prstGeom>
          <a:noFill/>
        </p:spPr>
        <p:txBody>
          <a:bodyPr wrap="square" lIns="0" rIns="73152" tIns="0" bIns="0" anchor="t">
            <a:spAutoFit/>
          </a:bodyPr>
          <a:lstStyle/>
          <a:p>
            <a:pPr algn="l"/>
            <a:r>
              <a:rPr b="1" sz="1600">
                <a:solidFill>
                  <a:srgbClr val="00B0F0"/>
                </a:solidFill>
                <a:latin typeface="Arial"/>
              </a:rPr>
              <a:t>A. </a:t>
            </a:r>
            <a:r>
              <a:rPr sz="1600" b="0">
                <a:solidFill>
                  <a:srgbClr val="F0F0F0"/>
                </a:solidFill>
                <a:latin typeface="Arial"/>
              </a:rPr>
              <a:t>Only statements I and III are correct</a:t>
            </a:r>
          </a:p>
        </p:txBody>
      </p:sp>
      <p:sp>
        <p:nvSpPr>
          <p:cNvPr id="8" name="TextBox 7"/>
          <p:cNvSpPr txBox="1"/>
          <p:nvPr/>
        </p:nvSpPr>
        <p:spPr>
          <a:xfrm>
            <a:off x="6254496" y="2114092"/>
            <a:ext cx="5477256" cy="457200"/>
          </a:xfrm>
          <a:prstGeom prst="rect">
            <a:avLst/>
          </a:prstGeom>
          <a:noFill/>
        </p:spPr>
        <p:txBody>
          <a:bodyPr wrap="square" lIns="0" rIns="73152" tIns="0" bIns="0" anchor="t">
            <a:spAutoFit/>
          </a:bodyPr>
          <a:lstStyle/>
          <a:p>
            <a:pPr algn="l"/>
            <a:r>
              <a:rPr b="1" sz="1600">
                <a:solidFill>
                  <a:srgbClr val="00B0F0"/>
                </a:solidFill>
                <a:latin typeface="Arial"/>
              </a:rPr>
              <a:t>B. </a:t>
            </a:r>
            <a:r>
              <a:rPr sz="1600" b="0">
                <a:solidFill>
                  <a:srgbClr val="F0F0F0"/>
                </a:solidFill>
                <a:latin typeface="Arial"/>
              </a:rPr>
              <a:t>Only statements II and IV are correct</a:t>
            </a:r>
          </a:p>
        </p:txBody>
      </p:sp>
      <p:sp>
        <p:nvSpPr>
          <p:cNvPr id="9" name="TextBox 8"/>
          <p:cNvSpPr txBox="1"/>
          <p:nvPr/>
        </p:nvSpPr>
        <p:spPr>
          <a:xfrm>
            <a:off x="457200" y="2681020"/>
            <a:ext cx="5477256" cy="457200"/>
          </a:xfrm>
          <a:prstGeom prst="rect">
            <a:avLst/>
          </a:prstGeom>
          <a:noFill/>
        </p:spPr>
        <p:txBody>
          <a:bodyPr wrap="square" lIns="0" rIns="73152" tIns="0" bIns="0" anchor="t">
            <a:spAutoFit/>
          </a:bodyPr>
          <a:lstStyle/>
          <a:p>
            <a:pPr algn="l"/>
            <a:r>
              <a:rPr b="1" sz="1600">
                <a:solidFill>
                  <a:srgbClr val="00B0F0"/>
                </a:solidFill>
                <a:latin typeface="Arial"/>
              </a:rPr>
              <a:t>C. </a:t>
            </a:r>
            <a:r>
              <a:rPr sz="1600" b="0">
                <a:solidFill>
                  <a:srgbClr val="F0F0F0"/>
                </a:solidFill>
                <a:latin typeface="Arial"/>
              </a:rPr>
              <a:t>Only statements I and II are correct</a:t>
            </a:r>
          </a:p>
        </p:txBody>
      </p:sp>
      <p:sp>
        <p:nvSpPr>
          <p:cNvPr id="10" name="TextBox 9"/>
          <p:cNvSpPr txBox="1"/>
          <p:nvPr/>
        </p:nvSpPr>
        <p:spPr>
          <a:xfrm>
            <a:off x="6254496" y="2681020"/>
            <a:ext cx="5477256" cy="457200"/>
          </a:xfrm>
          <a:prstGeom prst="rect">
            <a:avLst/>
          </a:prstGeom>
          <a:noFill/>
        </p:spPr>
        <p:txBody>
          <a:bodyPr wrap="square" lIns="0" rIns="73152" tIns="0" bIns="0" anchor="t">
            <a:spAutoFit/>
          </a:bodyPr>
          <a:lstStyle/>
          <a:p>
            <a:pPr algn="l"/>
            <a:r>
              <a:rPr b="1" sz="1600">
                <a:solidFill>
                  <a:srgbClr val="00B0F0"/>
                </a:solidFill>
                <a:latin typeface="Arial"/>
              </a:rPr>
              <a:t>D. </a:t>
            </a:r>
            <a:r>
              <a:rPr sz="1600" b="0">
                <a:solidFill>
                  <a:srgbClr val="F0F0F0"/>
                </a:solidFill>
                <a:latin typeface="Arial"/>
              </a:rPr>
              <a:t>Only statements I and IV are correct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923544"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758952" cy="402336"/>
          </a:xfrm>
          <a:prstGeom prst="rect">
            <a:avLst/>
          </a:prstGeom>
          <a:noFill/>
        </p:spPr>
        <p:txBody>
          <a:bodyPr wrap="none" anchor="ctr" lIns="0" rIns="0" tIns="0" bIns="0">
            <a:spAutoFit/>
          </a:bodyPr>
          <a:lstStyle/>
          <a:p>
            <a:pPr algn="l"/>
            <a:r>
              <a:rPr sz="1500" b="1">
                <a:solidFill>
                  <a:srgbClr val="FAD02C"/>
                </a:solidFill>
                <a:latin typeface="Arial"/>
              </a:rPr>
              <a:t>2024-2</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320040"/>
          </a:xfrm>
          <a:prstGeom prst="rect">
            <a:avLst/>
          </a:prstGeom>
          <a:noFill/>
        </p:spPr>
        <p:txBody>
          <a:bodyPr wrap="square" lIns="0" rIns="0" tIns="0" bIns="0">
            <a:spAutoFit/>
          </a:bodyPr>
          <a:lstStyle/>
          <a:p>
            <a:pPr algn="l"/>
            <a:r>
              <a:rPr sz="1800" b="1">
                <a:solidFill>
                  <a:srgbClr val="FAD02C"/>
                </a:solidFill>
                <a:latin typeface="Arial"/>
              </a:rPr>
              <a:t>Following particles are moving with same speed, which one of them has longest de Broglie wavelength?</a:t>
            </a:r>
          </a:p>
        </p:txBody>
      </p:sp>
      <p:sp>
        <p:nvSpPr>
          <p:cNvPr id="7" name="TextBox 6"/>
          <p:cNvSpPr txBox="1"/>
          <p:nvPr/>
        </p:nvSpPr>
        <p:spPr>
          <a:xfrm>
            <a:off x="457200" y="1216151"/>
            <a:ext cx="2681478" cy="457200"/>
          </a:xfrm>
          <a:prstGeom prst="rect">
            <a:avLst/>
          </a:prstGeom>
          <a:noFill/>
        </p:spPr>
        <p:txBody>
          <a:bodyPr wrap="square" lIns="0" rIns="73152" tIns="0" bIns="0" anchor="t">
            <a:spAutoFit/>
          </a:bodyPr>
          <a:lstStyle/>
          <a:p>
            <a:pPr algn="l"/>
            <a:r>
              <a:rPr b="1" sz="1600">
                <a:solidFill>
                  <a:srgbClr val="00B0F0"/>
                </a:solidFill>
                <a:latin typeface="Arial"/>
              </a:rPr>
              <a:t>A. </a:t>
            </a:r>
            <a:r>
              <a:rPr sz="1600" b="0">
                <a:solidFill>
                  <a:srgbClr val="F0F0F0"/>
                </a:solidFill>
                <a:latin typeface="Arial"/>
              </a:rPr>
              <a:t>proton</a:t>
            </a:r>
          </a:p>
        </p:txBody>
      </p:sp>
      <p:sp>
        <p:nvSpPr>
          <p:cNvPr id="8" name="TextBox 7"/>
          <p:cNvSpPr txBox="1"/>
          <p:nvPr/>
        </p:nvSpPr>
        <p:spPr>
          <a:xfrm>
            <a:off x="3321558" y="1216151"/>
            <a:ext cx="2681478" cy="457200"/>
          </a:xfrm>
          <a:prstGeom prst="rect">
            <a:avLst/>
          </a:prstGeom>
          <a:noFill/>
        </p:spPr>
        <p:txBody>
          <a:bodyPr wrap="square" lIns="0" rIns="73152" tIns="0" bIns="0" anchor="t">
            <a:spAutoFit/>
          </a:bodyPr>
          <a:lstStyle/>
          <a:p>
            <a:pPr algn="l"/>
            <a:r>
              <a:rPr b="1" sz="1600">
                <a:solidFill>
                  <a:srgbClr val="00B0F0"/>
                </a:solidFill>
                <a:latin typeface="Arial"/>
              </a:rPr>
              <a:t>B. </a:t>
            </a:r>
            <a:r>
              <a:rPr sz="1600" b="0">
                <a:solidFill>
                  <a:srgbClr val="F0F0F0"/>
                </a:solidFill>
                <a:latin typeface="Arial"/>
              </a:rPr>
              <a:t>neutron</a:t>
            </a:r>
          </a:p>
        </p:txBody>
      </p:sp>
      <p:sp>
        <p:nvSpPr>
          <p:cNvPr id="9" name="TextBox 8"/>
          <p:cNvSpPr txBox="1"/>
          <p:nvPr/>
        </p:nvSpPr>
        <p:spPr>
          <a:xfrm>
            <a:off x="6185916" y="1216151"/>
            <a:ext cx="2681478" cy="457200"/>
          </a:xfrm>
          <a:prstGeom prst="rect">
            <a:avLst/>
          </a:prstGeom>
          <a:noFill/>
        </p:spPr>
        <p:txBody>
          <a:bodyPr wrap="square" lIns="0" rIns="73152" tIns="0" bIns="0" anchor="t">
            <a:spAutoFit/>
          </a:bodyPr>
          <a:lstStyle/>
          <a:p>
            <a:pPr algn="l"/>
            <a:r>
              <a:rPr b="1" sz="1600">
                <a:solidFill>
                  <a:srgbClr val="00B0F0"/>
                </a:solidFill>
                <a:latin typeface="Arial"/>
              </a:rPr>
              <a:t>C. </a:t>
            </a:r>
            <a:r>
              <a:rPr sz="1600" b="0">
                <a:solidFill>
                  <a:srgbClr val="F0F0F0"/>
                </a:solidFill>
                <a:latin typeface="Arial"/>
              </a:rPr>
              <a:t>alpha particle</a:t>
            </a:r>
          </a:p>
        </p:txBody>
      </p:sp>
      <p:sp>
        <p:nvSpPr>
          <p:cNvPr id="10" name="TextBox 9"/>
          <p:cNvSpPr txBox="1"/>
          <p:nvPr/>
        </p:nvSpPr>
        <p:spPr>
          <a:xfrm>
            <a:off x="9050274" y="1216151"/>
            <a:ext cx="2681478" cy="457200"/>
          </a:xfrm>
          <a:prstGeom prst="rect">
            <a:avLst/>
          </a:prstGeom>
          <a:noFill/>
        </p:spPr>
        <p:txBody>
          <a:bodyPr wrap="square" lIns="0" rIns="73152" tIns="0" bIns="0" anchor="t">
            <a:spAutoFit/>
          </a:bodyPr>
          <a:lstStyle/>
          <a:p>
            <a:pPr algn="l"/>
            <a:r>
              <a:rPr b="1" sz="1600">
                <a:solidFill>
                  <a:srgbClr val="00B0F0"/>
                </a:solidFill>
                <a:latin typeface="Arial"/>
              </a:rPr>
              <a:t>D. </a:t>
            </a:r>
            <a:r>
              <a:rPr sz="1600" b="0">
                <a:solidFill>
                  <a:srgbClr val="F0F0F0"/>
                </a:solidFill>
                <a:latin typeface="Arial"/>
              </a:rPr>
              <a:t>electron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886968"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722376" cy="402336"/>
          </a:xfrm>
          <a:prstGeom prst="rect">
            <a:avLst/>
          </a:prstGeom>
          <a:noFill/>
        </p:spPr>
        <p:txBody>
          <a:bodyPr wrap="none" anchor="ctr" lIns="0" rIns="0" tIns="0" bIns="0">
            <a:spAutoFit/>
          </a:bodyPr>
          <a:lstStyle/>
          <a:p>
            <a:pPr algn="l"/>
            <a:r>
              <a:rPr sz="1500" b="1">
                <a:solidFill>
                  <a:srgbClr val="FAD02C"/>
                </a:solidFill>
                <a:latin typeface="Arial"/>
              </a:rPr>
              <a:t>2024-1</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320040"/>
          </a:xfrm>
          <a:prstGeom prst="rect">
            <a:avLst/>
          </a:prstGeom>
          <a:noFill/>
        </p:spPr>
        <p:txBody>
          <a:bodyPr wrap="square" lIns="0" rIns="0" tIns="0" bIns="0">
            <a:spAutoFit/>
          </a:bodyPr>
          <a:lstStyle/>
          <a:p>
            <a:pPr algn="l"/>
            <a:r>
              <a:rPr sz="1800" b="1">
                <a:solidFill>
                  <a:srgbClr val="FAD02C"/>
                </a:solidFill>
                <a:latin typeface="Arial"/>
              </a:rPr>
              <a:t>Macroscopic particles in our daily life do not show wave-like properties because</a:t>
            </a:r>
          </a:p>
        </p:txBody>
      </p:sp>
      <p:sp>
        <p:nvSpPr>
          <p:cNvPr id="7" name="TextBox 6"/>
          <p:cNvSpPr txBox="1"/>
          <p:nvPr/>
        </p:nvSpPr>
        <p:spPr>
          <a:xfrm>
            <a:off x="457200" y="1216151"/>
            <a:ext cx="5477256" cy="457200"/>
          </a:xfrm>
          <a:prstGeom prst="rect">
            <a:avLst/>
          </a:prstGeom>
          <a:noFill/>
        </p:spPr>
        <p:txBody>
          <a:bodyPr wrap="square" lIns="0" rIns="73152" tIns="0" bIns="0" anchor="t">
            <a:spAutoFit/>
          </a:bodyPr>
          <a:lstStyle/>
          <a:p>
            <a:pPr algn="l"/>
            <a:r>
              <a:rPr b="1" sz="1600">
                <a:solidFill>
                  <a:srgbClr val="00B0F0"/>
                </a:solidFill>
                <a:latin typeface="Arial"/>
              </a:rPr>
              <a:t>A. </a:t>
            </a:r>
            <a:r>
              <a:rPr sz="1600" b="0">
                <a:solidFill>
                  <a:srgbClr val="F0F0F0"/>
                </a:solidFill>
                <a:latin typeface="Arial"/>
              </a:rPr>
              <a:t>they are not associated with waves</a:t>
            </a:r>
          </a:p>
        </p:txBody>
      </p:sp>
      <p:sp>
        <p:nvSpPr>
          <p:cNvPr id="8" name="TextBox 7"/>
          <p:cNvSpPr txBox="1"/>
          <p:nvPr/>
        </p:nvSpPr>
        <p:spPr>
          <a:xfrm>
            <a:off x="6254496" y="1216151"/>
            <a:ext cx="5477256" cy="457200"/>
          </a:xfrm>
          <a:prstGeom prst="rect">
            <a:avLst/>
          </a:prstGeom>
          <a:noFill/>
        </p:spPr>
        <p:txBody>
          <a:bodyPr wrap="square" lIns="0" rIns="73152" tIns="0" bIns="0" anchor="t">
            <a:spAutoFit/>
          </a:bodyPr>
          <a:lstStyle/>
          <a:p>
            <a:pPr algn="l"/>
            <a:r>
              <a:rPr b="1" sz="1600">
                <a:solidFill>
                  <a:srgbClr val="00B0F0"/>
                </a:solidFill>
                <a:latin typeface="Arial"/>
              </a:rPr>
              <a:t>B. </a:t>
            </a:r>
            <a:r>
              <a:rPr sz="1600" b="0">
                <a:solidFill>
                  <a:srgbClr val="F0F0F0"/>
                </a:solidFill>
                <a:latin typeface="Arial"/>
              </a:rPr>
              <a:t>their wavelength is extremely high</a:t>
            </a:r>
          </a:p>
        </p:txBody>
      </p:sp>
      <p:sp>
        <p:nvSpPr>
          <p:cNvPr id="9" name="TextBox 8"/>
          <p:cNvSpPr txBox="1"/>
          <p:nvPr/>
        </p:nvSpPr>
        <p:spPr>
          <a:xfrm>
            <a:off x="457200" y="1783079"/>
            <a:ext cx="5477256" cy="457200"/>
          </a:xfrm>
          <a:prstGeom prst="rect">
            <a:avLst/>
          </a:prstGeom>
          <a:noFill/>
        </p:spPr>
        <p:txBody>
          <a:bodyPr wrap="square" lIns="0" rIns="73152" tIns="0" bIns="0" anchor="t">
            <a:spAutoFit/>
          </a:bodyPr>
          <a:lstStyle/>
          <a:p>
            <a:pPr algn="l"/>
            <a:r>
              <a:rPr b="1" sz="1600">
                <a:solidFill>
                  <a:srgbClr val="00B0F0"/>
                </a:solidFill>
                <a:latin typeface="Arial"/>
              </a:rPr>
              <a:t>C. </a:t>
            </a:r>
            <a:r>
              <a:rPr sz="1600" b="0">
                <a:solidFill>
                  <a:srgbClr val="F0F0F0"/>
                </a:solidFill>
                <a:latin typeface="Arial"/>
              </a:rPr>
              <a:t>their wavelength is zero</a:t>
            </a:r>
          </a:p>
        </p:txBody>
      </p:sp>
      <p:sp>
        <p:nvSpPr>
          <p:cNvPr id="10" name="TextBox 9"/>
          <p:cNvSpPr txBox="1"/>
          <p:nvPr/>
        </p:nvSpPr>
        <p:spPr>
          <a:xfrm>
            <a:off x="6254496" y="1783079"/>
            <a:ext cx="5477256" cy="457200"/>
          </a:xfrm>
          <a:prstGeom prst="rect">
            <a:avLst/>
          </a:prstGeom>
          <a:noFill/>
        </p:spPr>
        <p:txBody>
          <a:bodyPr wrap="square" lIns="0" rIns="73152" tIns="0" bIns="0" anchor="t">
            <a:spAutoFit/>
          </a:bodyPr>
          <a:lstStyle/>
          <a:p>
            <a:pPr algn="l"/>
            <a:r>
              <a:rPr b="1" sz="1600">
                <a:solidFill>
                  <a:srgbClr val="00B0F0"/>
                </a:solidFill>
                <a:latin typeface="Arial"/>
              </a:rPr>
              <a:t>D. </a:t>
            </a:r>
            <a:r>
              <a:rPr sz="1600" b="0">
                <a:solidFill>
                  <a:srgbClr val="F0F0F0"/>
                </a:solidFill>
                <a:latin typeface="Arial"/>
              </a:rPr>
              <a:t>their wavelength is negligibly small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923544"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758952" cy="402336"/>
          </a:xfrm>
          <a:prstGeom prst="rect">
            <a:avLst/>
          </a:prstGeom>
          <a:noFill/>
        </p:spPr>
        <p:txBody>
          <a:bodyPr wrap="none" anchor="ctr" lIns="0" rIns="0" tIns="0" bIns="0">
            <a:spAutoFit/>
          </a:bodyPr>
          <a:lstStyle/>
          <a:p>
            <a:pPr algn="l"/>
            <a:r>
              <a:rPr sz="1500" b="1">
                <a:solidFill>
                  <a:srgbClr val="FAD02C"/>
                </a:solidFill>
                <a:latin typeface="Arial"/>
              </a:rPr>
              <a:t>2025-3</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913485"/>
          </a:xfrm>
          <a:prstGeom prst="rect">
            <a:avLst/>
          </a:prstGeom>
          <a:noFill/>
        </p:spPr>
        <p:txBody>
          <a:bodyPr wrap="square" lIns="0" rIns="0" tIns="0" bIns="0">
            <a:spAutoFit/>
          </a:bodyPr>
          <a:lstStyle/>
          <a:p>
            <a:pPr algn="l">
              <a:defRPr sz="1800" b="1">
                <a:solidFill>
                  <a:srgbClr val="FAD02C"/>
                </a:solidFill>
                <a:latin typeface="Arial"/>
              </a:defRPr>
            </a:pPr>
            <mc:AlternateContent xmlns:mc="http://schemas.openxmlformats.org/markup-compatibility/2006" xmlns:a14="http://schemas.microsoft.com/office/drawing/2010/main">
              <mc:Choice Requires="a14">
                <a14:m>
                  <m:oMath xmlns:m="http://schemas.openxmlformats.org/officeDocument/2006/math">
                    <m:r>
                      <m:t>I</m:t>
                    </m:r>
                    <m:r>
                      <m:t>f</m:t>
                    </m:r>
                    <m:r>
                      <m:t>P</m:t>
                    </m:r>
                    <m:r>
                      <m:t>l</m:t>
                    </m:r>
                    <m:r>
                      <m:t>a</m:t>
                    </m:r>
                    <m:r>
                      <m:t>n</m:t>
                    </m:r>
                    <m:r>
                      <m:t>c</m:t>
                    </m:r>
                    <m:sSup>
                      <m:e>
                        <m:r>
                          <m:t>k</m:t>
                        </m:r>
                      </m:e>
                      <m:sup>
                        <m:r>
                          <m:rPr>
                            <m:sty m:val="p"/>
                          </m:rPr>
                          <m:t>′</m:t>
                        </m:r>
                      </m:sup>
                    </m:sSup>
                    <m:r>
                      <m:t>s</m:t>
                    </m:r>
                    <m:r>
                      <m:t>c</m:t>
                    </m:r>
                    <m:r>
                      <m:t>o</m:t>
                    </m:r>
                    <m:r>
                      <m:t>n</m:t>
                    </m:r>
                    <m:r>
                      <m:t>s</m:t>
                    </m:r>
                    <m:r>
                      <m:t>t</m:t>
                    </m:r>
                    <m:r>
                      <m:t>a</m:t>
                    </m:r>
                    <m:r>
                      <m:t>n</m:t>
                    </m:r>
                    <m:r>
                      <m:t>t</m:t>
                    </m:r>
                    <m:r>
                      <m:t>a</m:t>
                    </m:r>
                    <m:r>
                      <m:t>n</m:t>
                    </m:r>
                    <m:r>
                      <m:t>d</m:t>
                    </m:r>
                    <m:r>
                      <m:t>b</m:t>
                    </m:r>
                    <m:r>
                      <m:t>a</m:t>
                    </m:r>
                    <m:r>
                      <m:t>s</m:t>
                    </m:r>
                    <m:r>
                      <m:t>i</m:t>
                    </m:r>
                    <m:r>
                      <m:t>c</m:t>
                    </m:r>
                    <m:r>
                      <m:t>u</m:t>
                    </m:r>
                    <m:r>
                      <m:t>n</m:t>
                    </m:r>
                    <m:r>
                      <m:t>i</m:t>
                    </m:r>
                    <m:r>
                      <m:t>t</m:t>
                    </m:r>
                    <m:r>
                      <m:t>o</m:t>
                    </m:r>
                    <m:r>
                      <m:t>f</m:t>
                    </m:r>
                    <m:r>
                      <m:t>e</m:t>
                    </m:r>
                    <m:r>
                      <m:t>l</m:t>
                    </m:r>
                    <m:r>
                      <m:t>e</m:t>
                    </m:r>
                    <m:r>
                      <m:t>c</m:t>
                    </m:r>
                    <m:r>
                      <m:t>t</m:t>
                    </m:r>
                    <m:r>
                      <m:t>r</m:t>
                    </m:r>
                    <m:r>
                      <m:t>i</m:t>
                    </m:r>
                    <m:r>
                      <m:t>c</m:t>
                    </m:r>
                    <m:r>
                      <m:t>c</m:t>
                    </m:r>
                    <m:r>
                      <m:t>h</m:t>
                    </m:r>
                    <m:r>
                      <m:t>a</m:t>
                    </m:r>
                    <m:r>
                      <m:t>r</m:t>
                    </m:r>
                    <m:r>
                      <m:t>g</m:t>
                    </m:r>
                    <m:r>
                      <m:t>e</m:t>
                    </m:r>
                    <m:r>
                      <m:t>a</m:t>
                    </m:r>
                    <m:r>
                      <m:t>r</m:t>
                    </m:r>
                    <m:sSup>
                      <m:e>
                        <m:r>
                          <m:t>e</m:t>
                        </m:r>
                      </m:e>
                      <m:sup>
                        <m:r>
                          <m:rPr>
                            <m:sty m:val="p"/>
                          </m:rPr>
                          <m:t>′</m:t>
                        </m:r>
                      </m:sup>
                    </m:sSup>
                    <m:sSup>
                      <m:e>
                        <m:r>
                          <m:t>h</m:t>
                        </m:r>
                      </m:e>
                      <m:sup>
                        <m:r>
                          <m:rPr>
                            <m:sty m:val="p"/>
                          </m:rPr>
                          <m:t>′</m:t>
                        </m:r>
                      </m:sup>
                    </m:sSup>
                    <m:r>
                      <m:t>a</m:t>
                    </m:r>
                    <m:r>
                      <m:t>n</m:t>
                    </m:r>
                    <m:sSup>
                      <m:e>
                        <m:r>
                          <m:t>d</m:t>
                        </m:r>
                      </m:e>
                      <m:sup>
                        <m:r>
                          <m:rPr>
                            <m:sty m:val="p"/>
                          </m:rPr>
                          <m:t>′</m:t>
                        </m:r>
                      </m:sup>
                    </m:sSup>
                    <m:sSup>
                      <m:e>
                        <m:r>
                          <m:t>e</m:t>
                        </m:r>
                      </m:e>
                      <m:sup>
                        <m:r>
                          <m:rPr>
                            <m:sty m:val="p"/>
                          </m:rPr>
                          <m:t>′</m:t>
                        </m:r>
                      </m:sup>
                    </m:sSup>
                    <m:r>
                      <m:t>r</m:t>
                    </m:r>
                    <m:r>
                      <m:t>e</m:t>
                    </m:r>
                    <m:r>
                      <m:t>s</m:t>
                    </m:r>
                    <m:r>
                      <m:t>p</m:t>
                    </m:r>
                    <m:r>
                      <m:t>e</m:t>
                    </m:r>
                    <m:r>
                      <m:t>c</m:t>
                    </m:r>
                    <m:r>
                      <m:t>t</m:t>
                    </m:r>
                    <m:r>
                      <m:t>i</m:t>
                    </m:r>
                    <m:r>
                      <m:t>v</m:t>
                    </m:r>
                    <m:r>
                      <m:t>e</m:t>
                    </m:r>
                    <m:r>
                      <m:t>l</m:t>
                    </m:r>
                    <m:r>
                      <m:t>y</m:t>
                    </m:r>
                    <m:r>
                      <m:rPr>
                        <m:sty m:val="p"/>
                      </m:rPr>
                      <m:t>,</m:t>
                    </m:r>
                    <m:r>
                      <m:t>t</m:t>
                    </m:r>
                    <m:r>
                      <m:t>h</m:t>
                    </m:r>
                    <m:r>
                      <m:t>e</m:t>
                    </m:r>
                    <m:r>
                      <m:t>n</m:t>
                    </m:r>
                    <m:r>
                      <m:t>i</m:t>
                    </m:r>
                    <m:r>
                      <m:t>n</m:t>
                    </m:r>
                    <m:r>
                      <m:t>p</m:t>
                    </m:r>
                    <m:r>
                      <m:t>h</m:t>
                    </m:r>
                    <m:r>
                      <m:t>o</m:t>
                    </m:r>
                    <m:r>
                      <m:t>t</m:t>
                    </m:r>
                    <m:r>
                      <m:t>o</m:t>
                    </m:r>
                    <m:r>
                      <m:t>e</m:t>
                    </m:r>
                    <m:r>
                      <m:t>l</m:t>
                    </m:r>
                    <m:r>
                      <m:t>e</m:t>
                    </m:r>
                    <m:r>
                      <m:t>c</m:t>
                    </m:r>
                    <m:r>
                      <m:t>t</m:t>
                    </m:r>
                    <m:r>
                      <m:t>r</m:t>
                    </m:r>
                    <m:r>
                      <m:t>i</m:t>
                    </m:r>
                    <m:r>
                      <m:t>c</m:t>
                    </m:r>
                    <m:r>
                      <m:t>e</m:t>
                    </m:r>
                    <m:r>
                      <m:t>f</m:t>
                    </m:r>
                    <m:r>
                      <m:t>f</m:t>
                    </m:r>
                    <m:r>
                      <m:t>e</m:t>
                    </m:r>
                    <m:r>
                      <m:t>c</m:t>
                    </m:r>
                    <m:r>
                      <m:t>t</m:t>
                    </m:r>
                    <m:r>
                      <m:rPr>
                        <m:sty m:val="p"/>
                      </m:rPr>
                      <m:t>,</m:t>
                    </m:r>
                    <m:r>
                      <m:t>t</m:t>
                    </m:r>
                    <m:r>
                      <m:t>h</m:t>
                    </m:r>
                    <m:r>
                      <m:t>e</m:t>
                    </m:r>
                    <m:r>
                      <m:t>g</m:t>
                    </m:r>
                    <m:r>
                      <m:t>r</m:t>
                    </m:r>
                    <m:r>
                      <m:t>a</m:t>
                    </m:r>
                    <m:r>
                      <m:t>p</m:t>
                    </m:r>
                    <m:r>
                      <m:t>h</m:t>
                    </m:r>
                    <m:r>
                      <m:t>b</m:t>
                    </m:r>
                    <m:r>
                      <m:t>e</m:t>
                    </m:r>
                    <m:r>
                      <m:t>t</m:t>
                    </m:r>
                    <m:r>
                      <m:t>w</m:t>
                    </m:r>
                    <m:r>
                      <m:t>e</m:t>
                    </m:r>
                    <m:r>
                      <m:t>e</m:t>
                    </m:r>
                    <m:r>
                      <m:t>n</m:t>
                    </m:r>
                    <m:r>
                      <m:t>s</m:t>
                    </m:r>
                    <m:r>
                      <m:t>t</m:t>
                    </m:r>
                    <m:r>
                      <m:t>o</m:t>
                    </m:r>
                    <m:r>
                      <m:t>p</m:t>
                    </m:r>
                    <m:r>
                      <m:t>p</m:t>
                    </m:r>
                    <m:r>
                      <m:t>i</m:t>
                    </m:r>
                    <m:r>
                      <m:t>n</m:t>
                    </m:r>
                    <m:r>
                      <m:t>g</m:t>
                    </m:r>
                    <m:r>
                      <m:t>p</m:t>
                    </m:r>
                    <m:r>
                      <m:t>o</m:t>
                    </m:r>
                    <m:r>
                      <m:t>t</m:t>
                    </m:r>
                    <m:r>
                      <m:t>e</m:t>
                    </m:r>
                    <m:r>
                      <m:t>n</m:t>
                    </m:r>
                    <m:r>
                      <m:t>t</m:t>
                    </m:r>
                    <m:r>
                      <m:t>i</m:t>
                    </m:r>
                    <m:r>
                      <m:t>a</m:t>
                    </m:r>
                    <m:r>
                      <m:t>l</m:t>
                    </m:r>
                    <m:r>
                      <m:rPr>
                        <m:sty m:val="p"/>
                      </m:rPr>
                      <m:t>(</m:t>
                    </m:r>
                    <m:r>
                      <m:t>V</m:t>
                    </m:r>
                    <m:r>
                      <m:t>0</m:t>
                    </m:r>
                    <m:r>
                      <m:rPr>
                        <m:sty m:val="p"/>
                      </m:rPr>
                      <m:t>)</m:t>
                    </m:r>
                    <m:r>
                      <m:t>a</m:t>
                    </m:r>
                    <m:r>
                      <m:t>n</m:t>
                    </m:r>
                    <m:r>
                      <m:t>d</m:t>
                    </m:r>
                    <m:r>
                      <m:t>f</m:t>
                    </m:r>
                    <m:r>
                      <m:t>r</m:t>
                    </m:r>
                    <m:r>
                      <m:t>e</m:t>
                    </m:r>
                    <m:r>
                      <m:t>q</m:t>
                    </m:r>
                    <m:r>
                      <m:t>u</m:t>
                    </m:r>
                    <m:r>
                      <m:t>e</m:t>
                    </m:r>
                    <m:r>
                      <m:t>n</m:t>
                    </m:r>
                    <m:r>
                      <m:t>c</m:t>
                    </m:r>
                    <m:r>
                      <m:t>y</m:t>
                    </m:r>
                    <m:r>
                      <m:rPr>
                        <m:sty m:val="p"/>
                      </m:rPr>
                      <m:t>(</m:t>
                    </m:r>
                    <m:r>
                      <m:t>γ</m:t>
                    </m:r>
                    <m:r>
                      <m:rPr>
                        <m:sty m:val="p"/>
                      </m:rPr>
                      <m:t>)</m:t>
                    </m:r>
                    <m:r>
                      <m:t>i</m:t>
                    </m:r>
                    <m:r>
                      <m:t>s</m:t>
                    </m:r>
                    <m:r>
                      <m:t>a</m:t>
                    </m:r>
                    <m:r>
                      <m:t>s</m:t>
                    </m:r>
                    <m:r>
                      <m:t>t</m:t>
                    </m:r>
                    <m:r>
                      <m:t>r</m:t>
                    </m:r>
                    <m:r>
                      <m:t>a</m:t>
                    </m:r>
                    <m:r>
                      <m:t>i</m:t>
                    </m:r>
                    <m:r>
                      <m:t>g</m:t>
                    </m:r>
                    <m:r>
                      <m:t>h</m:t>
                    </m:r>
                    <m:r>
                      <m:t>t</m:t>
                    </m:r>
                    <m:r>
                      <m:t>l</m:t>
                    </m:r>
                    <m:r>
                      <m:t>i</m:t>
                    </m:r>
                    <m:r>
                      <m:t>n</m:t>
                    </m:r>
                    <m:r>
                      <m:t>e</m:t>
                    </m:r>
                    <m:r>
                      <m:t>w</m:t>
                    </m:r>
                    <m:r>
                      <m:t>i</m:t>
                    </m:r>
                    <m:r>
                      <m:t>t</m:t>
                    </m:r>
                    <m:r>
                      <m:t>h</m:t>
                    </m:r>
                    <m:r>
                      <m:t>s</m:t>
                    </m:r>
                    <m:r>
                      <m:t>l</m:t>
                    </m:r>
                    <m:r>
                      <m:t>o</m:t>
                    </m:r>
                    <m:r>
                      <m:t>p</m:t>
                    </m:r>
                    <m:r>
                      <m:t>e</m:t>
                    </m:r>
                    <m:r>
                      <m:t>e</m:t>
                    </m:r>
                    <m:r>
                      <m:t>q</m:t>
                    </m:r>
                    <m:r>
                      <m:t>u</m:t>
                    </m:r>
                    <m:r>
                      <m:t>a</m:t>
                    </m:r>
                    <m:r>
                      <m:t>l</m:t>
                    </m:r>
                    <m:r>
                      <m:t>t</m:t>
                    </m:r>
                    <m:sSub>
                      <m:e>
                        <m:r>
                          <m:t>o</m:t>
                        </m:r>
                      </m:e>
                      <m:sub>
                        <m:sSub>
                          <m:e>
                            <m:r>
                              <m:t>​</m:t>
                            </m:r>
                          </m:e>
                          <m:sub>
                            <m:sSub>
                              <m:e>
                                <m:r>
                                  <m:t>​</m:t>
                                </m:r>
                              </m:e>
                              <m:sub>
                                <m:sSub>
                                  <m:e>
                                    <m:r>
                                      <m:t>​</m:t>
                                    </m:r>
                                  </m:e>
                                  <m:sub>
                                    <m:sSub>
                                      <m:e>
                                        <m:r>
                                          <m:t>​</m:t>
                                        </m:r>
                                      </m:e>
                                      <m:sub>
                                        <m:sSub>
                                          <m:e>
                                            <m:r>
                                              <m:t>​</m:t>
                                            </m:r>
                                          </m:e>
                                          <m:sub>
                                            <m:sSub>
                                              <m:e>
                                                <m:r>
                                                  <m:t>​</m:t>
                                                </m:r>
                                              </m:e>
                                              <m:sub>
                                                <m:r>
                                                  <m:rPr>
                                                    <m:sty m:val="p"/>
                                                  </m:rPr>
                                                  <m:t>.</m:t>
                                                </m:r>
                                              </m:sub>
                                            </m:sSub>
                                          </m:sub>
                                        </m:sSub>
                                      </m:sub>
                                    </m:sSub>
                                  </m:sub>
                                </m:sSub>
                              </m:sub>
                            </m:sSub>
                          </m:sub>
                        </m:sSub>
                      </m:sub>
                    </m:sSub>
                  </m:oMath>
                </a14:m>
              </mc:Choice>
            </mc:AlternateContent>
            <a:r>
              <a:rPr lang="en-US" sz="1800" b="1">
                <a:solidFill>
                  <a:srgbClr val="FAD02C"/>
                </a:solidFill>
                <a:latin typeface="Arial"/>
              </a:rPr>
              <a:t>​</a:t>
            </a:r>
          </a:p>
        </p:txBody>
      </p:sp>
      <p:sp>
        <p:nvSpPr>
          <p:cNvPr id="7" name="TextBox 6"/>
          <p:cNvSpPr txBox="1"/>
          <p:nvPr/>
        </p:nvSpPr>
        <p:spPr>
          <a:xfrm>
            <a:off x="457200" y="1809597"/>
            <a:ext cx="2681478" cy="457200"/>
          </a:xfrm>
          <a:prstGeom prst="rect">
            <a:avLst/>
          </a:prstGeom>
          <a:noFill/>
        </p:spPr>
        <p:txBody>
          <a:bodyPr wrap="square" lIns="0" rIns="73152" tIns="0" bIns="0" anchor="t">
            <a:spAutoFit/>
          </a:bodyPr>
          <a:lstStyle/>
          <a:p>
            <a:pPr algn="l"/>
            <a:r>
              <a:rPr b="1" sz="1600">
                <a:solidFill>
                  <a:srgbClr val="00B0F0"/>
                </a:solidFill>
                <a:latin typeface="Arial"/>
              </a:rPr>
              <a:t>A. </a:t>
            </a:r>
            <a:r>
              <a:rPr sz="1600" b="0">
                <a:solidFill>
                  <a:srgbClr val="F0F0F0"/>
                </a:solidFill>
                <a:latin typeface="Arial"/>
              </a:rPr>
              <a:t>h/e</a:t>
            </a:r>
          </a:p>
        </p:txBody>
      </p:sp>
      <p:sp>
        <p:nvSpPr>
          <p:cNvPr id="8" name="TextBox 7"/>
          <p:cNvSpPr txBox="1"/>
          <p:nvPr/>
        </p:nvSpPr>
        <p:spPr>
          <a:xfrm>
            <a:off x="3321558" y="1809597"/>
            <a:ext cx="2681478" cy="457200"/>
          </a:xfrm>
          <a:prstGeom prst="rect">
            <a:avLst/>
          </a:prstGeom>
          <a:noFill/>
        </p:spPr>
        <p:txBody>
          <a:bodyPr wrap="square" lIns="0" rIns="73152" tIns="0" bIns="0" anchor="t">
            <a:spAutoFit/>
          </a:bodyPr>
          <a:lstStyle/>
          <a:p>
            <a:pPr algn="l"/>
            <a:r>
              <a:rPr b="1" sz="1600">
                <a:solidFill>
                  <a:srgbClr val="00B0F0"/>
                </a:solidFill>
                <a:latin typeface="Arial"/>
              </a:rPr>
              <a:t>B. </a:t>
            </a:r>
            <a:r>
              <a:rPr sz="1600" b="0">
                <a:solidFill>
                  <a:srgbClr val="F0F0F0"/>
                </a:solidFill>
                <a:latin typeface="Arial"/>
              </a:rPr>
              <a:t>e/h</a:t>
            </a:r>
          </a:p>
        </p:txBody>
      </p:sp>
      <p:sp>
        <p:nvSpPr>
          <p:cNvPr id="9" name="TextBox 8"/>
          <p:cNvSpPr txBox="1"/>
          <p:nvPr/>
        </p:nvSpPr>
        <p:spPr>
          <a:xfrm>
            <a:off x="6185916" y="1809597"/>
            <a:ext cx="2681478" cy="457200"/>
          </a:xfrm>
          <a:prstGeom prst="rect">
            <a:avLst/>
          </a:prstGeom>
          <a:noFill/>
        </p:spPr>
        <p:txBody>
          <a:bodyPr wrap="square" lIns="0" rIns="73152" tIns="0" bIns="0" anchor="t">
            <a:spAutoFit/>
          </a:bodyPr>
          <a:lstStyle/>
          <a:p>
            <a:pPr algn="l"/>
            <a:r>
              <a:rPr b="1" sz="1600">
                <a:solidFill>
                  <a:srgbClr val="00B0F0"/>
                </a:solidFill>
                <a:latin typeface="Arial"/>
              </a:rPr>
              <a:t>C. </a:t>
            </a:r>
            <a:r>
              <a:rPr sz="1600" b="0">
                <a:solidFill>
                  <a:srgbClr val="F0F0F0"/>
                </a:solidFill>
                <a:latin typeface="Arial"/>
              </a:rPr>
              <a:t>e</a:t>
            </a:r>
          </a:p>
        </p:txBody>
      </p:sp>
      <p:sp>
        <p:nvSpPr>
          <p:cNvPr id="10" name="TextBox 9"/>
          <p:cNvSpPr txBox="1"/>
          <p:nvPr/>
        </p:nvSpPr>
        <p:spPr>
          <a:xfrm>
            <a:off x="9050274" y="1809597"/>
            <a:ext cx="2681478" cy="457200"/>
          </a:xfrm>
          <a:prstGeom prst="rect">
            <a:avLst/>
          </a:prstGeom>
          <a:noFill/>
        </p:spPr>
        <p:txBody>
          <a:bodyPr wrap="square" lIns="0" rIns="73152" tIns="0" bIns="0" anchor="t">
            <a:spAutoFit/>
          </a:bodyPr>
          <a:lstStyle/>
          <a:p>
            <a:pPr algn="l"/>
            <a:r>
              <a:rPr b="1" sz="1600">
                <a:solidFill>
                  <a:srgbClr val="00B0F0"/>
                </a:solidFill>
                <a:latin typeface="Arial"/>
              </a:rPr>
              <a:t>D. </a:t>
            </a:r>
            <a:r>
              <a:rPr sz="1600" b="0">
                <a:solidFill>
                  <a:srgbClr val="F0F0F0"/>
                </a:solidFill>
                <a:latin typeface="Arial"/>
              </a:rPr>
              <a:t>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923544"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758952" cy="402336"/>
          </a:xfrm>
          <a:prstGeom prst="rect">
            <a:avLst/>
          </a:prstGeom>
          <a:noFill/>
        </p:spPr>
        <p:txBody>
          <a:bodyPr wrap="none" anchor="ctr" lIns="0" rIns="0" tIns="0" bIns="0">
            <a:spAutoFit/>
          </a:bodyPr>
          <a:lstStyle/>
          <a:p>
            <a:pPr algn="l"/>
            <a:r>
              <a:rPr sz="1500" b="1">
                <a:solidFill>
                  <a:srgbClr val="FAD02C"/>
                </a:solidFill>
                <a:latin typeface="Arial"/>
              </a:rPr>
              <a:t>2025-2</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320040"/>
          </a:xfrm>
          <a:prstGeom prst="rect">
            <a:avLst/>
          </a:prstGeom>
          <a:noFill/>
        </p:spPr>
        <p:txBody>
          <a:bodyPr wrap="square" lIns="0" rIns="0" tIns="0" bIns="0">
            <a:spAutoFit/>
          </a:bodyPr>
          <a:lstStyle/>
          <a:p>
            <a:pPr algn="l"/>
            <a:r>
              <a:rPr sz="1800" b="1">
                <a:solidFill>
                  <a:srgbClr val="FAD02C"/>
                </a:solidFill>
                <a:latin typeface="Arial"/>
              </a:rPr>
              <a:t>Emission of electrons from a metal surface by heating is called as</a:t>
            </a:r>
          </a:p>
        </p:txBody>
      </p:sp>
      <p:sp>
        <p:nvSpPr>
          <p:cNvPr id="7" name="TextBox 6"/>
          <p:cNvSpPr txBox="1"/>
          <p:nvPr/>
        </p:nvSpPr>
        <p:spPr>
          <a:xfrm>
            <a:off x="457200" y="1216151"/>
            <a:ext cx="2681478" cy="457200"/>
          </a:xfrm>
          <a:prstGeom prst="rect">
            <a:avLst/>
          </a:prstGeom>
          <a:noFill/>
        </p:spPr>
        <p:txBody>
          <a:bodyPr wrap="square" lIns="0" rIns="73152" tIns="0" bIns="0" anchor="t">
            <a:spAutoFit/>
          </a:bodyPr>
          <a:lstStyle/>
          <a:p>
            <a:pPr algn="l"/>
            <a:r>
              <a:rPr b="1" sz="1600">
                <a:solidFill>
                  <a:srgbClr val="00B0F0"/>
                </a:solidFill>
                <a:latin typeface="Arial"/>
              </a:rPr>
              <a:t>A. </a:t>
            </a:r>
            <a:r>
              <a:rPr sz="1600" b="0">
                <a:solidFill>
                  <a:srgbClr val="F0F0F0"/>
                </a:solidFill>
                <a:latin typeface="Arial"/>
              </a:rPr>
              <a:t>Photo-electric emission</a:t>
            </a:r>
          </a:p>
        </p:txBody>
      </p:sp>
      <p:sp>
        <p:nvSpPr>
          <p:cNvPr id="8" name="TextBox 7"/>
          <p:cNvSpPr txBox="1"/>
          <p:nvPr/>
        </p:nvSpPr>
        <p:spPr>
          <a:xfrm>
            <a:off x="3321558" y="1216151"/>
            <a:ext cx="2681478" cy="457200"/>
          </a:xfrm>
          <a:prstGeom prst="rect">
            <a:avLst/>
          </a:prstGeom>
          <a:noFill/>
        </p:spPr>
        <p:txBody>
          <a:bodyPr wrap="square" lIns="0" rIns="73152" tIns="0" bIns="0" anchor="t">
            <a:spAutoFit/>
          </a:bodyPr>
          <a:lstStyle/>
          <a:p>
            <a:pPr algn="l"/>
            <a:r>
              <a:rPr b="1" sz="1600">
                <a:solidFill>
                  <a:srgbClr val="00B0F0"/>
                </a:solidFill>
                <a:latin typeface="Arial"/>
              </a:rPr>
              <a:t>B. </a:t>
            </a:r>
            <a:r>
              <a:rPr sz="1600" b="0">
                <a:solidFill>
                  <a:srgbClr val="F0F0F0"/>
                </a:solidFill>
                <a:latin typeface="Arial"/>
              </a:rPr>
              <a:t>Secondary emission</a:t>
            </a:r>
          </a:p>
        </p:txBody>
      </p:sp>
      <p:sp>
        <p:nvSpPr>
          <p:cNvPr id="9" name="TextBox 8"/>
          <p:cNvSpPr txBox="1"/>
          <p:nvPr/>
        </p:nvSpPr>
        <p:spPr>
          <a:xfrm>
            <a:off x="6185916" y="1216151"/>
            <a:ext cx="2681478" cy="457200"/>
          </a:xfrm>
          <a:prstGeom prst="rect">
            <a:avLst/>
          </a:prstGeom>
          <a:noFill/>
        </p:spPr>
        <p:txBody>
          <a:bodyPr wrap="square" lIns="0" rIns="73152" tIns="0" bIns="0" anchor="t">
            <a:spAutoFit/>
          </a:bodyPr>
          <a:lstStyle/>
          <a:p>
            <a:pPr algn="l"/>
            <a:r>
              <a:rPr b="1" sz="1600">
                <a:solidFill>
                  <a:srgbClr val="00B0F0"/>
                </a:solidFill>
                <a:latin typeface="Arial"/>
              </a:rPr>
              <a:t>C. </a:t>
            </a:r>
            <a:r>
              <a:rPr sz="1600" b="0">
                <a:solidFill>
                  <a:srgbClr val="F0F0F0"/>
                </a:solidFill>
                <a:latin typeface="Arial"/>
              </a:rPr>
              <a:t>Field emission</a:t>
            </a:r>
          </a:p>
        </p:txBody>
      </p:sp>
      <p:sp>
        <p:nvSpPr>
          <p:cNvPr id="10" name="TextBox 9"/>
          <p:cNvSpPr txBox="1"/>
          <p:nvPr/>
        </p:nvSpPr>
        <p:spPr>
          <a:xfrm>
            <a:off x="9050274" y="1216151"/>
            <a:ext cx="2681478" cy="457200"/>
          </a:xfrm>
          <a:prstGeom prst="rect">
            <a:avLst/>
          </a:prstGeom>
          <a:noFill/>
        </p:spPr>
        <p:txBody>
          <a:bodyPr wrap="square" lIns="0" rIns="73152" tIns="0" bIns="0" anchor="t">
            <a:spAutoFit/>
          </a:bodyPr>
          <a:lstStyle/>
          <a:p>
            <a:pPr algn="l"/>
            <a:r>
              <a:rPr b="1" sz="1600">
                <a:solidFill>
                  <a:srgbClr val="00B0F0"/>
                </a:solidFill>
                <a:latin typeface="Arial"/>
              </a:rPr>
              <a:t>D. </a:t>
            </a:r>
            <a:r>
              <a:rPr sz="1600" b="0">
                <a:solidFill>
                  <a:srgbClr val="F0F0F0"/>
                </a:solidFill>
                <a:latin typeface="Arial"/>
              </a:rPr>
              <a:t>Thermionic emission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886968"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722376" cy="402336"/>
          </a:xfrm>
          <a:prstGeom prst="rect">
            <a:avLst/>
          </a:prstGeom>
          <a:noFill/>
        </p:spPr>
        <p:txBody>
          <a:bodyPr wrap="none" anchor="ctr" lIns="0" rIns="0" tIns="0" bIns="0">
            <a:spAutoFit/>
          </a:bodyPr>
          <a:lstStyle/>
          <a:p>
            <a:pPr algn="l"/>
            <a:r>
              <a:rPr sz="1500" b="1">
                <a:solidFill>
                  <a:srgbClr val="FAD02C"/>
                </a:solidFill>
                <a:latin typeface="Arial"/>
              </a:rPr>
              <a:t>2025-1</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608990"/>
          </a:xfrm>
          <a:prstGeom prst="rect">
            <a:avLst/>
          </a:prstGeom>
          <a:noFill/>
        </p:spPr>
        <p:txBody>
          <a:bodyPr wrap="square" lIns="0" rIns="0" tIns="0" bIns="0">
            <a:spAutoFit/>
          </a:bodyPr>
          <a:lstStyle/>
          <a:p>
            <a:pPr algn="l"/>
            <a:r>
              <a:rPr sz="1800" b="1">
                <a:solidFill>
                  <a:srgbClr val="FAD02C"/>
                </a:solidFill>
                <a:latin typeface="Arial"/>
              </a:rPr>
              <a:t>A ball is dropped from a certain height and it falls freely under gravity. During the fall, the de Broglie wavelength associated with it</a:t>
            </a:r>
          </a:p>
        </p:txBody>
      </p:sp>
      <p:sp>
        <p:nvSpPr>
          <p:cNvPr id="7" name="TextBox 6"/>
          <p:cNvSpPr txBox="1"/>
          <p:nvPr/>
        </p:nvSpPr>
        <p:spPr>
          <a:xfrm>
            <a:off x="457200" y="1505102"/>
            <a:ext cx="2681478" cy="457200"/>
          </a:xfrm>
          <a:prstGeom prst="rect">
            <a:avLst/>
          </a:prstGeom>
          <a:noFill/>
        </p:spPr>
        <p:txBody>
          <a:bodyPr wrap="square" lIns="0" rIns="73152" tIns="0" bIns="0" anchor="t">
            <a:spAutoFit/>
          </a:bodyPr>
          <a:lstStyle/>
          <a:p>
            <a:pPr algn="l"/>
            <a:r>
              <a:rPr b="1" sz="1600">
                <a:solidFill>
                  <a:srgbClr val="00B0F0"/>
                </a:solidFill>
                <a:latin typeface="Arial"/>
              </a:rPr>
              <a:t>A. </a:t>
            </a:r>
            <a:r>
              <a:rPr sz="1600" b="0">
                <a:solidFill>
                  <a:srgbClr val="F0F0F0"/>
                </a:solidFill>
                <a:latin typeface="Arial"/>
              </a:rPr>
              <a:t>keeps increasing</a:t>
            </a:r>
          </a:p>
        </p:txBody>
      </p:sp>
      <p:sp>
        <p:nvSpPr>
          <p:cNvPr id="8" name="TextBox 7"/>
          <p:cNvSpPr txBox="1"/>
          <p:nvPr/>
        </p:nvSpPr>
        <p:spPr>
          <a:xfrm>
            <a:off x="3321558" y="1505102"/>
            <a:ext cx="2681478" cy="457200"/>
          </a:xfrm>
          <a:prstGeom prst="rect">
            <a:avLst/>
          </a:prstGeom>
          <a:noFill/>
        </p:spPr>
        <p:txBody>
          <a:bodyPr wrap="square" lIns="0" rIns="73152" tIns="0" bIns="0" anchor="t">
            <a:spAutoFit/>
          </a:bodyPr>
          <a:lstStyle/>
          <a:p>
            <a:pPr algn="l"/>
            <a:r>
              <a:rPr b="1" sz="1600">
                <a:solidFill>
                  <a:srgbClr val="00B0F0"/>
                </a:solidFill>
                <a:latin typeface="Arial"/>
              </a:rPr>
              <a:t>B. </a:t>
            </a:r>
            <a:r>
              <a:rPr sz="1600" b="0">
                <a:solidFill>
                  <a:srgbClr val="F0F0F0"/>
                </a:solidFill>
                <a:latin typeface="Arial"/>
              </a:rPr>
              <a:t>keeps decreasing</a:t>
            </a:r>
          </a:p>
        </p:txBody>
      </p:sp>
      <p:sp>
        <p:nvSpPr>
          <p:cNvPr id="9" name="TextBox 8"/>
          <p:cNvSpPr txBox="1"/>
          <p:nvPr/>
        </p:nvSpPr>
        <p:spPr>
          <a:xfrm>
            <a:off x="6185916" y="1505102"/>
            <a:ext cx="2681478" cy="457200"/>
          </a:xfrm>
          <a:prstGeom prst="rect">
            <a:avLst/>
          </a:prstGeom>
          <a:noFill/>
        </p:spPr>
        <p:txBody>
          <a:bodyPr wrap="square" lIns="0" rIns="73152" tIns="0" bIns="0" anchor="t">
            <a:spAutoFit/>
          </a:bodyPr>
          <a:lstStyle/>
          <a:p>
            <a:pPr algn="l"/>
            <a:r>
              <a:rPr b="1" sz="1600">
                <a:solidFill>
                  <a:srgbClr val="00B0F0"/>
                </a:solidFill>
                <a:latin typeface="Arial"/>
              </a:rPr>
              <a:t>C. </a:t>
            </a:r>
            <a:r>
              <a:rPr sz="1600" b="0">
                <a:solidFill>
                  <a:srgbClr val="F0F0F0"/>
                </a:solidFill>
                <a:latin typeface="Arial"/>
              </a:rPr>
              <a:t>is zero</a:t>
            </a:r>
          </a:p>
        </p:txBody>
      </p:sp>
      <p:sp>
        <p:nvSpPr>
          <p:cNvPr id="10" name="TextBox 9"/>
          <p:cNvSpPr txBox="1"/>
          <p:nvPr/>
        </p:nvSpPr>
        <p:spPr>
          <a:xfrm>
            <a:off x="9050274" y="1505102"/>
            <a:ext cx="2681478" cy="457200"/>
          </a:xfrm>
          <a:prstGeom prst="rect">
            <a:avLst/>
          </a:prstGeom>
          <a:noFill/>
        </p:spPr>
        <p:txBody>
          <a:bodyPr wrap="square" lIns="0" rIns="73152" tIns="0" bIns="0" anchor="t">
            <a:spAutoFit/>
          </a:bodyPr>
          <a:lstStyle/>
          <a:p>
            <a:pPr algn="l"/>
            <a:r>
              <a:rPr b="1" sz="1600">
                <a:solidFill>
                  <a:srgbClr val="00B0F0"/>
                </a:solidFill>
                <a:latin typeface="Arial"/>
              </a:rPr>
              <a:t>D. </a:t>
            </a:r>
            <a:r>
              <a:rPr sz="1600" b="0">
                <a:solidFill>
                  <a:srgbClr val="F0F0F0"/>
                </a:solidFill>
                <a:latin typeface="Arial"/>
              </a:rPr>
              <a:t>may increase or decrease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886968"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722376" cy="402336"/>
          </a:xfrm>
          <a:prstGeom prst="rect">
            <a:avLst/>
          </a:prstGeom>
          <a:noFill/>
        </p:spPr>
        <p:txBody>
          <a:bodyPr wrap="none" anchor="ctr" lIns="0" rIns="0" tIns="0" bIns="0">
            <a:spAutoFit/>
          </a:bodyPr>
          <a:lstStyle/>
          <a:p>
            <a:pPr algn="l"/>
            <a:r>
              <a:rPr sz="1500" b="1">
                <a:solidFill>
                  <a:srgbClr val="FAD02C"/>
                </a:solidFill>
                <a:latin typeface="Arial"/>
              </a:rPr>
              <a:t>2026-1</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608990"/>
          </a:xfrm>
          <a:prstGeom prst="rect">
            <a:avLst/>
          </a:prstGeom>
          <a:noFill/>
        </p:spPr>
        <p:txBody>
          <a:bodyPr wrap="square" lIns="0" rIns="0" tIns="0" bIns="0">
            <a:spAutoFit/>
          </a:bodyPr>
          <a:lstStyle/>
          <a:p>
            <a:pPr algn="l"/>
            <a:r>
              <a:rPr sz="1800" b="1">
                <a:solidFill>
                  <a:srgbClr val="FAD02C"/>
                </a:solidFill>
                <a:latin typeface="Arial"/>
              </a:rPr>
              <a:t>An α-particle, a proton, an electron and a neutron are moving with the same velocity. Then the particle having longest de Broglie wavelength is</a:t>
            </a:r>
          </a:p>
        </p:txBody>
      </p:sp>
      <p:sp>
        <p:nvSpPr>
          <p:cNvPr id="7" name="TextBox 6"/>
          <p:cNvSpPr txBox="1"/>
          <p:nvPr/>
        </p:nvSpPr>
        <p:spPr>
          <a:xfrm>
            <a:off x="457200" y="1505102"/>
            <a:ext cx="2681478" cy="457200"/>
          </a:xfrm>
          <a:prstGeom prst="rect">
            <a:avLst/>
          </a:prstGeom>
          <a:noFill/>
        </p:spPr>
        <p:txBody>
          <a:bodyPr wrap="square" lIns="0" rIns="73152" tIns="0" bIns="0" anchor="t">
            <a:spAutoFit/>
          </a:bodyPr>
          <a:lstStyle/>
          <a:p>
            <a:pPr algn="l"/>
            <a:r>
              <a:rPr b="1" sz="1600">
                <a:solidFill>
                  <a:srgbClr val="00B0F0"/>
                </a:solidFill>
                <a:latin typeface="Arial"/>
              </a:rPr>
              <a:t>A. </a:t>
            </a:r>
            <a:r>
              <a:rPr sz="1600" b="0">
                <a:solidFill>
                  <a:srgbClr val="F0F0F0"/>
                </a:solidFill>
                <a:latin typeface="Arial"/>
              </a:rPr>
              <a:t>proton.</a:t>
            </a:r>
          </a:p>
        </p:txBody>
      </p:sp>
      <p:sp>
        <p:nvSpPr>
          <p:cNvPr id="8" name="TextBox 7"/>
          <p:cNvSpPr txBox="1"/>
          <p:nvPr/>
        </p:nvSpPr>
        <p:spPr>
          <a:xfrm>
            <a:off x="3321558" y="1505102"/>
            <a:ext cx="2681478" cy="457200"/>
          </a:xfrm>
          <a:prstGeom prst="rect">
            <a:avLst/>
          </a:prstGeom>
          <a:noFill/>
        </p:spPr>
        <p:txBody>
          <a:bodyPr wrap="square" lIns="0" rIns="73152" tIns="0" bIns="0" anchor="t">
            <a:spAutoFit/>
          </a:bodyPr>
          <a:lstStyle/>
          <a:p>
            <a:pPr algn="l"/>
            <a:r>
              <a:rPr b="1" sz="1600">
                <a:solidFill>
                  <a:srgbClr val="00B0F0"/>
                </a:solidFill>
                <a:latin typeface="Arial"/>
              </a:rPr>
              <a:t>B. </a:t>
            </a:r>
            <a:r>
              <a:rPr sz="1600" b="0">
                <a:solidFill>
                  <a:srgbClr val="F0F0F0"/>
                </a:solidFill>
                <a:latin typeface="Arial"/>
              </a:rPr>
              <a:t>electron.</a:t>
            </a:r>
          </a:p>
        </p:txBody>
      </p:sp>
      <p:sp>
        <p:nvSpPr>
          <p:cNvPr id="9" name="TextBox 8"/>
          <p:cNvSpPr txBox="1"/>
          <p:nvPr/>
        </p:nvSpPr>
        <p:spPr>
          <a:xfrm>
            <a:off x="6185916" y="1505102"/>
            <a:ext cx="2681478" cy="457200"/>
          </a:xfrm>
          <a:prstGeom prst="rect">
            <a:avLst/>
          </a:prstGeom>
          <a:noFill/>
        </p:spPr>
        <p:txBody>
          <a:bodyPr wrap="square" lIns="0" rIns="73152" tIns="0" bIns="0" anchor="t">
            <a:spAutoFit/>
          </a:bodyPr>
          <a:lstStyle/>
          <a:p>
            <a:pPr algn="l"/>
            <a:r>
              <a:rPr b="1" sz="1600">
                <a:solidFill>
                  <a:srgbClr val="00B0F0"/>
                </a:solidFill>
                <a:latin typeface="Arial"/>
              </a:rPr>
              <a:t>C. </a:t>
            </a:r>
            <a:r>
              <a:rPr sz="1600" b="0">
                <a:solidFill>
                  <a:srgbClr val="F0F0F0"/>
                </a:solidFill>
                <a:latin typeface="Arial"/>
              </a:rPr>
              <a:t>neutron.</a:t>
            </a:r>
          </a:p>
        </p:txBody>
      </p:sp>
      <p:sp>
        <p:nvSpPr>
          <p:cNvPr id="10" name="TextBox 9"/>
          <p:cNvSpPr txBox="1"/>
          <p:nvPr/>
        </p:nvSpPr>
        <p:spPr>
          <a:xfrm>
            <a:off x="9050274" y="1505102"/>
            <a:ext cx="2681478" cy="457200"/>
          </a:xfrm>
          <a:prstGeom prst="rect">
            <a:avLst/>
          </a:prstGeom>
          <a:noFill/>
        </p:spPr>
        <p:txBody>
          <a:bodyPr wrap="square" lIns="0" rIns="73152" tIns="0" bIns="0" anchor="t">
            <a:spAutoFit/>
          </a:bodyPr>
          <a:lstStyle/>
          <a:p>
            <a:pPr algn="l"/>
            <a:r>
              <a:rPr b="1" sz="1600">
                <a:solidFill>
                  <a:srgbClr val="00B0F0"/>
                </a:solidFill>
                <a:latin typeface="Arial"/>
              </a:rPr>
              <a:t>D. </a:t>
            </a:r>
            <a:r>
              <a:rPr sz="1600" b="0">
                <a:solidFill>
                  <a:srgbClr val="F0F0F0"/>
                </a:solidFill>
                <a:latin typeface="Arial"/>
              </a:rPr>
              <a:t>α-particle.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923544"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758952" cy="402336"/>
          </a:xfrm>
          <a:prstGeom prst="rect">
            <a:avLst/>
          </a:prstGeom>
          <a:noFill/>
        </p:spPr>
        <p:txBody>
          <a:bodyPr wrap="none" anchor="ctr" lIns="0" rIns="0" tIns="0" bIns="0">
            <a:spAutoFit/>
          </a:bodyPr>
          <a:lstStyle/>
          <a:p>
            <a:pPr algn="l"/>
            <a:r>
              <a:rPr sz="1500" b="1">
                <a:solidFill>
                  <a:srgbClr val="FAD02C"/>
                </a:solidFill>
                <a:latin typeface="Arial"/>
              </a:rPr>
              <a:t>2026-2</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608990"/>
          </a:xfrm>
          <a:prstGeom prst="rect">
            <a:avLst/>
          </a:prstGeom>
          <a:noFill/>
        </p:spPr>
        <p:txBody>
          <a:bodyPr wrap="square" lIns="0" rIns="0" tIns="0" bIns="0">
            <a:spAutoFit/>
          </a:bodyPr>
          <a:lstStyle/>
          <a:p>
            <a:pPr algn="l"/>
            <a:r>
              <a:rPr sz="1800" b="1">
                <a:solidFill>
                  <a:srgbClr val="FAD02C"/>
                </a:solidFill>
                <a:latin typeface="Arial"/>
              </a:rPr>
              <a:t>An α-particle, a proton, an electron and a neutron are moving with the same speed. Then the particle having shortest de Broglie wavelength is</a:t>
            </a:r>
          </a:p>
        </p:txBody>
      </p:sp>
      <p:sp>
        <p:nvSpPr>
          <p:cNvPr id="7" name="TextBox 6"/>
          <p:cNvSpPr txBox="1"/>
          <p:nvPr/>
        </p:nvSpPr>
        <p:spPr>
          <a:xfrm>
            <a:off x="457200" y="1505102"/>
            <a:ext cx="2681478" cy="457200"/>
          </a:xfrm>
          <a:prstGeom prst="rect">
            <a:avLst/>
          </a:prstGeom>
          <a:noFill/>
        </p:spPr>
        <p:txBody>
          <a:bodyPr wrap="square" lIns="0" rIns="73152" tIns="0" bIns="0" anchor="t">
            <a:spAutoFit/>
          </a:bodyPr>
          <a:lstStyle/>
          <a:p>
            <a:pPr algn="l"/>
            <a:r>
              <a:rPr b="1" sz="1600">
                <a:solidFill>
                  <a:srgbClr val="00B0F0"/>
                </a:solidFill>
                <a:latin typeface="Arial"/>
              </a:rPr>
              <a:t>A. </a:t>
            </a:r>
            <a:r>
              <a:rPr sz="1600" b="0">
                <a:solidFill>
                  <a:srgbClr val="F0F0F0"/>
                </a:solidFill>
                <a:latin typeface="Arial"/>
              </a:rPr>
              <a:t>proton.</a:t>
            </a:r>
          </a:p>
        </p:txBody>
      </p:sp>
      <p:sp>
        <p:nvSpPr>
          <p:cNvPr id="8" name="TextBox 7"/>
          <p:cNvSpPr txBox="1"/>
          <p:nvPr/>
        </p:nvSpPr>
        <p:spPr>
          <a:xfrm>
            <a:off x="3321558" y="1505102"/>
            <a:ext cx="2681478" cy="457200"/>
          </a:xfrm>
          <a:prstGeom prst="rect">
            <a:avLst/>
          </a:prstGeom>
          <a:noFill/>
        </p:spPr>
        <p:txBody>
          <a:bodyPr wrap="square" lIns="0" rIns="73152" tIns="0" bIns="0" anchor="t">
            <a:spAutoFit/>
          </a:bodyPr>
          <a:lstStyle/>
          <a:p>
            <a:pPr algn="l"/>
            <a:r>
              <a:rPr b="1" sz="1600">
                <a:solidFill>
                  <a:srgbClr val="00B0F0"/>
                </a:solidFill>
                <a:latin typeface="Arial"/>
              </a:rPr>
              <a:t>B. </a:t>
            </a:r>
            <a:r>
              <a:rPr sz="1600" b="0">
                <a:solidFill>
                  <a:srgbClr val="F0F0F0"/>
                </a:solidFill>
                <a:latin typeface="Arial"/>
              </a:rPr>
              <a:t>electron.</a:t>
            </a:r>
          </a:p>
        </p:txBody>
      </p:sp>
      <p:sp>
        <p:nvSpPr>
          <p:cNvPr id="9" name="TextBox 8"/>
          <p:cNvSpPr txBox="1"/>
          <p:nvPr/>
        </p:nvSpPr>
        <p:spPr>
          <a:xfrm>
            <a:off x="6185916" y="1505102"/>
            <a:ext cx="2681478" cy="457200"/>
          </a:xfrm>
          <a:prstGeom prst="rect">
            <a:avLst/>
          </a:prstGeom>
          <a:noFill/>
        </p:spPr>
        <p:txBody>
          <a:bodyPr wrap="square" lIns="0" rIns="73152" tIns="0" bIns="0" anchor="t">
            <a:spAutoFit/>
          </a:bodyPr>
          <a:lstStyle/>
          <a:p>
            <a:pPr algn="l"/>
            <a:r>
              <a:rPr b="1" sz="1600">
                <a:solidFill>
                  <a:srgbClr val="00B0F0"/>
                </a:solidFill>
                <a:latin typeface="Arial"/>
              </a:rPr>
              <a:t>C. </a:t>
            </a:r>
            <a:r>
              <a:rPr sz="1600" b="0">
                <a:solidFill>
                  <a:srgbClr val="F0F0F0"/>
                </a:solidFill>
                <a:latin typeface="Arial"/>
              </a:rPr>
              <a:t>neutron.</a:t>
            </a:r>
          </a:p>
        </p:txBody>
      </p:sp>
      <p:sp>
        <p:nvSpPr>
          <p:cNvPr id="10" name="TextBox 9"/>
          <p:cNvSpPr txBox="1"/>
          <p:nvPr/>
        </p:nvSpPr>
        <p:spPr>
          <a:xfrm>
            <a:off x="9050274" y="1505102"/>
            <a:ext cx="2681478" cy="457200"/>
          </a:xfrm>
          <a:prstGeom prst="rect">
            <a:avLst/>
          </a:prstGeom>
          <a:noFill/>
        </p:spPr>
        <p:txBody>
          <a:bodyPr wrap="square" lIns="0" rIns="73152" tIns="0" bIns="0" anchor="t">
            <a:spAutoFit/>
          </a:bodyPr>
          <a:lstStyle/>
          <a:p>
            <a:pPr algn="l"/>
            <a:r>
              <a:rPr b="1" sz="1600">
                <a:solidFill>
                  <a:srgbClr val="00B0F0"/>
                </a:solidFill>
                <a:latin typeface="Arial"/>
              </a:rPr>
              <a:t>D. </a:t>
            </a:r>
            <a:r>
              <a:rPr sz="1600" b="0">
                <a:solidFill>
                  <a:srgbClr val="F0F0F0"/>
                </a:solidFill>
                <a:latin typeface="Arial"/>
              </a:rPr>
              <a:t>α-particle.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1545336"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1380744" cy="402336"/>
          </a:xfrm>
          <a:prstGeom prst="rect">
            <a:avLst/>
          </a:prstGeom>
          <a:noFill/>
        </p:spPr>
        <p:txBody>
          <a:bodyPr wrap="none" anchor="ctr" lIns="0" rIns="0" tIns="0" bIns="0">
            <a:spAutoFit/>
          </a:bodyPr>
          <a:lstStyle/>
          <a:p>
            <a:pPr algn="l"/>
            <a:r>
              <a:rPr sz="1500" b="1">
                <a:solidFill>
                  <a:srgbClr val="FAD02C"/>
                </a:solidFill>
                <a:latin typeface="Arial"/>
              </a:rPr>
              <a:t>2025-3,2026-1</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defRPr sz="1800" b="1">
                <a:solidFill>
                  <a:srgbClr val="FAD02C"/>
                </a:solidFill>
                <a:latin typeface="Arial"/>
              </a:defRPr>
            </a:pPr>
            <mc:AlternateContent xmlns:mc="http://schemas.openxmlformats.org/markup-compatibility/2006" xmlns:a14="http://schemas.microsoft.com/office/drawing/2010/main">
              <mc:Choice Requires="a14">
                <a14:m>
                  <m:oMath xmlns:m="http://schemas.openxmlformats.org/officeDocument/2006/math">
                    <m:r>
                      <m:t>I</m:t>
                    </m:r>
                    <m:r>
                      <m:t>n</m:t>
                    </m:r>
                    <m:r>
                      <m:t>i</m:t>
                    </m:r>
                    <m:r>
                      <m:t>n</m:t>
                    </m:r>
                    <m:r>
                      <m:t>t</m:t>
                    </m:r>
                    <m:r>
                      <m:t>e</m:t>
                    </m:r>
                    <m:r>
                      <m:t>r</m:t>
                    </m:r>
                    <m:r>
                      <m:t>a</m:t>
                    </m:r>
                    <m:r>
                      <m:t>c</m:t>
                    </m:r>
                    <m:r>
                      <m:t>t</m:t>
                    </m:r>
                    <m:r>
                      <m:t>i</m:t>
                    </m:r>
                    <m:r>
                      <m:t>o</m:t>
                    </m:r>
                    <m:r>
                      <m:t>n</m:t>
                    </m:r>
                    <m:r>
                      <m:t>o</m:t>
                    </m:r>
                    <m:r>
                      <m:t>f</m:t>
                    </m:r>
                    <m:r>
                      <m:t>r</m:t>
                    </m:r>
                    <m:r>
                      <m:t>a</m:t>
                    </m:r>
                    <m:r>
                      <m:t>d</m:t>
                    </m:r>
                    <m:r>
                      <m:t>i</m:t>
                    </m:r>
                    <m:r>
                      <m:t>a</m:t>
                    </m:r>
                    <m:r>
                      <m:t>t</m:t>
                    </m:r>
                    <m:r>
                      <m:t>i</m:t>
                    </m:r>
                    <m:r>
                      <m:t>o</m:t>
                    </m:r>
                    <m:r>
                      <m:t>n</m:t>
                    </m:r>
                    <m:r>
                      <m:t>w</m:t>
                    </m:r>
                    <m:r>
                      <m:t>i</m:t>
                    </m:r>
                    <m:r>
                      <m:t>t</m:t>
                    </m:r>
                    <m:r>
                      <m:t>h</m:t>
                    </m:r>
                    <m:r>
                      <m:t>m</m:t>
                    </m:r>
                    <m:r>
                      <m:t>a</m:t>
                    </m:r>
                    <m:r>
                      <m:t>t</m:t>
                    </m:r>
                    <m:r>
                      <m:t>t</m:t>
                    </m:r>
                    <m:r>
                      <m:t>e</m:t>
                    </m:r>
                    <m:r>
                      <m:t>r</m:t>
                    </m:r>
                    <m:r>
                      <m:rPr>
                        <m:sty m:val="p"/>
                      </m:rPr>
                      <m:t>,</m:t>
                    </m:r>
                    <m:r>
                      <m:t>r</m:t>
                    </m:r>
                    <m:r>
                      <m:t>a</m:t>
                    </m:r>
                    <m:r>
                      <m:t>d</m:t>
                    </m:r>
                    <m:r>
                      <m:t>i</m:t>
                    </m:r>
                    <m:r>
                      <m:t>a</m:t>
                    </m:r>
                    <m:r>
                      <m:t>t</m:t>
                    </m:r>
                    <m:r>
                      <m:t>i</m:t>
                    </m:r>
                    <m:r>
                      <m:t>o</m:t>
                    </m:r>
                    <m:r>
                      <m:t>n</m:t>
                    </m:r>
                    <m:r>
                      <m:t>b</m:t>
                    </m:r>
                    <m:r>
                      <m:t>e</m:t>
                    </m:r>
                    <m:r>
                      <m:t>h</m:t>
                    </m:r>
                    <m:r>
                      <m:t>a</m:t>
                    </m:r>
                    <m:r>
                      <m:t>v</m:t>
                    </m:r>
                    <m:r>
                      <m:t>e</m:t>
                    </m:r>
                    <m:r>
                      <m:t>s</m:t>
                    </m:r>
                    <m:r>
                      <m:t>a</m:t>
                    </m:r>
                    <m:r>
                      <m:t>s</m:t>
                    </m:r>
                    <m:r>
                      <m:t>i</m:t>
                    </m:r>
                    <m:r>
                      <m:t>f</m:t>
                    </m:r>
                    <m:r>
                      <m:t>i</m:t>
                    </m:r>
                    <m:r>
                      <m:t>t</m:t>
                    </m:r>
                    <m:r>
                      <m:t>i</m:t>
                    </m:r>
                    <m:r>
                      <m:t>s</m:t>
                    </m:r>
                    <m:r>
                      <m:t>m</m:t>
                    </m:r>
                    <m:r>
                      <m:t>a</m:t>
                    </m:r>
                    <m:r>
                      <m:t>d</m:t>
                    </m:r>
                    <m:r>
                      <m:t>e</m:t>
                    </m:r>
                    <m:r>
                      <m:t>u</m:t>
                    </m:r>
                    <m:r>
                      <m:t>p</m:t>
                    </m:r>
                    <m:r>
                      <m:t>o</m:t>
                    </m:r>
                    <m:r>
                      <m:t>f</m:t>
                    </m:r>
                    <m:r>
                      <m:t>p</m:t>
                    </m:r>
                    <m:r>
                      <m:t>a</m:t>
                    </m:r>
                    <m:r>
                      <m:t>c</m:t>
                    </m:r>
                    <m:r>
                      <m:t>k</m:t>
                    </m:r>
                    <m:r>
                      <m:t>e</m:t>
                    </m:r>
                    <m:r>
                      <m:t>t</m:t>
                    </m:r>
                    <m:r>
                      <m:t>o</m:t>
                    </m:r>
                    <m:r>
                      <m:t>f</m:t>
                    </m:r>
                    <m:r>
                      <m:t>e</m:t>
                    </m:r>
                    <m:r>
                      <m:t>n</m:t>
                    </m:r>
                    <m:r>
                      <m:t>e</m:t>
                    </m:r>
                    <m:r>
                      <m:t>r</m:t>
                    </m:r>
                    <m:r>
                      <m:t>g</m:t>
                    </m:r>
                    <m:r>
                      <m:t>y</m:t>
                    </m:r>
                    <m:r>
                      <m:t>c</m:t>
                    </m:r>
                    <m:r>
                      <m:t>a</m:t>
                    </m:r>
                    <m:r>
                      <m:t>l</m:t>
                    </m:r>
                    <m:r>
                      <m:t>l</m:t>
                    </m:r>
                    <m:r>
                      <m:t>e</m:t>
                    </m:r>
                    <m:sSub>
                      <m:e>
                        <m:r>
                          <m:t>d</m:t>
                        </m:r>
                      </m:e>
                      <m:sub>
                        <m:sSub>
                          <m:e>
                            <m:r>
                              <m:t>​</m:t>
                            </m:r>
                          </m:e>
                          <m:sub>
                            <m:sSub>
                              <m:e>
                                <m:r>
                                  <m:t>​</m:t>
                                </m:r>
                              </m:e>
                              <m:sub>
                                <m:sSub>
                                  <m:e>
                                    <m:r>
                                      <m:t>​</m:t>
                                    </m:r>
                                  </m:e>
                                  <m:sub>
                                    <m:sSub>
                                      <m:e>
                                        <m:r>
                                          <m:t>​</m:t>
                                        </m:r>
                                      </m:e>
                                      <m:sub>
                                        <m:sSub>
                                          <m:e>
                                            <m:r>
                                              <m:t>​</m:t>
                                            </m:r>
                                          </m:e>
                                          <m:sub>
                                            <m:r>
                                              <m:rPr>
                                                <m:sty m:val="p"/>
                                              </m:rPr>
                                              <m:t>.</m:t>
                                            </m:r>
                                          </m:sub>
                                        </m:sSub>
                                      </m:sub>
                                    </m:sSub>
                                  </m:sub>
                                </m:sSub>
                              </m:sub>
                            </m:sSub>
                          </m:sub>
                        </m:sSub>
                      </m:sub>
                    </m:sSub>
                  </m:oMath>
                </a14:m>
              </mc:Choice>
            </mc:AlternateContent>
            <a:r>
              <a:rPr lang="en-US" sz="1800" b="1">
                <a:solidFill>
                  <a:srgbClr val="FAD02C"/>
                </a:solidFill>
                <a:latin typeface="Arial"/>
              </a:rPr>
              <a: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886968"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722376" cy="402336"/>
          </a:xfrm>
          <a:prstGeom prst="rect">
            <a:avLst/>
          </a:prstGeom>
          <a:noFill/>
        </p:spPr>
        <p:txBody>
          <a:bodyPr wrap="none" anchor="ctr" lIns="0" rIns="0" tIns="0" bIns="0">
            <a:spAutoFit/>
          </a:bodyPr>
          <a:lstStyle/>
          <a:p>
            <a:pPr algn="l"/>
            <a:r>
              <a:rPr sz="1500" b="1">
                <a:solidFill>
                  <a:srgbClr val="FAD02C"/>
                </a:solidFill>
                <a:latin typeface="Arial"/>
              </a:rPr>
              <a:t>2025-1</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defRPr sz="1800" b="1">
                <a:solidFill>
                  <a:srgbClr val="FAD02C"/>
                </a:solidFill>
                <a:latin typeface="Arial"/>
              </a:defRPr>
            </a:pPr>
            <mc:AlternateContent xmlns:mc="http://schemas.openxmlformats.org/markup-compatibility/2006" xmlns:a14="http://schemas.microsoft.com/office/drawing/2010/main">
              <mc:Choice Requires="a14">
                <a14:m>
                  <m:oMath xmlns:m="http://schemas.openxmlformats.org/officeDocument/2006/math">
                    <m:r>
                      <m:t>P</m:t>
                    </m:r>
                    <m:r>
                      <m:t>h</m:t>
                    </m:r>
                    <m:r>
                      <m:t>o</m:t>
                    </m:r>
                    <m:r>
                      <m:t>t</m:t>
                    </m:r>
                    <m:r>
                      <m:t>o</m:t>
                    </m:r>
                    <m:r>
                      <m:t>e</m:t>
                    </m:r>
                    <m:r>
                      <m:t>l</m:t>
                    </m:r>
                    <m:r>
                      <m:t>e</m:t>
                    </m:r>
                    <m:r>
                      <m:t>c</m:t>
                    </m:r>
                    <m:r>
                      <m:t>t</m:t>
                    </m:r>
                    <m:r>
                      <m:t>r</m:t>
                    </m:r>
                    <m:r>
                      <m:t>i</m:t>
                    </m:r>
                    <m:r>
                      <m:t>c</m:t>
                    </m:r>
                    <m:r>
                      <m:t>e</m:t>
                    </m:r>
                    <m:r>
                      <m:t>f</m:t>
                    </m:r>
                    <m:r>
                      <m:t>f</m:t>
                    </m:r>
                    <m:r>
                      <m:t>e</m:t>
                    </m:r>
                    <m:r>
                      <m:t>c</m:t>
                    </m:r>
                    <m:r>
                      <m:t>t</m:t>
                    </m:r>
                    <m:r>
                      <m:t>i</m:t>
                    </m:r>
                    <m:r>
                      <m:t>s</m:t>
                    </m:r>
                    <m:r>
                      <m:t>a</m:t>
                    </m:r>
                    <m:r>
                      <m:rPr>
                        <m:sty m:val="p"/>
                      </m:rPr>
                      <m:t>/</m:t>
                    </m:r>
                    <m:r>
                      <m:t>a</m:t>
                    </m:r>
                    <m:sSub>
                      <m:e>
                        <m:r>
                          <m:t>n</m:t>
                        </m:r>
                      </m:e>
                      <m:sub>
                        <m:sSub>
                          <m:e>
                            <m:r>
                              <m:t>​</m:t>
                            </m:r>
                          </m:e>
                          <m:sub>
                            <m:sSub>
                              <m:e>
                                <m:r>
                                  <m:t>​</m:t>
                                </m:r>
                              </m:e>
                              <m:sub>
                                <m:sSub>
                                  <m:e>
                                    <m:r>
                                      <m:t>​</m:t>
                                    </m:r>
                                  </m:e>
                                  <m:sub>
                                    <m:sSub>
                                      <m:e>
                                        <m:r>
                                          <m:t>​</m:t>
                                        </m:r>
                                      </m:e>
                                      <m:sub>
                                        <m:sSub>
                                          <m:e>
                                            <m:r>
                                              <m:t>​</m:t>
                                            </m:r>
                                          </m:e>
                                          <m:sub>
                                            <m:sSub>
                                              <m:e>
                                                <m:r>
                                                  <m:t>​</m:t>
                                                </m:r>
                                              </m:e>
                                              <m:sub>
                                                <m:sSub>
                                                  <m:e>
                                                    <m:r>
                                                      <m:t>​</m:t>
                                                    </m:r>
                                                  </m:e>
                                                  <m:sub>
                                                    <m:sSub>
                                                      <m:e>
                                                        <m:r>
                                                          <m:t>​</m:t>
                                                        </m:r>
                                                      </m:e>
                                                      <m:sub>
                                                        <m:sSub>
                                                          <m:e>
                                                            <m:r>
                                                              <m:t>​</m:t>
                                                            </m:r>
                                                          </m:e>
                                                          <m:sub>
                                                            <m:sSub>
                                                              <m:e>
                                                                <m:r>
                                                                  <m:t>​</m:t>
                                                                </m:r>
                                                              </m:e>
                                                              <m:sub>
                                                                <m:sSub>
                                                                  <m:e>
                                                                    <m:r>
                                                                      <m:t>​</m:t>
                                                                    </m:r>
                                                                  </m:e>
                                                                  <m:sub>
                                                                    <m:sSub>
                                                                      <m:e>
                                                                        <m:r>
                                                                          <m:t>​</m:t>
                                                                        </m:r>
                                                                      </m:e>
                                                                      <m:sub>
                                                                        <m:r>
                                                                          <m:t>e</m:t>
                                                                        </m:r>
                                                                      </m:sub>
                                                                    </m:sSub>
                                                                  </m:sub>
                                                                </m:sSub>
                                                              </m:sub>
                                                            </m:sSub>
                                                          </m:sub>
                                                        </m:sSub>
                                                      </m:sub>
                                                    </m:sSub>
                                                  </m:sub>
                                                </m:sSub>
                                              </m:sub>
                                            </m:sSub>
                                          </m:sub>
                                        </m:sSub>
                                      </m:sub>
                                    </m:sSub>
                                  </m:sub>
                                </m:sSub>
                              </m:sub>
                            </m:sSub>
                          </m:sub>
                        </m:sSub>
                      </m:sub>
                    </m:sSub>
                    <m:r>
                      <m:t>f</m:t>
                    </m:r>
                    <m:r>
                      <m:t>f</m:t>
                    </m:r>
                    <m:r>
                      <m:t>e</m:t>
                    </m:r>
                    <m:r>
                      <m:t>c</m:t>
                    </m:r>
                    <m:r>
                      <m:t>t</m:t>
                    </m:r>
                    <m:r>
                      <m:rPr>
                        <m:sty m:val="p"/>
                      </m:rPr>
                      <m:t>.</m:t>
                    </m:r>
                  </m:oMath>
                </a14:m>
              </mc:Choice>
            </mc:AlternateContent>
            <a:r>
              <a:rPr lang="en-US" sz="1800" b="1">
                <a:solidFill>
                  <a:srgbClr val="FAD02C"/>
                </a:solidFill>
                <a:latin typeface="Arial"/>
              </a:rPr>
              <a: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923544"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758952" cy="402336"/>
          </a:xfrm>
          <a:prstGeom prst="rect">
            <a:avLst/>
          </a:prstGeom>
          <a:noFill/>
        </p:spPr>
        <p:txBody>
          <a:bodyPr wrap="none" anchor="ctr" lIns="0" rIns="0" tIns="0" bIns="0">
            <a:spAutoFit/>
          </a:bodyPr>
          <a:lstStyle/>
          <a:p>
            <a:pPr algn="l"/>
            <a:r>
              <a:rPr sz="1500" b="1">
                <a:solidFill>
                  <a:srgbClr val="FAD02C"/>
                </a:solidFill>
                <a:latin typeface="Arial"/>
              </a:rPr>
              <a:t>2026-2</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defRPr sz="1800" b="1">
                <a:solidFill>
                  <a:srgbClr val="FAD02C"/>
                </a:solidFill>
                <a:latin typeface="Arial"/>
              </a:defRPr>
            </a:pPr>
            <mc:AlternateContent xmlns:mc="http://schemas.openxmlformats.org/markup-compatibility/2006" xmlns:a14="http://schemas.microsoft.com/office/drawing/2010/main">
              <mc:Choice Requires="a14">
                <a14:m>
                  <m:oMath xmlns:m="http://schemas.openxmlformats.org/officeDocument/2006/math">
                    <m:r>
                      <m:t>T</m:t>
                    </m:r>
                    <m:r>
                      <m:t>h</m:t>
                    </m:r>
                    <m:r>
                      <m:t>e</m:t>
                    </m:r>
                    <m:r>
                      <m:t>t</m:t>
                    </m:r>
                    <m:r>
                      <m:t>i</m:t>
                    </m:r>
                    <m:r>
                      <m:t>n</m:t>
                    </m:r>
                    <m:r>
                      <m:t>y</m:t>
                    </m:r>
                    <m:r>
                      <m:t>p</m:t>
                    </m:r>
                    <m:r>
                      <m:t>a</m:t>
                    </m:r>
                    <m:r>
                      <m:t>c</m:t>
                    </m:r>
                    <m:r>
                      <m:t>k</m:t>
                    </m:r>
                    <m:r>
                      <m:t>e</m:t>
                    </m:r>
                    <m:r>
                      <m:t>t</m:t>
                    </m:r>
                    <m:r>
                      <m:t>o</m:t>
                    </m:r>
                    <m:r>
                      <m:t>f</m:t>
                    </m:r>
                    <m:r>
                      <m:t>e</m:t>
                    </m:r>
                    <m:r>
                      <m:t>n</m:t>
                    </m:r>
                    <m:r>
                      <m:t>e</m:t>
                    </m:r>
                    <m:r>
                      <m:t>r</m:t>
                    </m:r>
                    <m:r>
                      <m:t>g</m:t>
                    </m:r>
                    <m:r>
                      <m:t>y</m:t>
                    </m:r>
                    <m:r>
                      <m:t>o</m:t>
                    </m:r>
                    <m:r>
                      <m:t>f</m:t>
                    </m:r>
                    <m:r>
                      <m:t>l</m:t>
                    </m:r>
                    <m:r>
                      <m:t>i</m:t>
                    </m:r>
                    <m:r>
                      <m:t>g</m:t>
                    </m:r>
                    <m:r>
                      <m:t>h</m:t>
                    </m:r>
                    <m:r>
                      <m:t>t</m:t>
                    </m:r>
                    <m:r>
                      <m:t>i</m:t>
                    </m:r>
                    <m:r>
                      <m:t>s</m:t>
                    </m:r>
                    <m:r>
                      <m:t>c</m:t>
                    </m:r>
                    <m:r>
                      <m:t>a</m:t>
                    </m:r>
                    <m:r>
                      <m:t>l</m:t>
                    </m:r>
                    <m:r>
                      <m:t>l</m:t>
                    </m:r>
                    <m:r>
                      <m:t>e</m:t>
                    </m:r>
                    <m:sSub>
                      <m:e>
                        <m:r>
                          <m:t>d</m:t>
                        </m:r>
                      </m:e>
                      <m:sub>
                        <m:sSub>
                          <m:e>
                            <m:r>
                              <m:t>​</m:t>
                            </m:r>
                          </m:e>
                          <m:sub>
                            <m:sSub>
                              <m:e>
                                <m:r>
                                  <m:t>​</m:t>
                                </m:r>
                              </m:e>
                              <m:sub>
                                <m:sSub>
                                  <m:e>
                                    <m:r>
                                      <m:t>​</m:t>
                                    </m:r>
                                  </m:e>
                                  <m:sub>
                                    <m:sSub>
                                      <m:e>
                                        <m:r>
                                          <m:t>​</m:t>
                                        </m:r>
                                      </m:e>
                                      <m:sub>
                                        <m:sSub>
                                          <m:e>
                                            <m:r>
                                              <m:t>​</m:t>
                                            </m:r>
                                          </m:e>
                                          <m:sub>
                                            <m:sSub>
                                              <m:e>
                                                <m:r>
                                                  <m:t>​</m:t>
                                                </m:r>
                                              </m:e>
                                              <m:sub>
                                                <m:sSub>
                                                  <m:e>
                                                    <m:r>
                                                      <m:t>​</m:t>
                                                    </m:r>
                                                  </m:e>
                                                  <m:sub>
                                                    <m:r>
                                                      <m:rPr>
                                                        <m:sty m:val="p"/>
                                                      </m:rPr>
                                                      <m:t>.</m:t>
                                                    </m:r>
                                                  </m:sub>
                                                </m:sSub>
                                              </m:sub>
                                            </m:sSub>
                                          </m:sub>
                                        </m:sSub>
                                      </m:sub>
                                    </m:sSub>
                                  </m:sub>
                                </m:sSub>
                              </m:sub>
                            </m:sSub>
                          </m:sub>
                        </m:sSub>
                      </m:sub>
                    </m:sSub>
                  </m:oMath>
                </a14:m>
              </mc:Choice>
            </mc:AlternateContent>
            <a:r>
              <a:rPr lang="en-US" sz="1800" b="1">
                <a:solidFill>
                  <a:srgbClr val="FAD02C"/>
                </a:solidFill>
                <a:latin typeface="Arial"/>
              </a:rPr>
              <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722376"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557784" cy="402336"/>
          </a:xfrm>
          <a:prstGeom prst="rect">
            <a:avLst/>
          </a:prstGeom>
          <a:noFill/>
        </p:spPr>
        <p:txBody>
          <a:bodyPr wrap="none" anchor="ctr" lIns="0" rIns="0" tIns="0" bIns="0">
            <a:spAutoFit/>
          </a:bodyPr>
          <a:lstStyle/>
          <a:p>
            <a:pPr algn="l"/>
            <a:r>
              <a:rPr sz="1500" b="1">
                <a:solidFill>
                  <a:srgbClr val="FAD02C"/>
                </a:solidFill>
                <a:latin typeface="Arial"/>
              </a:rPr>
              <a:t>2015</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What is the conclusion of Davison and Germar experiment on the nature of electron?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722376"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557784" cy="402336"/>
          </a:xfrm>
          <a:prstGeom prst="rect">
            <a:avLst/>
          </a:prstGeom>
          <a:noFill/>
        </p:spPr>
        <p:txBody>
          <a:bodyPr wrap="none" anchor="ctr" lIns="0" rIns="0" tIns="0" bIns="0">
            <a:spAutoFit/>
          </a:bodyPr>
          <a:lstStyle/>
          <a:p>
            <a:pPr algn="l"/>
            <a:r>
              <a:rPr sz="1500" b="1">
                <a:solidFill>
                  <a:srgbClr val="FAD02C"/>
                </a:solidFill>
                <a:latin typeface="Arial"/>
              </a:rPr>
              <a:t>2019</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Mention any one type of electron emission.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822960"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658368" cy="402336"/>
          </a:xfrm>
          <a:prstGeom prst="rect">
            <a:avLst/>
          </a:prstGeom>
          <a:noFill/>
        </p:spPr>
        <p:txBody>
          <a:bodyPr wrap="none" anchor="ctr" lIns="0" rIns="0" tIns="0" bIns="0">
            <a:spAutoFit/>
          </a:bodyPr>
          <a:lstStyle/>
          <a:p>
            <a:pPr algn="l"/>
            <a:r>
              <a:rPr sz="1500" b="1">
                <a:solidFill>
                  <a:srgbClr val="FAD02C"/>
                </a:solidFill>
                <a:latin typeface="Arial"/>
              </a:rPr>
              <a:t>2019S</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What is the rest mass of photon?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850392"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685800" cy="402336"/>
          </a:xfrm>
          <a:prstGeom prst="rect">
            <a:avLst/>
          </a:prstGeom>
          <a:noFill/>
        </p:spPr>
        <p:txBody>
          <a:bodyPr wrap="none" anchor="ctr" lIns="0" rIns="0" tIns="0" bIns="0">
            <a:spAutoFit/>
          </a:bodyPr>
          <a:lstStyle/>
          <a:p>
            <a:pPr algn="l"/>
            <a:r>
              <a:rPr sz="1500" b="1">
                <a:solidFill>
                  <a:srgbClr val="FAD02C"/>
                </a:solidFill>
                <a:latin typeface="Arial"/>
              </a:rPr>
              <a:t>2021M</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How does the stopping potential of a photosensitive material vary with intensity of incident radiation?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850392"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685800" cy="402336"/>
          </a:xfrm>
          <a:prstGeom prst="rect">
            <a:avLst/>
          </a:prstGeom>
          <a:noFill/>
        </p:spPr>
        <p:txBody>
          <a:bodyPr wrap="none" anchor="ctr" lIns="0" rIns="0" tIns="0" bIns="0">
            <a:spAutoFit/>
          </a:bodyPr>
          <a:lstStyle/>
          <a:p>
            <a:pPr algn="l"/>
            <a:r>
              <a:rPr sz="1500" b="1">
                <a:solidFill>
                  <a:srgbClr val="FAD02C"/>
                </a:solidFill>
                <a:latin typeface="Arial"/>
              </a:rPr>
              <a:t>2021M</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Write the expression for the de Broglie wavelength of a particle of mass m moving with a speed v.</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722376"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557784" cy="402336"/>
          </a:xfrm>
          <a:prstGeom prst="rect">
            <a:avLst/>
          </a:prstGeom>
          <a:noFill/>
        </p:spPr>
        <p:txBody>
          <a:bodyPr wrap="none" anchor="ctr" lIns="0" rIns="0" tIns="0" bIns="0">
            <a:spAutoFit/>
          </a:bodyPr>
          <a:lstStyle/>
          <a:p>
            <a:pPr algn="l"/>
            <a:r>
              <a:rPr sz="1500" b="1">
                <a:solidFill>
                  <a:srgbClr val="FAD02C"/>
                </a:solidFill>
                <a:latin typeface="Arial"/>
              </a:rPr>
              <a:t>2014</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Write any two types of electron emission?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722376"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557784" cy="402336"/>
          </a:xfrm>
          <a:prstGeom prst="rect">
            <a:avLst/>
          </a:prstGeom>
          <a:noFill/>
        </p:spPr>
        <p:txBody>
          <a:bodyPr wrap="none" anchor="ctr" lIns="0" rIns="0" tIns="0" bIns="0">
            <a:spAutoFit/>
          </a:bodyPr>
          <a:lstStyle/>
          <a:p>
            <a:pPr algn="l"/>
            <a:r>
              <a:rPr sz="1500" b="1">
                <a:solidFill>
                  <a:srgbClr val="FAD02C"/>
                </a:solidFill>
                <a:latin typeface="Arial"/>
              </a:rPr>
              <a:t>2015</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Mention two applications of infrared radiation.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822960"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658368" cy="402336"/>
          </a:xfrm>
          <a:prstGeom prst="rect">
            <a:avLst/>
          </a:prstGeom>
          <a:noFill/>
        </p:spPr>
        <p:txBody>
          <a:bodyPr wrap="none" anchor="ctr" lIns="0" rIns="0" tIns="0" bIns="0">
            <a:spAutoFit/>
          </a:bodyPr>
          <a:lstStyle/>
          <a:p>
            <a:pPr algn="l"/>
            <a:r>
              <a:rPr sz="1500" b="1">
                <a:solidFill>
                  <a:srgbClr val="FAD02C"/>
                </a:solidFill>
                <a:latin typeface="Arial"/>
              </a:rPr>
              <a:t>2016S</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Define:
Photoelectric work function
Electron volt(ev)</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822960"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658368" cy="402336"/>
          </a:xfrm>
          <a:prstGeom prst="rect">
            <a:avLst/>
          </a:prstGeom>
          <a:noFill/>
        </p:spPr>
        <p:txBody>
          <a:bodyPr wrap="none" anchor="ctr" lIns="0" rIns="0" tIns="0" bIns="0">
            <a:spAutoFit/>
          </a:bodyPr>
          <a:lstStyle/>
          <a:p>
            <a:pPr algn="l"/>
            <a:r>
              <a:rPr sz="1500" b="1">
                <a:solidFill>
                  <a:srgbClr val="FAD02C"/>
                </a:solidFill>
                <a:latin typeface="Arial"/>
              </a:rPr>
              <a:t>2017S</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What are De-Broglie Waves? How does the De-Broglie wavelength vary with momentum of moving particle?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722376"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557784" cy="402336"/>
          </a:xfrm>
          <a:prstGeom prst="rect">
            <a:avLst/>
          </a:prstGeom>
          <a:noFill/>
        </p:spPr>
        <p:txBody>
          <a:bodyPr wrap="none" anchor="ctr" lIns="0" rIns="0" tIns="0" bIns="0">
            <a:spAutoFit/>
          </a:bodyPr>
          <a:lstStyle/>
          <a:p>
            <a:pPr algn="l"/>
            <a:r>
              <a:rPr sz="1500" b="1">
                <a:solidFill>
                  <a:srgbClr val="FAD02C"/>
                </a:solidFill>
                <a:latin typeface="Arial"/>
              </a:rPr>
              <a:t>2019</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Write the expression for de-Broglie wave length of electrons in terms of electric potential and explain the terms used.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758952"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594359" cy="402336"/>
          </a:xfrm>
          <a:prstGeom prst="rect">
            <a:avLst/>
          </a:prstGeom>
          <a:noFill/>
        </p:spPr>
        <p:txBody>
          <a:bodyPr wrap="none" anchor="ctr" lIns="0" rIns="0" tIns="0" bIns="0">
            <a:spAutoFit/>
          </a:bodyPr>
          <a:lstStyle/>
          <a:p>
            <a:pPr algn="l"/>
            <a:r>
              <a:rPr sz="1500" b="1">
                <a:solidFill>
                  <a:srgbClr val="FAD02C"/>
                </a:solidFill>
                <a:latin typeface="Arial"/>
              </a:rPr>
              <a:t>2020</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An alpha particle, a proton and an electron are moving with equal kinetic energy. Which one of these particles has the longest de Broglie wavelength? Give reason.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722376"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557784" cy="402336"/>
          </a:xfrm>
          <a:prstGeom prst="rect">
            <a:avLst/>
          </a:prstGeom>
          <a:noFill/>
        </p:spPr>
        <p:txBody>
          <a:bodyPr wrap="none" anchor="ctr" lIns="0" rIns="0" tIns="0" bIns="0">
            <a:spAutoFit/>
          </a:bodyPr>
          <a:lstStyle/>
          <a:p>
            <a:pPr algn="l"/>
            <a:r>
              <a:rPr sz="1500" b="1">
                <a:solidFill>
                  <a:srgbClr val="FAD02C"/>
                </a:solidFill>
                <a:latin typeface="Arial"/>
              </a:rPr>
              <a:t>2014</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Give three characteristics of photon.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822960"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658368" cy="402336"/>
          </a:xfrm>
          <a:prstGeom prst="rect">
            <a:avLst/>
          </a:prstGeom>
          <a:noFill/>
        </p:spPr>
        <p:txBody>
          <a:bodyPr wrap="none" anchor="ctr" lIns="0" rIns="0" tIns="0" bIns="0">
            <a:spAutoFit/>
          </a:bodyPr>
          <a:lstStyle/>
          <a:p>
            <a:pPr algn="l"/>
            <a:r>
              <a:rPr sz="1500" b="1">
                <a:solidFill>
                  <a:srgbClr val="FAD02C"/>
                </a:solidFill>
                <a:latin typeface="Arial"/>
              </a:rPr>
              <a:t>2016S</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What are matter waves? Write the expression for De-Broglie wavelength of a particle and explain the terms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2551176"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2386584" cy="402336"/>
          </a:xfrm>
          <a:prstGeom prst="rect">
            <a:avLst/>
          </a:prstGeom>
          <a:noFill/>
        </p:spPr>
        <p:txBody>
          <a:bodyPr wrap="none" anchor="ctr" lIns="0" rIns="0" tIns="0" bIns="0">
            <a:spAutoFit/>
          </a:bodyPr>
          <a:lstStyle/>
          <a:p>
            <a:pPr algn="l"/>
            <a:r>
              <a:rPr sz="1500" b="1">
                <a:solidFill>
                  <a:srgbClr val="FAD02C"/>
                </a:solidFill>
                <a:latin typeface="Arial"/>
              </a:rPr>
              <a:t>2016,2018S,2025-3,2026-1</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Write the experimental observations of photo electric effect.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822960"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658368" cy="402336"/>
          </a:xfrm>
          <a:prstGeom prst="rect">
            <a:avLst/>
          </a:prstGeom>
          <a:noFill/>
        </p:spPr>
        <p:txBody>
          <a:bodyPr wrap="none" anchor="ctr" lIns="0" rIns="0" tIns="0" bIns="0">
            <a:spAutoFit/>
          </a:bodyPr>
          <a:lstStyle/>
          <a:p>
            <a:pPr algn="l"/>
            <a:r>
              <a:rPr sz="1500" b="1">
                <a:solidFill>
                  <a:srgbClr val="FAD02C"/>
                </a:solidFill>
                <a:latin typeface="Arial"/>
              </a:rPr>
              <a:t>2017S</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Define the terms: a) Threshold frequency b) Work function c) Stopping potential</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822960"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658368" cy="402336"/>
          </a:xfrm>
          <a:prstGeom prst="rect">
            <a:avLst/>
          </a:prstGeom>
          <a:noFill/>
        </p:spPr>
        <p:txBody>
          <a:bodyPr wrap="none" anchor="ctr" lIns="0" rIns="0" tIns="0" bIns="0">
            <a:spAutoFit/>
          </a:bodyPr>
          <a:lstStyle/>
          <a:p>
            <a:pPr algn="l"/>
            <a:r>
              <a:rPr sz="1500" b="1">
                <a:solidFill>
                  <a:srgbClr val="FAD02C"/>
                </a:solidFill>
                <a:latin typeface="Arial"/>
              </a:rPr>
              <a:t>2018S</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Calculate de Broglie wavelength associated with an electron moving with a speed of 2 × 105 ms-1. Given h = 6.625 × 10-34 JS, m = 9.11 × 10-31 kg.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1170432"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1005840" cy="402336"/>
          </a:xfrm>
          <a:prstGeom prst="rect">
            <a:avLst/>
          </a:prstGeom>
          <a:noFill/>
        </p:spPr>
        <p:txBody>
          <a:bodyPr wrap="none" anchor="ctr" lIns="0" rIns="0" tIns="0" bIns="0">
            <a:spAutoFit/>
          </a:bodyPr>
          <a:lstStyle/>
          <a:p>
            <a:pPr algn="l"/>
            <a:r>
              <a:rPr sz="1500" b="1">
                <a:solidFill>
                  <a:srgbClr val="FAD02C"/>
                </a:solidFill>
                <a:latin typeface="Arial"/>
              </a:rPr>
              <a:t>2017,2019</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Write any three experimental observations of photoelectric effect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822960"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658368" cy="402336"/>
          </a:xfrm>
          <a:prstGeom prst="rect">
            <a:avLst/>
          </a:prstGeom>
          <a:noFill/>
        </p:spPr>
        <p:txBody>
          <a:bodyPr wrap="none" anchor="ctr" lIns="0" rIns="0" tIns="0" bIns="0">
            <a:spAutoFit/>
          </a:bodyPr>
          <a:lstStyle/>
          <a:p>
            <a:pPr algn="l"/>
            <a:r>
              <a:rPr sz="1500" b="1">
                <a:solidFill>
                  <a:srgbClr val="FAD02C"/>
                </a:solidFill>
                <a:latin typeface="Arial"/>
              </a:rPr>
              <a:t>2019S</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Name the three types of electron Emission.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758952"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594359" cy="402336"/>
          </a:xfrm>
          <a:prstGeom prst="rect">
            <a:avLst/>
          </a:prstGeom>
          <a:noFill/>
        </p:spPr>
        <p:txBody>
          <a:bodyPr wrap="none" anchor="ctr" lIns="0" rIns="0" tIns="0" bIns="0">
            <a:spAutoFit/>
          </a:bodyPr>
          <a:lstStyle/>
          <a:p>
            <a:pPr algn="l"/>
            <a:r>
              <a:rPr sz="1500" b="1">
                <a:solidFill>
                  <a:srgbClr val="FAD02C"/>
                </a:solidFill>
                <a:latin typeface="Arial"/>
              </a:rPr>
              <a:t>2020</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Define work function. Write Einstein’s photoelectric equation and explain the terms.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758952"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594359" cy="402336"/>
          </a:xfrm>
          <a:prstGeom prst="rect">
            <a:avLst/>
          </a:prstGeom>
          <a:noFill/>
        </p:spPr>
        <p:txBody>
          <a:bodyPr wrap="none" anchor="ctr" lIns="0" rIns="0" tIns="0" bIns="0">
            <a:spAutoFit/>
          </a:bodyPr>
          <a:lstStyle/>
          <a:p>
            <a:pPr algn="l"/>
            <a:r>
              <a:rPr sz="1500" b="1">
                <a:solidFill>
                  <a:srgbClr val="FAD02C"/>
                </a:solidFill>
                <a:latin typeface="Arial"/>
              </a:rPr>
              <a:t>2025</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Deduce an expression for total energy of electron in an orbit of hydrogen atom in terms of radius of orbit.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1335024"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1170432" cy="402336"/>
          </a:xfrm>
          <a:prstGeom prst="rect">
            <a:avLst/>
          </a:prstGeom>
          <a:noFill/>
        </p:spPr>
        <p:txBody>
          <a:bodyPr wrap="none" anchor="ctr" lIns="0" rIns="0" tIns="0" bIns="0">
            <a:spAutoFit/>
          </a:bodyPr>
          <a:lstStyle/>
          <a:p>
            <a:pPr algn="l"/>
            <a:r>
              <a:rPr sz="1500" b="1">
                <a:solidFill>
                  <a:srgbClr val="FAD02C"/>
                </a:solidFill>
                <a:latin typeface="Arial"/>
              </a:rPr>
              <a:t>2015,2024-1</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Write Einstein’s equation of photoelectric effect. Give Einstein’s explanation of photoelectric effect.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pic>
        <p:nvPicPr>
          <p:cNvPr id="2" name="Picture 1"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3" name="TextBox 2"/>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Explain Hallwach’s and Lenard’s observations on photoelectric effect.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822960"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658368" cy="402336"/>
          </a:xfrm>
          <a:prstGeom prst="rect">
            <a:avLst/>
          </a:prstGeom>
          <a:noFill/>
        </p:spPr>
        <p:txBody>
          <a:bodyPr wrap="none" anchor="ctr" lIns="0" rIns="0" tIns="0" bIns="0">
            <a:spAutoFit/>
          </a:bodyPr>
          <a:lstStyle/>
          <a:p>
            <a:pPr algn="l"/>
            <a:r>
              <a:rPr sz="1500" b="1">
                <a:solidFill>
                  <a:srgbClr val="FAD02C"/>
                </a:solidFill>
                <a:latin typeface="Arial"/>
              </a:rPr>
              <a:t>2015S</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Define:
Work function
Threshold frequency
Stopping potential.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722376"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557784" cy="402336"/>
          </a:xfrm>
          <a:prstGeom prst="rect">
            <a:avLst/>
          </a:prstGeom>
          <a:noFill/>
        </p:spPr>
        <p:txBody>
          <a:bodyPr wrap="none" anchor="ctr" lIns="0" rIns="0" tIns="0" bIns="0">
            <a:spAutoFit/>
          </a:bodyPr>
          <a:lstStyle/>
          <a:p>
            <a:pPr algn="l"/>
            <a:r>
              <a:rPr sz="1500" b="1">
                <a:solidFill>
                  <a:srgbClr val="FAD02C"/>
                </a:solidFill>
                <a:latin typeface="Arial"/>
              </a:rPr>
              <a:t>2016</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Write the experimental observations of photo electric effect.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1417320"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1252728" cy="402336"/>
          </a:xfrm>
          <a:prstGeom prst="rect">
            <a:avLst/>
          </a:prstGeom>
          <a:noFill/>
        </p:spPr>
        <p:txBody>
          <a:bodyPr wrap="none" anchor="ctr" lIns="0" rIns="0" tIns="0" bIns="0">
            <a:spAutoFit/>
          </a:bodyPr>
          <a:lstStyle/>
          <a:p>
            <a:pPr algn="l"/>
            <a:r>
              <a:rPr sz="1500" b="1">
                <a:solidFill>
                  <a:srgbClr val="FAD02C"/>
                </a:solidFill>
                <a:latin typeface="Arial"/>
              </a:rPr>
              <a:t>2022,2024-3</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What is photoelectric effect? Write experimental observations of photoelectric effect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758952"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594359" cy="402336"/>
          </a:xfrm>
          <a:prstGeom prst="rect">
            <a:avLst/>
          </a:prstGeom>
          <a:noFill/>
        </p:spPr>
        <p:txBody>
          <a:bodyPr wrap="none" anchor="ctr" lIns="0" rIns="0" tIns="0" bIns="0">
            <a:spAutoFit/>
          </a:bodyPr>
          <a:lstStyle/>
          <a:p>
            <a:pPr algn="l"/>
            <a:r>
              <a:rPr sz="1500" b="1">
                <a:solidFill>
                  <a:srgbClr val="FAD02C"/>
                </a:solidFill>
                <a:latin typeface="Arial"/>
              </a:rPr>
              <a:t>2023</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(i) Give Einstein's explanation of photoelectric effect.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pic>
        <p:nvPicPr>
          <p:cNvPr id="2" name="Picture 1"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3" name="TextBox 2"/>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(ii) Mention any two properties of photons.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1417320"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1252728" cy="402336"/>
          </a:xfrm>
          <a:prstGeom prst="rect">
            <a:avLst/>
          </a:prstGeom>
          <a:noFill/>
        </p:spPr>
        <p:txBody>
          <a:bodyPr wrap="none" anchor="ctr" lIns="0" rIns="0" tIns="0" bIns="0">
            <a:spAutoFit/>
          </a:bodyPr>
          <a:lstStyle/>
          <a:p>
            <a:pPr algn="l"/>
            <a:r>
              <a:rPr sz="1500" b="1">
                <a:solidFill>
                  <a:srgbClr val="FAD02C"/>
                </a:solidFill>
                <a:latin typeface="Arial"/>
              </a:rPr>
              <a:t>2023,2024-2</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a) What is meant by photoelectric effect? (b) Mention any two experimental observations of photoelectric effect.
(c) Write Einstein's photoelectric equation and explain the terms.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1316736"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1152144" cy="402336"/>
          </a:xfrm>
          <a:prstGeom prst="rect">
            <a:avLst/>
          </a:prstGeom>
          <a:noFill/>
        </p:spPr>
        <p:txBody>
          <a:bodyPr wrap="none" anchor="ctr" lIns="0" rIns="0" tIns="0" bIns="0">
            <a:spAutoFit/>
          </a:bodyPr>
          <a:lstStyle/>
          <a:p>
            <a:pPr algn="l"/>
            <a:r>
              <a:rPr sz="1500" b="1">
                <a:solidFill>
                  <a:srgbClr val="FAD02C"/>
                </a:solidFill>
                <a:latin typeface="Arial"/>
              </a:rPr>
              <a:t>2014S,2025</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The work function of cesium metal is 2.14 ev. When light of frequency 6 × 1014 Hz is incident on the metal surface, photoemission of electrons occurs. Find
Energy of incident photons
Maximum kinetic energy of photoelectrons.
Given, Planck’s constant h = 6.63 × 10-34 Js, 1 ev = 1.6 × 10-19</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722376"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557784" cy="402336"/>
          </a:xfrm>
          <a:prstGeom prst="rect">
            <a:avLst/>
          </a:prstGeom>
          <a:noFill/>
        </p:spPr>
        <p:txBody>
          <a:bodyPr wrap="none" anchor="ctr" lIns="0" rIns="0" tIns="0" bIns="0">
            <a:spAutoFit/>
          </a:bodyPr>
          <a:lstStyle/>
          <a:p>
            <a:pPr algn="l"/>
            <a:r>
              <a:rPr sz="1500" b="1">
                <a:solidFill>
                  <a:srgbClr val="FAD02C"/>
                </a:solidFill>
                <a:latin typeface="Arial"/>
              </a:rPr>
              <a:t>2018</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Light of frequency 8.41 × 1014 Hz is incident on a metal surface. Electrons with their maximum speed of 7.5 × 105 ms-1 are ejected from the surface. Calculate the threshold frequency for photoemission of electrons. Also find the work function of the metal in electron volt (eV). Given Planck’s constant h = 6.625 × 10-34 JS and mass of the electron 9.1 × 10-31 Kg.</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850392"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685800" cy="402336"/>
          </a:xfrm>
          <a:prstGeom prst="rect">
            <a:avLst/>
          </a:prstGeom>
          <a:noFill/>
        </p:spPr>
        <p:txBody>
          <a:bodyPr wrap="none" anchor="ctr" lIns="0" rIns="0" tIns="0" bIns="0">
            <a:spAutoFit/>
          </a:bodyPr>
          <a:lstStyle/>
          <a:p>
            <a:pPr algn="l"/>
            <a:r>
              <a:rPr sz="1500" b="1">
                <a:solidFill>
                  <a:srgbClr val="FAD02C"/>
                </a:solidFill>
                <a:latin typeface="Arial"/>
              </a:rPr>
              <a:t>2021M</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Light of frequency 7.21 × 1014 Hz is incident on a metal surface. The cut-off wavelength for
photoelectric emission from the metal surface is 540 nm.
Determine the maximum speed of the photoelectrons emitted from the surface.
(Given: h =6.63 × 10-34 Js, mass of an electron = 9.1 × 10-31 kg).</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850392"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685800" cy="402336"/>
          </a:xfrm>
          <a:prstGeom prst="rect">
            <a:avLst/>
          </a:prstGeom>
          <a:noFill/>
        </p:spPr>
        <p:txBody>
          <a:bodyPr wrap="none" anchor="ctr" lIns="0" rIns="0" tIns="0" bIns="0">
            <a:spAutoFit/>
          </a:bodyPr>
          <a:lstStyle/>
          <a:p>
            <a:pPr algn="l"/>
            <a:r>
              <a:rPr sz="1500" b="1">
                <a:solidFill>
                  <a:srgbClr val="FAD02C"/>
                </a:solidFill>
                <a:latin typeface="Arial"/>
              </a:rPr>
              <a:t>2021M</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The work function of caesium is 2.14 eV. Find
(a) the threshold frequency for cesium and
(b) the wavelength of the incident light if the photocurrent is brought to zero by a stopping potential of 0.60V.</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923544"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758952" cy="402336"/>
          </a:xfrm>
          <a:prstGeom prst="rect">
            <a:avLst/>
          </a:prstGeom>
          <a:noFill/>
        </p:spPr>
        <p:txBody>
          <a:bodyPr wrap="none" anchor="ctr" lIns="0" rIns="0" tIns="0" bIns="0">
            <a:spAutoFit/>
          </a:bodyPr>
          <a:lstStyle/>
          <a:p>
            <a:pPr algn="l"/>
            <a:r>
              <a:rPr sz="1500" b="1">
                <a:solidFill>
                  <a:srgbClr val="FAD02C"/>
                </a:solidFill>
                <a:latin typeface="Arial"/>
              </a:rPr>
              <a:t>2025-2</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The work function of a metal is 2.20 eV when radiation of frequency 6.50 × 1014Hz incident on the metal surface photo emission of electrons occurs. Calculate a) energy of incident photon and b) stopping potential of photoelectrons. (Given h = 6.63 × 10–34 Js and
e = 1.6 × 10–19C)</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886968"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722376" cy="402336"/>
          </a:xfrm>
          <a:prstGeom prst="rect">
            <a:avLst/>
          </a:prstGeom>
          <a:noFill/>
        </p:spPr>
        <p:txBody>
          <a:bodyPr wrap="none" anchor="ctr" lIns="0" rIns="0" tIns="0" bIns="0">
            <a:spAutoFit/>
          </a:bodyPr>
          <a:lstStyle/>
          <a:p>
            <a:pPr algn="l"/>
            <a:r>
              <a:rPr sz="1500" b="1">
                <a:solidFill>
                  <a:srgbClr val="FAD02C"/>
                </a:solidFill>
                <a:latin typeface="Arial"/>
              </a:rPr>
              <a:t>2025-1</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defRPr sz="1800" b="1">
                <a:solidFill>
                  <a:srgbClr val="FAD02C"/>
                </a:solidFill>
                <a:latin typeface="Arial"/>
              </a:defRPr>
            </a:pPr>
            <mc:AlternateContent xmlns:mc="http://schemas.openxmlformats.org/markup-compatibility/2006" xmlns:a14="http://schemas.microsoft.com/office/drawing/2010/main">
              <mc:Choice Requires="a14">
                <a14:m>
                  <m:oMath xmlns:m="http://schemas.openxmlformats.org/officeDocument/2006/math">
                    <m:r>
                      <m:t>W</m:t>
                    </m:r>
                    <m:r>
                      <m:t>h</m:t>
                    </m:r>
                    <m:r>
                      <m:t>e</m:t>
                    </m:r>
                    <m:r>
                      <m:t>n</m:t>
                    </m:r>
                    <m:r>
                      <m:t>a</m:t>
                    </m:r>
                    <m:r>
                      <m:t>l</m:t>
                    </m:r>
                    <m:r>
                      <m:t>i</m:t>
                    </m:r>
                    <m:r>
                      <m:t>g</m:t>
                    </m:r>
                    <m:r>
                      <m:t>h</m:t>
                    </m:r>
                    <m:r>
                      <m:t>t</m:t>
                    </m:r>
                    <m:r>
                      <m:t>r</m:t>
                    </m:r>
                    <m:r>
                      <m:t>a</m:t>
                    </m:r>
                    <m:r>
                      <m:t>d</m:t>
                    </m:r>
                    <m:r>
                      <m:t>i</m:t>
                    </m:r>
                    <m:r>
                      <m:t>a</m:t>
                    </m:r>
                    <m:r>
                      <m:t>t</m:t>
                    </m:r>
                    <m:r>
                      <m:t>i</m:t>
                    </m:r>
                    <m:r>
                      <m:t>o</m:t>
                    </m:r>
                    <m:r>
                      <m:t>n</m:t>
                    </m:r>
                    <m:r>
                      <m:t>o</m:t>
                    </m:r>
                    <m:r>
                      <m:t>f</m:t>
                    </m:r>
                    <m:r>
                      <m:t>e</m:t>
                    </m:r>
                    <m:r>
                      <m:t>n</m:t>
                    </m:r>
                    <m:r>
                      <m:t>e</m:t>
                    </m:r>
                    <m:r>
                      <m:t>r</m:t>
                    </m:r>
                    <m:r>
                      <m:t>g</m:t>
                    </m:r>
                    <m:r>
                      <m:t>y</m:t>
                    </m:r>
                    <m:r>
                      <m:t>3</m:t>
                    </m:r>
                    <m:r>
                      <m:t>e</m:t>
                    </m:r>
                    <m:r>
                      <m:t>V</m:t>
                    </m:r>
                    <m:r>
                      <m:t>f</m:t>
                    </m:r>
                    <m:r>
                      <m:t>a</m:t>
                    </m:r>
                    <m:r>
                      <m:t>l</m:t>
                    </m:r>
                    <m:r>
                      <m:t>l</m:t>
                    </m:r>
                    <m:r>
                      <m:t>s</m:t>
                    </m:r>
                    <m:r>
                      <m:t>o</m:t>
                    </m:r>
                    <m:r>
                      <m:t>n</m:t>
                    </m:r>
                    <m:r>
                      <m:t>m</m:t>
                    </m:r>
                    <m:r>
                      <m:t>e</m:t>
                    </m:r>
                    <m:r>
                      <m:t>t</m:t>
                    </m:r>
                    <m:r>
                      <m:t>a</m:t>
                    </m:r>
                    <m:r>
                      <m:t>l</m:t>
                    </m:r>
                    <m:r>
                      <m:t>s</m:t>
                    </m:r>
                    <m:r>
                      <m:t>u</m:t>
                    </m:r>
                    <m:r>
                      <m:t>r</m:t>
                    </m:r>
                    <m:r>
                      <m:t>f</m:t>
                    </m:r>
                    <m:r>
                      <m:t>a</m:t>
                    </m:r>
                    <m:r>
                      <m:t>c</m:t>
                    </m:r>
                    <m:r>
                      <m:t>e</m:t>
                    </m:r>
                    <m:r>
                      <m:rPr>
                        <m:sty m:val="p"/>
                      </m:rPr>
                      <m:t>,</m:t>
                    </m:r>
                    <m:r>
                      <m:t>p</m:t>
                    </m:r>
                    <m:r>
                      <m:t>h</m:t>
                    </m:r>
                    <m:r>
                      <m:t>o</m:t>
                    </m:r>
                    <m:r>
                      <m:t>t</m:t>
                    </m:r>
                    <m:r>
                      <m:t>o</m:t>
                    </m:r>
                    <m:r>
                      <m:t>e</m:t>
                    </m:r>
                    <m:r>
                      <m:t>l</m:t>
                    </m:r>
                    <m:r>
                      <m:t>e</m:t>
                    </m:r>
                    <m:r>
                      <m:t>c</m:t>
                    </m:r>
                    <m:r>
                      <m:t>t</m:t>
                    </m:r>
                    <m:r>
                      <m:t>r</m:t>
                    </m:r>
                    <m:r>
                      <m:t>o</m:t>
                    </m:r>
                    <m:r>
                      <m:t>n</m:t>
                    </m:r>
                    <m:r>
                      <m:t>s</m:t>
                    </m:r>
                    <m:r>
                      <m:t>w</m:t>
                    </m:r>
                    <m:r>
                      <m:t>i</m:t>
                    </m:r>
                    <m:r>
                      <m:t>t</m:t>
                    </m:r>
                    <m:r>
                      <m:t>h</m:t>
                    </m:r>
                    <m:r>
                      <m:t>a</m:t>
                    </m:r>
                    <m:r>
                      <m:t>m</m:t>
                    </m:r>
                    <m:r>
                      <m:t>a</m:t>
                    </m:r>
                    <m:r>
                      <m:t>x</m:t>
                    </m:r>
                    <m:r>
                      <m:t>i</m:t>
                    </m:r>
                    <m:r>
                      <m:t>m</m:t>
                    </m:r>
                    <m:r>
                      <m:t>u</m:t>
                    </m:r>
                    <m:r>
                      <m:t>m</m:t>
                    </m:r>
                    <m:r>
                      <m:t>k</m:t>
                    </m:r>
                    <m:r>
                      <m:t>i</m:t>
                    </m:r>
                    <m:r>
                      <m:t>n</m:t>
                    </m:r>
                    <m:r>
                      <m:t>e</m:t>
                    </m:r>
                    <m:r>
                      <m:t>t</m:t>
                    </m:r>
                    <m:r>
                      <m:t>i</m:t>
                    </m:r>
                    <m:r>
                      <m:t>c</m:t>
                    </m:r>
                    <m:r>
                      <m:t>e</m:t>
                    </m:r>
                    <m:r>
                      <m:t>n</m:t>
                    </m:r>
                    <m:r>
                      <m:t>e</m:t>
                    </m:r>
                    <m:r>
                      <m:t>r</m:t>
                    </m:r>
                    <m:r>
                      <m:t>g</m:t>
                    </m:r>
                    <m:r>
                      <m:t>y</m:t>
                    </m:r>
                    <m:r>
                      <m:t>1</m:t>
                    </m:r>
                    <m:r>
                      <m:t>e</m:t>
                    </m:r>
                    <m:r>
                      <m:t>V</m:t>
                    </m:r>
                    <m:r>
                      <m:t>a</m:t>
                    </m:r>
                    <m:r>
                      <m:t>r</m:t>
                    </m:r>
                    <m:r>
                      <m:t>e</m:t>
                    </m:r>
                    <m:r>
                      <m:t>e</m:t>
                    </m:r>
                    <m:r>
                      <m:t>m</m:t>
                    </m:r>
                    <m:r>
                      <m:t>i</m:t>
                    </m:r>
                    <m:r>
                      <m:t>t</m:t>
                    </m:r>
                    <m:r>
                      <m:t>t</m:t>
                    </m:r>
                    <m:r>
                      <m:t>e</m:t>
                    </m:r>
                    <m:r>
                      <m:t>d</m:t>
                    </m:r>
                    <m:r>
                      <m:t>f</m:t>
                    </m:r>
                    <m:r>
                      <m:t>r</m:t>
                    </m:r>
                    <m:r>
                      <m:t>o</m:t>
                    </m:r>
                    <m:r>
                      <m:t>m</m:t>
                    </m:r>
                    <m:r>
                      <m:t>t</m:t>
                    </m:r>
                    <m:r>
                      <m:t>h</m:t>
                    </m:r>
                    <m:r>
                      <m:t>e</m:t>
                    </m:r>
                    <m:r>
                      <m:t>s</m:t>
                    </m:r>
                    <m:r>
                      <m:t>u</m:t>
                    </m:r>
                    <m:r>
                      <m:t>r</m:t>
                    </m:r>
                    <m:r>
                      <m:t>f</m:t>
                    </m:r>
                    <m:r>
                      <m:t>a</m:t>
                    </m:r>
                    <m:r>
                      <m:t>c</m:t>
                    </m:r>
                    <m:r>
                      <m:t>e</m:t>
                    </m:r>
                    <m:r>
                      <m:rPr>
                        <m:sty m:val="p"/>
                      </m:rPr>
                      <m:t>.</m:t>
                    </m:r>
                    <m:r>
                      <m:t>F</m:t>
                    </m:r>
                    <m:r>
                      <m:t>i</m:t>
                    </m:r>
                    <m:r>
                      <m:t>n</m:t>
                    </m:r>
                    <m:r>
                      <m:t>d</m:t>
                    </m:r>
                    <m:r>
                      <m:t>t</m:t>
                    </m:r>
                    <m:r>
                      <m:t>h</m:t>
                    </m:r>
                    <m:r>
                      <m:t>e</m:t>
                    </m:r>
                    <m:r>
                      <m:t>t</m:t>
                    </m:r>
                    <m:r>
                      <m:t>h</m:t>
                    </m:r>
                    <m:r>
                      <m:t>r</m:t>
                    </m:r>
                    <m:r>
                      <m:t>e</m:t>
                    </m:r>
                    <m:r>
                      <m:t>s</m:t>
                    </m:r>
                    <m:r>
                      <m:t>h</m:t>
                    </m:r>
                    <m:r>
                      <m:t>o</m:t>
                    </m:r>
                    <m:r>
                      <m:t>l</m:t>
                    </m:r>
                    <m:r>
                      <m:t>d</m:t>
                    </m:r>
                    <m:r>
                      <m:t>f</m:t>
                    </m:r>
                    <m:r>
                      <m:t>r</m:t>
                    </m:r>
                    <m:r>
                      <m:t>e</m:t>
                    </m:r>
                    <m:r>
                      <m:t>q</m:t>
                    </m:r>
                    <m:r>
                      <m:t>u</m:t>
                    </m:r>
                    <m:r>
                      <m:t>e</m:t>
                    </m:r>
                    <m:r>
                      <m:t>n</m:t>
                    </m:r>
                    <m:r>
                      <m:t>c</m:t>
                    </m:r>
                    <m:r>
                      <m:t>y</m:t>
                    </m:r>
                    <m:r>
                      <m:t>f</m:t>
                    </m:r>
                    <m:r>
                      <m:t>o</m:t>
                    </m:r>
                    <m:r>
                      <m:t>r</m:t>
                    </m:r>
                    <m:r>
                      <m:t>t</m:t>
                    </m:r>
                    <m:r>
                      <m:t>h</m:t>
                    </m:r>
                    <m:r>
                      <m:t>e</m:t>
                    </m:r>
                    <m:r>
                      <m:t>m</m:t>
                    </m:r>
                    <m:r>
                      <m:t>e</m:t>
                    </m:r>
                    <m:r>
                      <m:t>t</m:t>
                    </m:r>
                    <m:r>
                      <m:t>a</m:t>
                    </m:r>
                    <m:r>
                      <m:t>l</m:t>
                    </m:r>
                    <m:r>
                      <m:t>s</m:t>
                    </m:r>
                    <m:r>
                      <m:t>u</m:t>
                    </m:r>
                    <m:r>
                      <m:t>r</m:t>
                    </m:r>
                    <m:r>
                      <m:t>f</m:t>
                    </m:r>
                    <m:r>
                      <m:t>a</m:t>
                    </m:r>
                    <m:r>
                      <m:t>c</m:t>
                    </m:r>
                    <m:r>
                      <m:t>e</m:t>
                    </m:r>
                    <m:r>
                      <m:rPr>
                        <m:sty m:val="p"/>
                      </m:rPr>
                      <m:t>.</m:t>
                    </m:r>
                    <m:r>
                      <m:rPr>
                        <m:sty m:val="p"/>
                      </m:rPr>
                      <m:t>(</m:t>
                    </m:r>
                    <m:r>
                      <m:t>G</m:t>
                    </m:r>
                    <m:r>
                      <m:t>i</m:t>
                    </m:r>
                    <m:r>
                      <m:t>v</m:t>
                    </m:r>
                    <m:r>
                      <m:t>e</m:t>
                    </m:r>
                    <m:r>
                      <m:t>n</m:t>
                    </m:r>
                    <m:r>
                      <m:rPr>
                        <m:sty m:val="p"/>
                      </m:rPr>
                      <m:t>:</m:t>
                    </m:r>
                    <m:r>
                      <m:t>P</m:t>
                    </m:r>
                    <m:r>
                      <m:t>l</m:t>
                    </m:r>
                    <m:r>
                      <m:t>a</m:t>
                    </m:r>
                    <m:r>
                      <m:t>n</m:t>
                    </m:r>
                    <m:r>
                      <m:t>c</m:t>
                    </m:r>
                    <m:r>
                      <m:t>k</m:t>
                    </m:r>
                    <m:r>
                      <m:rPr>
                        <m:sty m:val="p"/>
                      </m:rPr>
                      <m:t>’</m:t>
                    </m:r>
                    <m:r>
                      <m:t>s</m:t>
                    </m:r>
                    <m:r>
                      <m:t>c</m:t>
                    </m:r>
                    <m:r>
                      <m:t>o</m:t>
                    </m:r>
                    <m:r>
                      <m:t>n</m:t>
                    </m:r>
                    <m:r>
                      <m:t>s</m:t>
                    </m:r>
                    <m:r>
                      <m:t>t</m:t>
                    </m:r>
                    <m:r>
                      <m:t>a</m:t>
                    </m:r>
                    <m:r>
                      <m:t>n</m:t>
                    </m:r>
                    <m:r>
                      <m:t>t</m:t>
                    </m:r>
                    <m:r>
                      <m:rPr>
                        <m:sty m:val="p"/>
                      </m:rPr>
                      <m:t>=</m:t>
                    </m:r>
                    <m:r>
                      <m:t>6.63</m:t>
                    </m:r>
                    <m:r>
                      <m:rPr>
                        <m:sty m:val="p"/>
                      </m:rPr>
                      <m:t>×</m:t>
                    </m:r>
                    <m:sSup>
                      <m:e>
                        <m:r>
                          <m:t>10</m:t>
                        </m:r>
                      </m:e>
                      <m:sup>
                        <m:r>
                          <m:rPr>
                            <m:sty m:val="p"/>
                          </m:rPr>
                          <m:t>−</m:t>
                        </m:r>
                        <m:r>
                          <m:t>34</m:t>
                        </m:r>
                      </m:sup>
                    </m:sSup>
                    <m:r>
                      <m:t>J</m:t>
                    </m:r>
                    <m:r>
                      <m:t>s</m:t>
                    </m:r>
                    <m:r>
                      <m:rPr>
                        <m:sty m:val="p"/>
                      </m:rPr>
                      <m:t>;</m:t>
                    </m:r>
                    <m:r>
                      <m:rPr>
                        <m:sty m:val="p"/>
                      </m:rPr>
                      <m:t>)</m:t>
                    </m:r>
                    <m:r>
                      <m:t>C</m:t>
                    </m:r>
                    <m:r>
                      <m:t>h</m:t>
                    </m:r>
                    <m:r>
                      <m:t>a</m:t>
                    </m:r>
                    <m:r>
                      <m:t>r</m:t>
                    </m:r>
                    <m:r>
                      <m:t>g</m:t>
                    </m:r>
                    <m:r>
                      <m:t>e</m:t>
                    </m:r>
                    <m:r>
                      <m:t>o</m:t>
                    </m:r>
                    <m:r>
                      <m:t>n</m:t>
                    </m:r>
                    <m:r>
                      <m:t>t</m:t>
                    </m:r>
                    <m:r>
                      <m:t>h</m:t>
                    </m:r>
                    <m:r>
                      <m:t>e</m:t>
                    </m:r>
                    <m:r>
                      <m:t>e</m:t>
                    </m:r>
                    <m:r>
                      <m:t>l</m:t>
                    </m:r>
                    <m:r>
                      <m:t>e</m:t>
                    </m:r>
                    <m:r>
                      <m:t>c</m:t>
                    </m:r>
                    <m:r>
                      <m:t>t</m:t>
                    </m:r>
                    <m:r>
                      <m:t>r</m:t>
                    </m:r>
                    <m:r>
                      <m:t>o</m:t>
                    </m:r>
                    <m:r>
                      <m:t>n</m:t>
                    </m:r>
                    <m:r>
                      <m:t>e</m:t>
                    </m:r>
                    <m:r>
                      <m:rPr>
                        <m:sty m:val="p"/>
                      </m:rPr>
                      <m:t>=</m:t>
                    </m:r>
                    <m:r>
                      <m:t>1.6</m:t>
                    </m:r>
                    <m:r>
                      <m:rPr>
                        <m:sty m:val="p"/>
                      </m:rPr>
                      <m:t>×</m:t>
                    </m:r>
                    <m:r>
                      <m:t>10</m:t>
                    </m:r>
                    <m:r>
                      <m:rPr>
                        <m:sty m:val="p"/>
                      </m:rPr>
                      <m:t>–</m:t>
                    </m:r>
                    <m:r>
                      <m:t>19</m:t>
                    </m:r>
                    <m:r>
                      <m:t>C</m:t>
                    </m:r>
                    <m:r>
                      <m:rPr>
                        <m:sty m:val="p"/>
                      </m:rPr>
                      <m:t>)</m:t>
                    </m:r>
                  </m:oMath>
                </a14:m>
              </mc:Choice>
            </mc:AlternateContent>
            <a:r>
              <a:rPr lang="en-US" sz="1800" b="1">
                <a:solidFill>
                  <a:srgbClr val="FAD02C"/>
                </a:solidFill>
                <a:latin typeface="Arial"/>
              </a:rPr>
              <a: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923544"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758952" cy="402336"/>
          </a:xfrm>
          <a:prstGeom prst="rect">
            <a:avLst/>
          </a:prstGeom>
          <a:noFill/>
        </p:spPr>
        <p:txBody>
          <a:bodyPr wrap="none" anchor="ctr" lIns="0" rIns="0" tIns="0" bIns="0">
            <a:spAutoFit/>
          </a:bodyPr>
          <a:lstStyle/>
          <a:p>
            <a:pPr algn="l"/>
            <a:r>
              <a:rPr sz="1500" b="1">
                <a:solidFill>
                  <a:srgbClr val="FAD02C"/>
                </a:solidFill>
                <a:latin typeface="Arial"/>
              </a:rPr>
              <a:t>2026-2</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defRPr sz="1800" b="1">
                <a:solidFill>
                  <a:srgbClr val="FAD02C"/>
                </a:solidFill>
                <a:latin typeface="Arial"/>
              </a:defRPr>
            </a:pPr>
            <mc:AlternateContent xmlns:mc="http://schemas.openxmlformats.org/markup-compatibility/2006" xmlns:a14="http://schemas.microsoft.com/office/drawing/2010/main">
              <mc:Choice Requires="a14">
                <a14:m>
                  <m:oMath xmlns:m="http://schemas.openxmlformats.org/officeDocument/2006/math">
                    <m:r>
                      <m:t>T</m:t>
                    </m:r>
                    <m:r>
                      <m:t>h</m:t>
                    </m:r>
                    <m:r>
                      <m:t>e</m:t>
                    </m:r>
                    <m:r>
                      <m:t>w</m:t>
                    </m:r>
                    <m:r>
                      <m:t>o</m:t>
                    </m:r>
                    <m:r>
                      <m:t>r</m:t>
                    </m:r>
                    <m:r>
                      <m:t>k</m:t>
                    </m:r>
                    <m:r>
                      <m:t>f</m:t>
                    </m:r>
                    <m:r>
                      <m:t>u</m:t>
                    </m:r>
                    <m:r>
                      <m:t>n</m:t>
                    </m:r>
                    <m:r>
                      <m:t>c</m:t>
                    </m:r>
                    <m:r>
                      <m:t>t</m:t>
                    </m:r>
                    <m:r>
                      <m:t>i</m:t>
                    </m:r>
                    <m:r>
                      <m:t>o</m:t>
                    </m:r>
                    <m:r>
                      <m:t>n</m:t>
                    </m:r>
                    <m:r>
                      <m:t>o</m:t>
                    </m:r>
                    <m:r>
                      <m:t>f</m:t>
                    </m:r>
                    <m:r>
                      <m:t>c</m:t>
                    </m:r>
                    <m:r>
                      <m:t>e</m:t>
                    </m:r>
                    <m:r>
                      <m:t>s</m:t>
                    </m:r>
                    <m:r>
                      <m:t>i</m:t>
                    </m:r>
                    <m:r>
                      <m:t>u</m:t>
                    </m:r>
                    <m:r>
                      <m:t>m</m:t>
                    </m:r>
                    <m:r>
                      <m:t>m</m:t>
                    </m:r>
                    <m:r>
                      <m:t>e</m:t>
                    </m:r>
                    <m:r>
                      <m:t>t</m:t>
                    </m:r>
                    <m:r>
                      <m:t>a</m:t>
                    </m:r>
                    <m:r>
                      <m:t>l</m:t>
                    </m:r>
                    <m:r>
                      <m:t>i</m:t>
                    </m:r>
                    <m:r>
                      <m:t>s</m:t>
                    </m:r>
                    <m:r>
                      <m:t>2.14</m:t>
                    </m:r>
                    <m:r>
                      <m:t>e</m:t>
                    </m:r>
                    <m:r>
                      <m:t>v</m:t>
                    </m:r>
                    <m:r>
                      <m:rPr>
                        <m:sty m:val="p"/>
                      </m:rPr>
                      <m:t>.</m:t>
                    </m:r>
                    <m:r>
                      <m:t>W</m:t>
                    </m:r>
                    <m:r>
                      <m:t>h</m:t>
                    </m:r>
                    <m:r>
                      <m:t>e</m:t>
                    </m:r>
                    <m:r>
                      <m:t>n</m:t>
                    </m:r>
                    <m:r>
                      <m:t>l</m:t>
                    </m:r>
                    <m:r>
                      <m:t>i</m:t>
                    </m:r>
                    <m:r>
                      <m:t>g</m:t>
                    </m:r>
                    <m:r>
                      <m:t>h</m:t>
                    </m:r>
                    <m:r>
                      <m:t>t</m:t>
                    </m:r>
                    <m:r>
                      <m:t>o</m:t>
                    </m:r>
                    <m:r>
                      <m:t>f</m:t>
                    </m:r>
                    <m:r>
                      <m:t>f</m:t>
                    </m:r>
                    <m:r>
                      <m:t>r</m:t>
                    </m:r>
                    <m:r>
                      <m:t>e</m:t>
                    </m:r>
                    <m:r>
                      <m:t>q</m:t>
                    </m:r>
                    <m:r>
                      <m:t>u</m:t>
                    </m:r>
                    <m:r>
                      <m:t>e</m:t>
                    </m:r>
                    <m:r>
                      <m:t>n</m:t>
                    </m:r>
                    <m:r>
                      <m:t>c</m:t>
                    </m:r>
                    <m:r>
                      <m:t>y</m:t>
                    </m:r>
                    <m:r>
                      <m:t>6</m:t>
                    </m:r>
                    <m:r>
                      <m:rPr>
                        <m:sty m:val="p"/>
                      </m:rPr>
                      <m:t>×</m:t>
                    </m:r>
                    <m:r>
                      <m:t>1014</m:t>
                    </m:r>
                    <m:r>
                      <m:t>H</m:t>
                    </m:r>
                    <m:r>
                      <m:t>z</m:t>
                    </m:r>
                    <m:r>
                      <m:t>i</m:t>
                    </m:r>
                    <m:r>
                      <m:t>s</m:t>
                    </m:r>
                    <m:r>
                      <m:t>i</m:t>
                    </m:r>
                    <m:r>
                      <m:t>n</m:t>
                    </m:r>
                    <m:r>
                      <m:t>c</m:t>
                    </m:r>
                    <m:r>
                      <m:t>i</m:t>
                    </m:r>
                    <m:r>
                      <m:t>d</m:t>
                    </m:r>
                    <m:r>
                      <m:t>e</m:t>
                    </m:r>
                    <m:r>
                      <m:t>n</m:t>
                    </m:r>
                    <m:r>
                      <m:t>t</m:t>
                    </m:r>
                    <m:r>
                      <m:t>o</m:t>
                    </m:r>
                    <m:r>
                      <m:t>n</m:t>
                    </m:r>
                    <m:r>
                      <m:t>c</m:t>
                    </m:r>
                    <m:r>
                      <m:t>e</m:t>
                    </m:r>
                    <m:r>
                      <m:t>s</m:t>
                    </m:r>
                    <m:r>
                      <m:t>i</m:t>
                    </m:r>
                    <m:r>
                      <m:t>u</m:t>
                    </m:r>
                    <m:r>
                      <m:t>m</m:t>
                    </m:r>
                    <m:r>
                      <m:t>s</m:t>
                    </m:r>
                    <m:r>
                      <m:t>u</m:t>
                    </m:r>
                    <m:r>
                      <m:t>r</m:t>
                    </m:r>
                    <m:r>
                      <m:t>f</m:t>
                    </m:r>
                    <m:r>
                      <m:t>a</m:t>
                    </m:r>
                    <m:r>
                      <m:t>c</m:t>
                    </m:r>
                    <m:r>
                      <m:t>e</m:t>
                    </m:r>
                    <m:r>
                      <m:rPr>
                        <m:sty m:val="p"/>
                      </m:rPr>
                      <m:t>,</m:t>
                    </m:r>
                    <m:r>
                      <m:t>f</m:t>
                    </m:r>
                    <m:r>
                      <m:t>i</m:t>
                    </m:r>
                    <m:r>
                      <m:t>n</m:t>
                    </m:r>
                    <m:r>
                      <m:t>d</m:t>
                    </m:r>
                    <m:r>
                      <m:t>t</m:t>
                    </m:r>
                    <m:r>
                      <m:t>h</m:t>
                    </m:r>
                    <m:r>
                      <m:t>e</m:t>
                    </m:r>
                    <m:r>
                      <m:t>m</m:t>
                    </m:r>
                    <m:r>
                      <m:t>a</m:t>
                    </m:r>
                    <m:r>
                      <m:t>x</m:t>
                    </m:r>
                    <m:r>
                      <m:t>i</m:t>
                    </m:r>
                    <m:r>
                      <m:t>m</m:t>
                    </m:r>
                    <m:r>
                      <m:t>u</m:t>
                    </m:r>
                    <m:r>
                      <m:t>m</m:t>
                    </m:r>
                    <m:r>
                      <m:t>k</m:t>
                    </m:r>
                    <m:r>
                      <m:t>i</m:t>
                    </m:r>
                    <m:r>
                      <m:t>n</m:t>
                    </m:r>
                    <m:r>
                      <m:t>e</m:t>
                    </m:r>
                    <m:r>
                      <m:t>t</m:t>
                    </m:r>
                    <m:r>
                      <m:t>i</m:t>
                    </m:r>
                    <m:r>
                      <m:t>c</m:t>
                    </m:r>
                    <m:r>
                      <m:t>e</m:t>
                    </m:r>
                    <m:r>
                      <m:t>n</m:t>
                    </m:r>
                    <m:r>
                      <m:t>e</m:t>
                    </m:r>
                    <m:r>
                      <m:t>r</m:t>
                    </m:r>
                    <m:r>
                      <m:t>g</m:t>
                    </m:r>
                    <m:r>
                      <m:t>y</m:t>
                    </m:r>
                    <m:r>
                      <m:t>o</m:t>
                    </m:r>
                    <m:r>
                      <m:t>f</m:t>
                    </m:r>
                    <m:r>
                      <m:t>p</m:t>
                    </m:r>
                    <m:r>
                      <m:t>h</m:t>
                    </m:r>
                    <m:r>
                      <m:t>o</m:t>
                    </m:r>
                    <m:r>
                      <m:t>t</m:t>
                    </m:r>
                    <m:r>
                      <m:t>o</m:t>
                    </m:r>
                    <m:r>
                      <m:t>e</m:t>
                    </m:r>
                    <m:r>
                      <m:t>l</m:t>
                    </m:r>
                    <m:r>
                      <m:t>e</m:t>
                    </m:r>
                    <m:r>
                      <m:t>c</m:t>
                    </m:r>
                    <m:r>
                      <m:t>t</m:t>
                    </m:r>
                    <m:r>
                      <m:t>r</m:t>
                    </m:r>
                    <m:r>
                      <m:t>o</m:t>
                    </m:r>
                    <m:r>
                      <m:t>n</m:t>
                    </m:r>
                    <m:r>
                      <m:t>s</m:t>
                    </m:r>
                    <m:r>
                      <m:t>e</m:t>
                    </m:r>
                    <m:r>
                      <m:t>m</m:t>
                    </m:r>
                    <m:r>
                      <m:t>i</m:t>
                    </m:r>
                    <m:r>
                      <m:t>t</m:t>
                    </m:r>
                    <m:r>
                      <m:t>t</m:t>
                    </m:r>
                    <m:r>
                      <m:t>e</m:t>
                    </m:r>
                    <m:r>
                      <m:t>d</m:t>
                    </m:r>
                    <m:r>
                      <m:rPr>
                        <m:sty m:val="p"/>
                      </m:rPr>
                      <m:t>.</m:t>
                    </m:r>
                    <m:r>
                      <m:rPr>
                        <m:sty m:val="p"/>
                      </m:rPr>
                      <m:t>(</m:t>
                    </m:r>
                    <m:r>
                      <m:t>G</m:t>
                    </m:r>
                    <m:r>
                      <m:t>i</m:t>
                    </m:r>
                    <m:r>
                      <m:t>v</m:t>
                    </m:r>
                    <m:r>
                      <m:t>e</m:t>
                    </m:r>
                    <m:r>
                      <m:t>n</m:t>
                    </m:r>
                    <m:r>
                      <m:rPr>
                        <m:sty m:val="p"/>
                      </m:rPr>
                      <m:t>:</m:t>
                    </m:r>
                    <m:r>
                      <m:t>P</m:t>
                    </m:r>
                    <m:r>
                      <m:t>l</m:t>
                    </m:r>
                    <m:r>
                      <m:t>a</m:t>
                    </m:r>
                    <m:r>
                      <m:t>n</m:t>
                    </m:r>
                    <m:r>
                      <m:t>c</m:t>
                    </m:r>
                    <m:r>
                      <m:t>k</m:t>
                    </m:r>
                    <m:r>
                      <m:rPr>
                        <m:sty m:val="p"/>
                      </m:rPr>
                      <m:t>’</m:t>
                    </m:r>
                    <m:r>
                      <m:t>s</m:t>
                    </m:r>
                    <m:r>
                      <m:t>c</m:t>
                    </m:r>
                    <m:r>
                      <m:t>o</m:t>
                    </m:r>
                    <m:r>
                      <m:t>n</m:t>
                    </m:r>
                    <m:r>
                      <m:t>s</m:t>
                    </m:r>
                    <m:r>
                      <m:t>t</m:t>
                    </m:r>
                    <m:r>
                      <m:t>a</m:t>
                    </m:r>
                    <m:r>
                      <m:t>n</m:t>
                    </m:r>
                    <m:r>
                      <m:t>t</m:t>
                    </m:r>
                    <m:r>
                      <m:rPr>
                        <m:sty m:val="p"/>
                      </m:rPr>
                      <m:t>,</m:t>
                    </m:r>
                    <m:r>
                      <m:t>h</m:t>
                    </m:r>
                    <m:r>
                      <m:rPr>
                        <m:sty m:val="p"/>
                      </m:rPr>
                      <m:t>=</m:t>
                    </m:r>
                    <m:r>
                      <m:t>6.63</m:t>
                    </m:r>
                    <m:r>
                      <m:rPr>
                        <m:sty m:val="p"/>
                      </m:rPr>
                      <m:t>×</m:t>
                    </m:r>
                    <m:sSup>
                      <m:e>
                        <m:r>
                          <m:t>10</m:t>
                        </m:r>
                      </m:e>
                      <m:sup>
                        <m:r>
                          <m:rPr>
                            <m:sty m:val="p"/>
                          </m:rPr>
                          <m:t>−</m:t>
                        </m:r>
                        <m:r>
                          <m:t>34</m:t>
                        </m:r>
                      </m:sup>
                    </m:sSup>
                    <m:r>
                      <m:t>J</m:t>
                    </m:r>
                    <m:r>
                      <m:t>s</m:t>
                    </m:r>
                    <m:r>
                      <m:t>a</m:t>
                    </m:r>
                    <m:r>
                      <m:t>n</m:t>
                    </m:r>
                    <m:r>
                      <m:t>d</m:t>
                    </m:r>
                    <m:r>
                      <m:t>e</m:t>
                    </m:r>
                    <m:r>
                      <m:rPr>
                        <m:sty m:val="p"/>
                      </m:rPr>
                      <m:t>=</m:t>
                    </m:r>
                    <m:r>
                      <m:t>1.6</m:t>
                    </m:r>
                    <m:r>
                      <m:t>10</m:t>
                    </m:r>
                    <m:r>
                      <m:rPr>
                        <m:sty m:val="p"/>
                      </m:rPr>
                      <m:t>–</m:t>
                    </m:r>
                    <m:r>
                      <m:t>19</m:t>
                    </m:r>
                    <m:r>
                      <m:t>C</m:t>
                    </m:r>
                    <m:r>
                      <m:rPr>
                        <m:sty m:val="p"/>
                      </m:rPr>
                      <m:t>)</m:t>
                    </m:r>
                    <m:r>
                      <m:rPr>
                        <m:sty m:val="p"/>
                      </m:rPr>
                      <m:t>.</m:t>
                    </m:r>
                  </m:oMath>
                </a14:m>
              </mc:Choice>
            </mc:AlternateContent>
            <a:r>
              <a:rPr lang="en-US" sz="1800" b="1">
                <a:solidFill>
                  <a:srgbClr val="FAD02C"/>
                </a:solidFill>
                <a:latin typeface="Arial"/>
              </a:rPr>
              <a: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886968"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722376" cy="402336"/>
          </a:xfrm>
          <a:prstGeom prst="rect">
            <a:avLst/>
          </a:prstGeom>
          <a:noFill/>
        </p:spPr>
        <p:txBody>
          <a:bodyPr wrap="none" anchor="ctr" lIns="0" rIns="0" tIns="0" bIns="0">
            <a:spAutoFit/>
          </a:bodyPr>
          <a:lstStyle/>
          <a:p>
            <a:pPr algn="l"/>
            <a:r>
              <a:rPr sz="1500" b="1">
                <a:solidFill>
                  <a:srgbClr val="FAD02C"/>
                </a:solidFill>
                <a:latin typeface="Arial"/>
              </a:rPr>
              <a:t>2024M</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The point of inflection of the function y = x³ is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1014984"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850392" cy="402336"/>
          </a:xfrm>
          <a:prstGeom prst="rect">
            <a:avLst/>
          </a:prstGeom>
          <a:noFill/>
        </p:spPr>
        <p:txBody>
          <a:bodyPr wrap="none" anchor="ctr" lIns="0" rIns="0" tIns="0" bIns="0">
            <a:spAutoFit/>
          </a:bodyPr>
          <a:lstStyle/>
          <a:p>
            <a:pPr algn="l"/>
            <a:r>
              <a:rPr sz="1500" b="1">
                <a:solidFill>
                  <a:srgbClr val="FAD02C"/>
                </a:solidFill>
                <a:latin typeface="Arial"/>
              </a:rPr>
              <a:t>2025M-1</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defRPr sz="1800" b="1">
                <a:solidFill>
                  <a:srgbClr val="FAD02C"/>
                </a:solidFill>
                <a:latin typeface="Arial"/>
              </a:defRPr>
            </a:pPr>
            <mc:AlternateContent xmlns:mc="http://schemas.openxmlformats.org/markup-compatibility/2006" xmlns:a14="http://schemas.microsoft.com/office/drawing/2010/main">
              <mc:Choice Requires="a14">
                <a14:m>
                  <m:oMath xmlns:m="http://schemas.openxmlformats.org/officeDocument/2006/math">
                    <m:r>
                      <m:rPr>
                        <m:sty m:val="p"/>
                      </m:rPr>
                      <m:t>(</m:t>
                    </m:r>
                    <m:r>
                      <m:t>2</m:t>
                    </m:r>
                    <m:r>
                      <m:rPr>
                        <m:sty m:val="p"/>
                      </m:rPr>
                      <m:t>,</m:t>
                    </m:r>
                    <m:r>
                      <m:t>8</m:t>
                    </m:r>
                    <m:r>
                      <m:rPr>
                        <m:sty m:val="p"/>
                      </m:rPr>
                      <m:t>)</m:t>
                    </m:r>
                    <m:r>
                      <m:rPr>
                        <m:sty m:val="p"/>
                      </m:rPr>
                      <m:t>(</m:t>
                    </m:r>
                    <m:r>
                      <m:t>b</m:t>
                    </m:r>
                    <m:r>
                      <m:rPr>
                        <m:sty m:val="p"/>
                      </m:rPr>
                      <m:t>)</m:t>
                    </m:r>
                    <m:r>
                      <m:rPr>
                        <m:sty m:val="p"/>
                      </m:rPr>
                      <m:t>(</m:t>
                    </m:r>
                    <m:r>
                      <m:t>1</m:t>
                    </m:r>
                    <m:r>
                      <m:rPr>
                        <m:sty m:val="p"/>
                      </m:rPr>
                      <m:t>,</m:t>
                    </m:r>
                    <m:r>
                      <m:t>1</m:t>
                    </m:r>
                    <m:r>
                      <m:rPr>
                        <m:sty m:val="p"/>
                      </m:rPr>
                      <m:t>)</m:t>
                    </m:r>
                    <m:r>
                      <m:rPr>
                        <m:sty m:val="p"/>
                      </m:rPr>
                      <m:t>(</m:t>
                    </m:r>
                    <m:r>
                      <m:t>c</m:t>
                    </m:r>
                    <m:r>
                      <m:rPr>
                        <m:sty m:val="p"/>
                      </m:rPr>
                      <m:t>)</m:t>
                    </m:r>
                    <m:r>
                      <m:rPr>
                        <m:sty m:val="p"/>
                      </m:rPr>
                      <m:t>(</m:t>
                    </m:r>
                    <m:r>
                      <m:t>0</m:t>
                    </m:r>
                    <m:r>
                      <m:rPr>
                        <m:sty m:val="p"/>
                      </m:rPr>
                      <m:t>,</m:t>
                    </m:r>
                    <m:r>
                      <m:t>0</m:t>
                    </m:r>
                    <m:r>
                      <m:rPr>
                        <m:sty m:val="p"/>
                      </m:rPr>
                      <m:t>)</m:t>
                    </m:r>
                    <m:r>
                      <m:rPr>
                        <m:sty m:val="p"/>
                      </m:rPr>
                      <m:t>(</m:t>
                    </m:r>
                    <m:r>
                      <m:t>d</m:t>
                    </m:r>
                    <m:r>
                      <m:rPr>
                        <m:sty m:val="p"/>
                      </m:rPr>
                      <m:t>)</m:t>
                    </m:r>
                    <m:r>
                      <m:rPr>
                        <m:sty m:val="p"/>
                      </m:rPr>
                      <m:t>(</m:t>
                    </m:r>
                    <m:r>
                      <m:rPr>
                        <m:sty m:val="p"/>
                      </m:rPr>
                      <m:t>−</m:t>
                    </m:r>
                    <m:r>
                      <m:t>3</m:t>
                    </m:r>
                    <m:r>
                      <m:rPr>
                        <m:sty m:val="p"/>
                      </m:rPr>
                      <m:t>,</m:t>
                    </m:r>
                    <m:r>
                      <m:rPr>
                        <m:sty m:val="p"/>
                      </m:rPr>
                      <m:t>−</m:t>
                    </m:r>
                    <m:r>
                      <m:t>27</m:t>
                    </m:r>
                    <m:r>
                      <m:rPr>
                        <m:sty m:val="p"/>
                      </m:rPr>
                      <m:t>)</m:t>
                    </m:r>
                    <m:r>
                      <m:t>T</m:t>
                    </m:r>
                    <m:r>
                      <m:t>h</m:t>
                    </m:r>
                    <m:r>
                      <m:t>e</m:t>
                    </m:r>
                    <m:r>
                      <m:t>a</m:t>
                    </m:r>
                    <m:r>
                      <m:t>b</m:t>
                    </m:r>
                    <m:r>
                      <m:t>s</m:t>
                    </m:r>
                    <m:r>
                      <m:t>o</m:t>
                    </m:r>
                    <m:r>
                      <m:t>l</m:t>
                    </m:r>
                    <m:r>
                      <m:t>u</m:t>
                    </m:r>
                    <m:r>
                      <m:t>t</m:t>
                    </m:r>
                    <m:r>
                      <m:t>e</m:t>
                    </m:r>
                    <m:r>
                      <m:t>m</m:t>
                    </m:r>
                    <m:r>
                      <m:t>a</m:t>
                    </m:r>
                    <m:r>
                      <m:t>x</m:t>
                    </m:r>
                    <m:r>
                      <m:t>i</m:t>
                    </m:r>
                    <m:r>
                      <m:t>m</m:t>
                    </m:r>
                    <m:r>
                      <m:t>u</m:t>
                    </m:r>
                    <m:r>
                      <m:t>m</m:t>
                    </m:r>
                    <m:r>
                      <m:t>v</m:t>
                    </m:r>
                    <m:r>
                      <m:t>a</m:t>
                    </m:r>
                    <m:r>
                      <m:t>l</m:t>
                    </m:r>
                    <m:r>
                      <m:t>u</m:t>
                    </m:r>
                    <m:r>
                      <m:t>e</m:t>
                    </m:r>
                    <m:r>
                      <m:t>o</m:t>
                    </m:r>
                    <m:r>
                      <m:t>f</m:t>
                    </m:r>
                    <m:r>
                      <m:t>t</m:t>
                    </m:r>
                    <m:r>
                      <m:t>h</m:t>
                    </m:r>
                    <m:r>
                      <m:t>e</m:t>
                    </m:r>
                    <m:r>
                      <m:t>f</m:t>
                    </m:r>
                    <m:r>
                      <m:t>u</m:t>
                    </m:r>
                    <m:r>
                      <m:t>n</m:t>
                    </m:r>
                    <m:r>
                      <m:t>c</m:t>
                    </m:r>
                    <m:r>
                      <m:t>t</m:t>
                    </m:r>
                    <m:r>
                      <m:t>i</m:t>
                    </m:r>
                    <m:r>
                      <m:t>o</m:t>
                    </m:r>
                    <m:r>
                      <m:t>n</m:t>
                    </m:r>
                    <m:r>
                      <m:t>f</m:t>
                    </m:r>
                    <m:r>
                      <m:t>g</m:t>
                    </m:r>
                    <m:r>
                      <m:t>i</m:t>
                    </m:r>
                    <m:r>
                      <m:t>v</m:t>
                    </m:r>
                    <m:r>
                      <m:t>e</m:t>
                    </m:r>
                    <m:r>
                      <m:t>n</m:t>
                    </m:r>
                    <m:r>
                      <m:t>b</m:t>
                    </m:r>
                    <m:r>
                      <m:t>y</m:t>
                    </m:r>
                    <m:r>
                      <m:t>f</m:t>
                    </m:r>
                    <m:r>
                      <m:rPr>
                        <m:sty m:val="p"/>
                      </m:rPr>
                      <m:t>(</m:t>
                    </m:r>
                    <m:r>
                      <m:t>x</m:t>
                    </m:r>
                    <m:r>
                      <m:rPr>
                        <m:sty m:val="p"/>
                      </m:rPr>
                      <m:t>)</m:t>
                    </m:r>
                    <m:r>
                      <m:rPr>
                        <m:sty m:val="p"/>
                      </m:rPr>
                      <m:t>=</m:t>
                    </m:r>
                    <m:sSup>
                      <m:e>
                        <m:r>
                          <m:t>x</m:t>
                        </m:r>
                      </m:e>
                      <m:sup>
                        <m:r>
                          <m:t>3</m:t>
                        </m:r>
                      </m:sup>
                    </m:sSup>
                    <m:r>
                      <m:rPr>
                        <m:sty m:val="p"/>
                      </m:rPr>
                      <m:t>,</m:t>
                    </m:r>
                    <m:r>
                      <m:t>x</m:t>
                    </m:r>
                    <m:r>
                      <m:rPr>
                        <m:sty m:val="p"/>
                      </m:rPr>
                      <m:t>∈</m:t>
                    </m:r>
                    <m:r>
                      <m:rPr>
                        <m:sty m:val="p"/>
                      </m:rPr>
                      <m:t>[</m:t>
                    </m:r>
                    <m:r>
                      <m:rPr>
                        <m:sty m:val="p"/>
                      </m:rPr>
                      <m:t>−</m:t>
                    </m:r>
                    <m:r>
                      <m:t>2</m:t>
                    </m:r>
                    <m:r>
                      <m:rPr>
                        <m:sty m:val="p"/>
                      </m:rPr>
                      <m:t>,</m:t>
                    </m:r>
                    <m:r>
                      <m:t>2</m:t>
                    </m:r>
                    <m:r>
                      <m:rPr>
                        <m:sty m:val="p"/>
                      </m:rPr>
                      <m:t>]</m:t>
                    </m:r>
                    <m:r>
                      <m:t>i</m:t>
                    </m:r>
                    <m:r>
                      <m:t>s</m:t>
                    </m:r>
                    <m:r>
                      <m:rPr>
                        <m:sty m:val="p"/>
                      </m:rPr>
                      <m:t>(</m:t>
                    </m:r>
                    <m:r>
                      <m:t>a</m:t>
                    </m:r>
                    <m:r>
                      <m:rPr>
                        <m:sty m:val="p"/>
                      </m:rPr>
                      <m:t>)</m:t>
                    </m:r>
                    <m:r>
                      <m:rPr>
                        <m:sty m:val="p"/>
                      </m:rPr>
                      <m:t>−</m:t>
                    </m:r>
                    <m:r>
                      <m:t>2</m:t>
                    </m:r>
                    <m:r>
                      <m:rPr>
                        <m:sty m:val="p"/>
                      </m:rPr>
                      <m:t>(</m:t>
                    </m:r>
                    <m:r>
                      <m:t>b</m:t>
                    </m:r>
                    <m:r>
                      <m:rPr>
                        <m:sty m:val="p"/>
                      </m:rPr>
                      <m:t>)</m:t>
                    </m:r>
                    <m:r>
                      <m:t>2</m:t>
                    </m:r>
                    <m:r>
                      <m:rPr>
                        <m:sty m:val="p"/>
                      </m:rPr>
                      <m:t>(</m:t>
                    </m:r>
                    <m:r>
                      <m:t>c</m:t>
                    </m:r>
                    <m:r>
                      <m:rPr>
                        <m:sty m:val="p"/>
                      </m:rPr>
                      <m:t>)</m:t>
                    </m:r>
                    <m:r>
                      <m:t>0</m:t>
                    </m:r>
                    <m:r>
                      <m:rPr>
                        <m:sty m:val="p"/>
                      </m:rPr>
                      <m:t>(</m:t>
                    </m:r>
                    <m:r>
                      <m:t>d</m:t>
                    </m:r>
                    <m:r>
                      <m:rPr>
                        <m:sty m:val="p"/>
                      </m:rPr>
                      <m:t>)</m:t>
                    </m:r>
                    <m:r>
                      <m:t>8</m:t>
                    </m:r>
                  </m:oMath>
                </a14:m>
              </mc:Choice>
            </mc:AlternateContent>
            <a:r>
              <a:rPr lang="en-US" sz="1800" b="1">
                <a:solidFill>
                  <a:srgbClr val="FAD02C"/>
                </a:solidFill>
                <a:latin typeface="Arial"/>
              </a:rPr>
              <a: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886968"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722376" cy="402336"/>
          </a:xfrm>
          <a:prstGeom prst="rect">
            <a:avLst/>
          </a:prstGeom>
          <a:noFill/>
        </p:spPr>
        <p:txBody>
          <a:bodyPr wrap="none" anchor="ctr" lIns="0" rIns="0" tIns="0" bIns="0">
            <a:spAutoFit/>
          </a:bodyPr>
          <a:lstStyle/>
          <a:p>
            <a:pPr algn="l"/>
            <a:r>
              <a:rPr sz="1500" b="1">
                <a:solidFill>
                  <a:srgbClr val="FAD02C"/>
                </a:solidFill>
                <a:latin typeface="Arial"/>
              </a:rPr>
              <a:t>2025M</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The function fgiven by f(x)=log⁡(sin⁡x)is increasing on</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pic>
        <p:nvPicPr>
          <p:cNvPr id="2" name="Picture 1"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3" name="TextBox 2"/>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(0) (b) (π)
(c) ((π)/(2)) (d) ((3π)/(2))
Consider the following statements for the given function y=f(x)defined on an interval Iand c∈I, at x=c</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pic>
        <p:nvPicPr>
          <p:cNvPr id="2" name="Picture 1"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3" name="TextBox 2"/>
          <p:cNvSpPr txBox="1"/>
          <p:nvPr/>
        </p:nvSpPr>
        <p:spPr>
          <a:xfrm>
            <a:off x="457200" y="731520"/>
            <a:ext cx="11274552" cy="2743200"/>
          </a:xfrm>
          <a:prstGeom prst="rect">
            <a:avLst/>
          </a:prstGeom>
          <a:noFill/>
        </p:spPr>
        <p:txBody>
          <a:bodyPr wrap="square" lIns="0" rIns="0" tIns="0" bIns="0">
            <a:spAutoFit/>
          </a:bodyPr>
          <a:lstStyle/>
          <a:p>
            <a:pPr algn="l">
              <a:defRPr sz="1800" b="1">
                <a:solidFill>
                  <a:srgbClr val="FAD02C"/>
                </a:solidFill>
                <a:latin typeface="Arial"/>
              </a:defRPr>
            </a:pPr>
            <mc:AlternateContent xmlns:mc="http://schemas.openxmlformats.org/markup-compatibility/2006" xmlns:a14="http://schemas.microsoft.com/office/drawing/2010/main">
              <mc:Choice Requires="a14">
                <a14:m>
                  <m:oMath xmlns:m="http://schemas.openxmlformats.org/officeDocument/2006/math">
                    <m:r>
                      <m:t>I</m:t>
                    </m:r>
                    <m:r>
                      <m:rPr>
                        <m:sty m:val="p"/>
                      </m:rPr>
                      <m:t>.</m:t>
                    </m:r>
                    <m:sSup>
                      <m:e>
                        <m:r>
                          <m:t>f</m:t>
                        </m:r>
                      </m:e>
                      <m:sup>
                        <m:r>
                          <m:rPr>
                            <m:sty m:val="p"/>
                          </m:rPr>
                          <m:t>′</m:t>
                        </m:r>
                      </m:sup>
                    </m:sSup>
                    <m:r>
                      <m:rPr>
                        <m:sty m:val="p"/>
                      </m:rPr>
                      <m:t>(</m:t>
                    </m:r>
                    <m:r>
                      <m:t>c</m:t>
                    </m:r>
                    <m:r>
                      <m:rPr>
                        <m:sty m:val="p"/>
                      </m:rPr>
                      <m:t>)</m:t>
                    </m:r>
                    <m:r>
                      <m:rPr>
                        <m:sty m:val="p"/>
                      </m:rPr>
                      <m:t>=</m:t>
                    </m:r>
                    <m:r>
                      <m:t>0</m:t>
                    </m:r>
                    <m:r>
                      <m:t>a</m:t>
                    </m:r>
                    <m:r>
                      <m:t>n</m:t>
                    </m:r>
                    <m:r>
                      <m:t>d</m:t>
                    </m:r>
                    <m:sSup>
                      <m:e>
                        <m:r>
                          <m:t>f</m:t>
                        </m:r>
                      </m:e>
                      <m:sup>
                        <m:r>
                          <m:rPr>
                            <m:sty m:val="p"/>
                          </m:rPr>
                          <m:t>″</m:t>
                        </m:r>
                      </m:sup>
                    </m:sSup>
                    <m:r>
                      <m:rPr>
                        <m:sty m:val="p"/>
                      </m:rPr>
                      <m:t>(</m:t>
                    </m:r>
                    <m:r>
                      <m:t>c</m:t>
                    </m:r>
                    <m:r>
                      <m:rPr>
                        <m:sty m:val="p"/>
                      </m:rPr>
                      <m:t>)</m:t>
                    </m:r>
                    <m:r>
                      <m:rPr>
                        <m:sty m:val="p"/>
                      </m:rPr>
                      <m:t>&lt;</m:t>
                    </m:r>
                    <m:r>
                      <m:t>0</m:t>
                    </m:r>
                    <m:r>
                      <m:rPr>
                        <m:sty m:val="p"/>
                      </m:rPr>
                      <m:t>⇒</m:t>
                    </m:r>
                    <m:r>
                      <m:t>f</m:t>
                    </m:r>
                    <m:r>
                      <m:t>a</m:t>
                    </m:r>
                    <m:r>
                      <m:t>t</m:t>
                    </m:r>
                    <m:r>
                      <m:t>t</m:t>
                    </m:r>
                    <m:r>
                      <m:t>a</m:t>
                    </m:r>
                    <m:r>
                      <m:t>i</m:t>
                    </m:r>
                    <m:r>
                      <m:t>n</m:t>
                    </m:r>
                    <m:r>
                      <m:t>s</m:t>
                    </m:r>
                    <m:r>
                      <m:t>l</m:t>
                    </m:r>
                    <m:r>
                      <m:t>o</m:t>
                    </m:r>
                    <m:r>
                      <m:t>c</m:t>
                    </m:r>
                    <m:r>
                      <m:t>a</m:t>
                    </m:r>
                    <m:r>
                      <m:t>l</m:t>
                    </m:r>
                    <m:r>
                      <m:t>m</m:t>
                    </m:r>
                    <m:r>
                      <m:t>a</m:t>
                    </m:r>
                    <m:r>
                      <m:t>x</m:t>
                    </m:r>
                    <m:r>
                      <m:t>i</m:t>
                    </m:r>
                    <m:r>
                      <m:t>m</m:t>
                    </m:r>
                    <m:r>
                      <m:t>a</m:t>
                    </m:r>
                  </m:oMath>
                </a14:m>
              </mc:Choice>
            </mc:AlternateContent>
            <a:r>
              <a:rPr lang="en-US" sz="1800" b="1">
                <a:solidFill>
                  <a:srgbClr val="FAD02C"/>
                </a:solidFill>
                <a:latin typeface="Arial"/>
              </a:rPr>
              <a: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pic>
        <p:nvPicPr>
          <p:cNvPr id="2" name="Picture 1"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3" name="TextBox 2"/>
          <p:cNvSpPr txBox="1"/>
          <p:nvPr/>
        </p:nvSpPr>
        <p:spPr>
          <a:xfrm>
            <a:off x="457200" y="731520"/>
            <a:ext cx="11274552" cy="2743200"/>
          </a:xfrm>
          <a:prstGeom prst="rect">
            <a:avLst/>
          </a:prstGeom>
          <a:noFill/>
        </p:spPr>
        <p:txBody>
          <a:bodyPr wrap="square" lIns="0" rIns="0" tIns="0" bIns="0">
            <a:spAutoFit/>
          </a:bodyPr>
          <a:lstStyle/>
          <a:p>
            <a:pPr algn="l">
              <a:defRPr sz="1800" b="1">
                <a:solidFill>
                  <a:srgbClr val="FAD02C"/>
                </a:solidFill>
                <a:latin typeface="Arial"/>
              </a:defRPr>
            </a:pPr>
            <mc:AlternateContent xmlns:mc="http://schemas.openxmlformats.org/markup-compatibility/2006" xmlns:a14="http://schemas.microsoft.com/office/drawing/2010/main">
              <mc:Choice Requires="a14">
                <a14:m>
                  <m:oMath xmlns:m="http://schemas.openxmlformats.org/officeDocument/2006/math">
                    <m:r>
                      <m:t>I</m:t>
                    </m:r>
                    <m:r>
                      <m:t>I</m:t>
                    </m:r>
                    <m:r>
                      <m:rPr>
                        <m:sty m:val="p"/>
                      </m:rPr>
                      <m:t>.</m:t>
                    </m:r>
                    <m:sSup>
                      <m:e>
                        <m:r>
                          <m:t>f</m:t>
                        </m:r>
                      </m:e>
                      <m:sup>
                        <m:r>
                          <m:rPr>
                            <m:sty m:val="p"/>
                          </m:rPr>
                          <m:t>′</m:t>
                        </m:r>
                      </m:sup>
                    </m:sSup>
                    <m:r>
                      <m:rPr>
                        <m:sty m:val="p"/>
                      </m:rPr>
                      <m:t>(</m:t>
                    </m:r>
                    <m:r>
                      <m:t>c</m:t>
                    </m:r>
                    <m:r>
                      <m:rPr>
                        <m:sty m:val="p"/>
                      </m:rPr>
                      <m:t>)</m:t>
                    </m:r>
                    <m:r>
                      <m:rPr>
                        <m:sty m:val="p"/>
                      </m:rPr>
                      <m:t>=</m:t>
                    </m:r>
                    <m:r>
                      <m:t>0</m:t>
                    </m:r>
                    <m:r>
                      <m:t>a</m:t>
                    </m:r>
                    <m:r>
                      <m:t>n</m:t>
                    </m:r>
                    <m:r>
                      <m:t>d</m:t>
                    </m:r>
                    <m:sSup>
                      <m:e>
                        <m:r>
                          <m:t>f</m:t>
                        </m:r>
                      </m:e>
                      <m:sup>
                        <m:r>
                          <m:rPr>
                            <m:sty m:val="p"/>
                          </m:rPr>
                          <m:t>″</m:t>
                        </m:r>
                      </m:sup>
                    </m:sSup>
                    <m:r>
                      <m:rPr>
                        <m:sty m:val="p"/>
                      </m:rPr>
                      <m:t>(</m:t>
                    </m:r>
                    <m:r>
                      <m:t>c</m:t>
                    </m:r>
                    <m:r>
                      <m:rPr>
                        <m:sty m:val="p"/>
                      </m:rPr>
                      <m:t>)</m:t>
                    </m:r>
                    <m:r>
                      <m:rPr>
                        <m:sty m:val="p"/>
                      </m:rPr>
                      <m:t>&gt;</m:t>
                    </m:r>
                    <m:r>
                      <m:t>0</m:t>
                    </m:r>
                    <m:r>
                      <m:rPr>
                        <m:sty m:val="p"/>
                      </m:rPr>
                      <m:t>⇒</m:t>
                    </m:r>
                    <m:r>
                      <m:t>f</m:t>
                    </m:r>
                    <m:r>
                      <m:t>a</m:t>
                    </m:r>
                    <m:r>
                      <m:t>t</m:t>
                    </m:r>
                    <m:r>
                      <m:t>t</m:t>
                    </m:r>
                    <m:r>
                      <m:t>a</m:t>
                    </m:r>
                    <m:r>
                      <m:t>i</m:t>
                    </m:r>
                    <m:r>
                      <m:t>n</m:t>
                    </m:r>
                    <m:r>
                      <m:t>s</m:t>
                    </m:r>
                    <m:r>
                      <m:t>l</m:t>
                    </m:r>
                    <m:r>
                      <m:t>o</m:t>
                    </m:r>
                    <m:r>
                      <m:t>c</m:t>
                    </m:r>
                    <m:r>
                      <m:t>a</m:t>
                    </m:r>
                    <m:r>
                      <m:t>l</m:t>
                    </m:r>
                    <m:r>
                      <m:t>m</m:t>
                    </m:r>
                    <m:r>
                      <m:t>i</m:t>
                    </m:r>
                    <m:r>
                      <m:t>n</m:t>
                    </m:r>
                    <m:r>
                      <m:t>i</m:t>
                    </m:r>
                    <m:r>
                      <m:t>m</m:t>
                    </m:r>
                    <m:r>
                      <m:t>a</m:t>
                    </m:r>
                    <m:r>
                      <m:t>I</m:t>
                    </m:r>
                    <m:r>
                      <m:t>I</m:t>
                    </m:r>
                    <m:r>
                      <m:t>I</m:t>
                    </m:r>
                    <m:r>
                      <m:rPr>
                        <m:sty m:val="p"/>
                      </m:rPr>
                      <m:t>.</m:t>
                    </m:r>
                    <m:sSup>
                      <m:e>
                        <m:r>
                          <m:t>f</m:t>
                        </m:r>
                      </m:e>
                      <m:sup>
                        <m:r>
                          <m:rPr>
                            <m:sty m:val="p"/>
                          </m:rPr>
                          <m:t>′</m:t>
                        </m:r>
                      </m:sup>
                    </m:sSup>
                    <m:r>
                      <m:rPr>
                        <m:sty m:val="p"/>
                      </m:rPr>
                      <m:t>(</m:t>
                    </m:r>
                    <m:r>
                      <m:t>c</m:t>
                    </m:r>
                    <m:r>
                      <m:rPr>
                        <m:sty m:val="p"/>
                      </m:rPr>
                      <m:t>)</m:t>
                    </m:r>
                    <m:r>
                      <m:rPr>
                        <m:sty m:val="p"/>
                      </m:rPr>
                      <m:t>=</m:t>
                    </m:r>
                    <m:r>
                      <m:t>0</m:t>
                    </m:r>
                    <m:r>
                      <m:t>a</m:t>
                    </m:r>
                    <m:r>
                      <m:t>n</m:t>
                    </m:r>
                    <m:r>
                      <m:t>d</m:t>
                    </m:r>
                    <m:sSup>
                      <m:e>
                        <m:r>
                          <m:t>f</m:t>
                        </m:r>
                      </m:e>
                      <m:sup>
                        <m:r>
                          <m:rPr>
                            <m:sty m:val="p"/>
                          </m:rPr>
                          <m:t>″</m:t>
                        </m:r>
                      </m:sup>
                    </m:sSup>
                    <m:r>
                      <m:rPr>
                        <m:sty m:val="p"/>
                      </m:rPr>
                      <m:t>(</m:t>
                    </m:r>
                    <m:r>
                      <m:t>c</m:t>
                    </m:r>
                    <m:r>
                      <m:rPr>
                        <m:sty m:val="p"/>
                      </m:rPr>
                      <m:t>)</m:t>
                    </m:r>
                    <m:r>
                      <m:rPr>
                        <m:sty m:val="p"/>
                      </m:rPr>
                      <m:t>=</m:t>
                    </m:r>
                    <m:r>
                      <m:t>0</m:t>
                    </m:r>
                    <m:r>
                      <m:rPr>
                        <m:sty m:val="p"/>
                      </m:rPr>
                      <m:t>⇒</m:t>
                    </m:r>
                    <m:r>
                      <m:t>f</m:t>
                    </m:r>
                    <m:r>
                      <m:t>a</m:t>
                    </m:r>
                    <m:r>
                      <m:t>t</m:t>
                    </m:r>
                    <m:r>
                      <m:t>t</m:t>
                    </m:r>
                    <m:r>
                      <m:t>a</m:t>
                    </m:r>
                    <m:r>
                      <m:t>i</m:t>
                    </m:r>
                    <m:r>
                      <m:t>n</m:t>
                    </m:r>
                    <m:r>
                      <m:t>s</m:t>
                    </m:r>
                    <m:r>
                      <m:t>b</m:t>
                    </m:r>
                    <m:r>
                      <m:t>o</m:t>
                    </m:r>
                    <m:r>
                      <m:t>t</m:t>
                    </m:r>
                    <m:r>
                      <m:t>h</m:t>
                    </m:r>
                    <m:r>
                      <m:t>m</m:t>
                    </m:r>
                    <m:r>
                      <m:t>a</m:t>
                    </m:r>
                    <m:r>
                      <m:t>x</m:t>
                    </m:r>
                    <m:r>
                      <m:t>i</m:t>
                    </m:r>
                    <m:r>
                      <m:t>m</m:t>
                    </m:r>
                    <m:r>
                      <m:t>a</m:t>
                    </m:r>
                    <m:r>
                      <m:t>a</m:t>
                    </m:r>
                    <m:r>
                      <m:t>n</m:t>
                    </m:r>
                    <m:r>
                      <m:t>d</m:t>
                    </m:r>
                    <m:r>
                      <m:t>m</m:t>
                    </m:r>
                    <m:r>
                      <m:t>i</m:t>
                    </m:r>
                    <m:r>
                      <m:t>n</m:t>
                    </m:r>
                    <m:r>
                      <m:t>i</m:t>
                    </m:r>
                    <m:r>
                      <m:t>m</m:t>
                    </m:r>
                    <m:r>
                      <m:t>a</m:t>
                    </m:r>
                  </m:oMath>
                </a14:m>
              </mc:Choice>
            </mc:AlternateContent>
            <a:r>
              <a:rPr lang="en-US" sz="1800" b="1">
                <a:solidFill>
                  <a:srgbClr val="FAD02C"/>
                </a:solidFill>
                <a:latin typeface="Arial"/>
              </a:rPr>
              <a: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886968"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722376" cy="402336"/>
          </a:xfrm>
          <a:prstGeom prst="rect">
            <a:avLst/>
          </a:prstGeom>
          <a:noFill/>
        </p:spPr>
        <p:txBody>
          <a:bodyPr wrap="none" anchor="ctr" lIns="0" rIns="0" tIns="0" bIns="0">
            <a:spAutoFit/>
          </a:bodyPr>
          <a:lstStyle/>
          <a:p>
            <a:pPr algn="l"/>
            <a:r>
              <a:rPr sz="1500" b="1">
                <a:solidFill>
                  <a:srgbClr val="FAD02C"/>
                </a:solidFill>
                <a:latin typeface="Arial"/>
              </a:rPr>
              <a:t>2025M</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I and II are true
(b) I and III are true
(c) II and III are true
(d) all are false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886968"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722376" cy="402336"/>
          </a:xfrm>
          <a:prstGeom prst="rect">
            <a:avLst/>
          </a:prstGeom>
          <a:noFill/>
        </p:spPr>
        <p:txBody>
          <a:bodyPr wrap="none" anchor="ctr" lIns="0" rIns="0" tIns="0" bIns="0">
            <a:spAutoFit/>
          </a:bodyPr>
          <a:lstStyle/>
          <a:p>
            <a:pPr algn="l"/>
            <a:r>
              <a:rPr sz="1500" b="1">
                <a:solidFill>
                  <a:srgbClr val="FAD02C"/>
                </a:solidFill>
                <a:latin typeface="Arial"/>
              </a:rPr>
              <a:t>2025M</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If each side of a cube is xunits, then the rate of change of its surface area with respect to side is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886968"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722376" cy="402336"/>
          </a:xfrm>
          <a:prstGeom prst="rect">
            <a:avLst/>
          </a:prstGeom>
          <a:noFill/>
        </p:spPr>
        <p:txBody>
          <a:bodyPr wrap="none" anchor="ctr" lIns="0" rIns="0" tIns="0" bIns="0">
            <a:spAutoFit/>
          </a:bodyPr>
          <a:lstStyle/>
          <a:p>
            <a:pPr algn="l"/>
            <a:r>
              <a:rPr sz="1500" b="1">
                <a:solidFill>
                  <a:srgbClr val="FAD02C"/>
                </a:solidFill>
                <a:latin typeface="Arial"/>
              </a:rPr>
              <a:t>2026M</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defRPr sz="1800" b="1">
                <a:solidFill>
                  <a:srgbClr val="FAD02C"/>
                </a:solidFill>
                <a:latin typeface="Arial"/>
              </a:defRPr>
            </a:pPr>
            <mc:AlternateContent xmlns:mc="http://schemas.openxmlformats.org/markup-compatibility/2006" xmlns:a14="http://schemas.microsoft.com/office/drawing/2010/main">
              <mc:Choice Requires="a14">
                <a14:m>
                  <m:oMath xmlns:m="http://schemas.openxmlformats.org/officeDocument/2006/math">
                    <m:r>
                      <m:t>12</m:t>
                    </m:r>
                    <m:r>
                      <m:t>x</m:t>
                    </m:r>
                    <m:r>
                      <m:rPr>
                        <m:sty m:val="p"/>
                      </m:rPr>
                      <m:t>(</m:t>
                    </m:r>
                    <m:r>
                      <m:t>b</m:t>
                    </m:r>
                    <m:r>
                      <m:rPr>
                        <m:sty m:val="p"/>
                      </m:rPr>
                      <m:t>)</m:t>
                    </m:r>
                    <m:r>
                      <m:t>6</m:t>
                    </m:r>
                    <m:r>
                      <m:t>x</m:t>
                    </m:r>
                    <m:r>
                      <m:rPr>
                        <m:sty m:val="p"/>
                      </m:rPr>
                      <m:t>(</m:t>
                    </m:r>
                    <m:r>
                      <m:t>c</m:t>
                    </m:r>
                    <m:r>
                      <m:rPr>
                        <m:sty m:val="p"/>
                      </m:rPr>
                      <m:t>)</m:t>
                    </m:r>
                    <m:r>
                      <m:t>6</m:t>
                    </m:r>
                    <m:sSup>
                      <m:e>
                        <m:r>
                          <m:t>x</m:t>
                        </m:r>
                      </m:e>
                      <m:sup>
                        <m:r>
                          <m:t>2</m:t>
                        </m:r>
                      </m:sup>
                    </m:sSup>
                    <m:r>
                      <m:rPr>
                        <m:sty m:val="p"/>
                      </m:rPr>
                      <m:t>(</m:t>
                    </m:r>
                    <m:r>
                      <m:t>d</m:t>
                    </m:r>
                    <m:r>
                      <m:rPr>
                        <m:sty m:val="p"/>
                      </m:rPr>
                      <m:t>)</m:t>
                    </m:r>
                    <m:r>
                      <m:t>3</m:t>
                    </m:r>
                    <m:sSup>
                      <m:e>
                        <m:r>
                          <m:t>x</m:t>
                        </m:r>
                      </m:e>
                      <m:sup>
                        <m:r>
                          <m:t>2</m:t>
                        </m:r>
                      </m:sup>
                    </m:sSup>
                    <m:r>
                      <m:t>L</m:t>
                    </m:r>
                    <m:r>
                      <m:t>e</m:t>
                    </m:r>
                    <m:r>
                      <m:t>t</m:t>
                    </m:r>
                    <m:r>
                      <m:t>C</m:t>
                    </m:r>
                    <m:r>
                      <m:t>b</m:t>
                    </m:r>
                    <m:r>
                      <m:t>e</m:t>
                    </m:r>
                    <m:r>
                      <m:t>t</m:t>
                    </m:r>
                    <m:r>
                      <m:t>h</m:t>
                    </m:r>
                    <m:r>
                      <m:t>e</m:t>
                    </m:r>
                    <m:r>
                      <m:t>c</m:t>
                    </m:r>
                    <m:r>
                      <m:t>i</m:t>
                    </m:r>
                    <m:r>
                      <m:t>r</m:t>
                    </m:r>
                    <m:r>
                      <m:t>c</m:t>
                    </m:r>
                    <m:r>
                      <m:t>u</m:t>
                    </m:r>
                    <m:r>
                      <m:t>m</m:t>
                    </m:r>
                    <m:r>
                      <m:t>f</m:t>
                    </m:r>
                    <m:r>
                      <m:t>e</m:t>
                    </m:r>
                    <m:r>
                      <m:t>r</m:t>
                    </m:r>
                    <m:r>
                      <m:t>e</m:t>
                    </m:r>
                    <m:r>
                      <m:t>n</m:t>
                    </m:r>
                    <m:r>
                      <m:t>c</m:t>
                    </m:r>
                    <m:r>
                      <m:t>e</m:t>
                    </m:r>
                    <m:r>
                      <m:t>a</m:t>
                    </m:r>
                    <m:r>
                      <m:t>n</m:t>
                    </m:r>
                    <m:r>
                      <m:t>d</m:t>
                    </m:r>
                    <m:r>
                      <m:t>A</m:t>
                    </m:r>
                    <m:r>
                      <m:t>b</m:t>
                    </m:r>
                    <m:r>
                      <m:t>e</m:t>
                    </m:r>
                    <m:r>
                      <m:t>t</m:t>
                    </m:r>
                    <m:r>
                      <m:t>h</m:t>
                    </m:r>
                    <m:r>
                      <m:t>e</m:t>
                    </m:r>
                    <m:r>
                      <m:t>a</m:t>
                    </m:r>
                    <m:r>
                      <m:t>r</m:t>
                    </m:r>
                    <m:r>
                      <m:t>e</m:t>
                    </m:r>
                    <m:r>
                      <m:t>a</m:t>
                    </m:r>
                    <m:r>
                      <m:t>o</m:t>
                    </m:r>
                    <m:r>
                      <m:t>f</m:t>
                    </m:r>
                    <m:r>
                      <m:t>a</m:t>
                    </m:r>
                    <m:r>
                      <m:t>c</m:t>
                    </m:r>
                    <m:r>
                      <m:t>i</m:t>
                    </m:r>
                    <m:r>
                      <m:t>r</m:t>
                    </m:r>
                    <m:r>
                      <m:t>c</m:t>
                    </m:r>
                    <m:r>
                      <m:t>l</m:t>
                    </m:r>
                    <m:r>
                      <m:t>e</m:t>
                    </m:r>
                    <m:r>
                      <m:rPr>
                        <m:sty m:val="p"/>
                      </m:rPr>
                      <m:t>.</m:t>
                    </m:r>
                  </m:oMath>
                </a14:m>
              </mc:Choice>
            </mc:AlternateContent>
            <a:r>
              <a:rPr lang="en-US" sz="1800" b="1">
                <a:solidFill>
                  <a:srgbClr val="FAD02C"/>
                </a:solidFill>
                <a:latin typeface="Arial"/>
              </a:rPr>
              <a: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886968"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722376" cy="402336"/>
          </a:xfrm>
          <a:prstGeom prst="rect">
            <a:avLst/>
          </a:prstGeom>
          <a:noFill/>
        </p:spPr>
        <p:txBody>
          <a:bodyPr wrap="none" anchor="ctr" lIns="0" rIns="0" tIns="0" bIns="0">
            <a:spAutoFit/>
          </a:bodyPr>
          <a:lstStyle/>
          <a:p>
            <a:pPr algn="l"/>
            <a:r>
              <a:rPr sz="1500" b="1">
                <a:solidFill>
                  <a:srgbClr val="FAD02C"/>
                </a:solidFill>
                <a:latin typeface="Arial"/>
              </a:rPr>
              <a:t>2026M</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defRPr sz="1800" b="1">
                <a:solidFill>
                  <a:srgbClr val="FAD02C"/>
                </a:solidFill>
                <a:latin typeface="Arial"/>
              </a:defRPr>
            </a:pPr>
            <mc:AlternateContent xmlns:mc="http://schemas.openxmlformats.org/markup-compatibility/2006" xmlns:a14="http://schemas.microsoft.com/office/drawing/2010/main">
              <mc:Choice Requires="a14">
                <a14:m>
                  <m:oMath xmlns:m="http://schemas.openxmlformats.org/officeDocument/2006/math">
                    <m:r>
                      <m:t>S</m:t>
                    </m:r>
                    <m:r>
                      <m:t>t</m:t>
                    </m:r>
                    <m:r>
                      <m:t>a</m:t>
                    </m:r>
                    <m:r>
                      <m:t>t</m:t>
                    </m:r>
                    <m:r>
                      <m:t>e</m:t>
                    </m:r>
                    <m:r>
                      <m:t>m</m:t>
                    </m:r>
                    <m:r>
                      <m:t>e</m:t>
                    </m:r>
                    <m:r>
                      <m:t>n</m:t>
                    </m:r>
                    <m:r>
                      <m:t>t</m:t>
                    </m:r>
                    <m:r>
                      <m:t>1</m:t>
                    </m:r>
                    <m:r>
                      <m:rPr>
                        <m:sty m:val="p"/>
                      </m:rPr>
                      <m:t>:</m:t>
                    </m:r>
                    <m:r>
                      <m:t>T</m:t>
                    </m:r>
                    <m:r>
                      <m:t>h</m:t>
                    </m:r>
                    <m:r>
                      <m:t>e</m:t>
                    </m:r>
                    <m:r>
                      <m:rPr>
                        <m:nor/>
                        <m:sty m:val="p"/>
                      </m:rPr>
                      <m:t>rate</m:t>
                    </m:r>
                    <m:r>
                      <m:t>o</m:t>
                    </m:r>
                    <m:r>
                      <m:t>f</m:t>
                    </m:r>
                    <m:r>
                      <m:t>c</m:t>
                    </m:r>
                    <m:r>
                      <m:t>h</m:t>
                    </m:r>
                    <m:r>
                      <m:t>a</m:t>
                    </m:r>
                    <m:r>
                      <m:t>n</m:t>
                    </m:r>
                    <m:r>
                      <m:t>g</m:t>
                    </m:r>
                    <m:r>
                      <m:t>e</m:t>
                    </m:r>
                    <m:r>
                      <m:t>o</m:t>
                    </m:r>
                    <m:r>
                      <m:t>f</m:t>
                    </m:r>
                    <m:r>
                      <m:t>t</m:t>
                    </m:r>
                    <m:r>
                      <m:t>h</m:t>
                    </m:r>
                    <m:r>
                      <m:t>e</m:t>
                    </m:r>
                    <m:r>
                      <m:t>a</m:t>
                    </m:r>
                    <m:r>
                      <m:t>r</m:t>
                    </m:r>
                    <m:r>
                      <m:t>e</m:t>
                    </m:r>
                    <m:r>
                      <m:t>a</m:t>
                    </m:r>
                    <m:r>
                      <m:t>w</m:t>
                    </m:r>
                    <m:r>
                      <m:t>i</m:t>
                    </m:r>
                    <m:r>
                      <m:t>t</m:t>
                    </m:r>
                    <m:r>
                      <m:t>h</m:t>
                    </m:r>
                    <m:r>
                      <m:t>r</m:t>
                    </m:r>
                    <m:r>
                      <m:t>e</m:t>
                    </m:r>
                    <m:r>
                      <m:t>s</m:t>
                    </m:r>
                    <m:r>
                      <m:t>p</m:t>
                    </m:r>
                    <m:r>
                      <m:t>e</m:t>
                    </m:r>
                    <m:r>
                      <m:t>c</m:t>
                    </m:r>
                    <m:r>
                      <m:t>t</m:t>
                    </m:r>
                    <m:r>
                      <m:t>i</m:t>
                    </m:r>
                    <m:r>
                      <m:t>v</m:t>
                    </m:r>
                    <m:r>
                      <m:t>e</m:t>
                    </m:r>
                    <m:r>
                      <m:t>t</m:t>
                    </m:r>
                    <m:r>
                      <m:t>o</m:t>
                    </m:r>
                    <m:r>
                      <m:t>r</m:t>
                    </m:r>
                    <m:r>
                      <m:t>a</m:t>
                    </m:r>
                    <m:r>
                      <m:t>d</m:t>
                    </m:r>
                    <m:r>
                      <m:t>i</m:t>
                    </m:r>
                    <m:r>
                      <m:t>u</m:t>
                    </m:r>
                    <m:r>
                      <m:t>s</m:t>
                    </m:r>
                    <m:r>
                      <m:t>i</m:t>
                    </m:r>
                    <m:r>
                      <m:t>s</m:t>
                    </m:r>
                    <m:r>
                      <m:t>e</m:t>
                    </m:r>
                    <m:r>
                      <m:t>q</m:t>
                    </m:r>
                    <m:r>
                      <m:t>u</m:t>
                    </m:r>
                    <m:r>
                      <m:t>a</m:t>
                    </m:r>
                    <m:r>
                      <m:t>l</m:t>
                    </m:r>
                    <m:r>
                      <m:t>t</m:t>
                    </m:r>
                    <m:r>
                      <m:t>o</m:t>
                    </m:r>
                    <m:r>
                      <m:t>C</m:t>
                    </m:r>
                    <m:r>
                      <m:rPr>
                        <m:sty m:val="p"/>
                      </m:rPr>
                      <m:t>.</m:t>
                    </m:r>
                    <m:r>
                      <m:t>S</m:t>
                    </m:r>
                    <m:r>
                      <m:t>t</m:t>
                    </m:r>
                    <m:r>
                      <m:t>a</m:t>
                    </m:r>
                    <m:r>
                      <m:t>t</m:t>
                    </m:r>
                    <m:r>
                      <m:t>e</m:t>
                    </m:r>
                    <m:r>
                      <m:t>m</m:t>
                    </m:r>
                    <m:r>
                      <m:t>e</m:t>
                    </m:r>
                    <m:r>
                      <m:t>n</m:t>
                    </m:r>
                    <m:r>
                      <m:t>t</m:t>
                    </m:r>
                    <m:r>
                      <m:t>2</m:t>
                    </m:r>
                    <m:r>
                      <m:rPr>
                        <m:sty m:val="p"/>
                      </m:rPr>
                      <m:t>:</m:t>
                    </m:r>
                    <m:r>
                      <m:t>T</m:t>
                    </m:r>
                    <m:r>
                      <m:t>h</m:t>
                    </m:r>
                    <m:r>
                      <m:t>e</m:t>
                    </m:r>
                    <m:r>
                      <m:rPr>
                        <m:nor/>
                        <m:sty m:val="p"/>
                      </m:rPr>
                      <m:t>rate</m:t>
                    </m:r>
                    <m:r>
                      <m:t>o</m:t>
                    </m:r>
                    <m:r>
                      <m:t>f</m:t>
                    </m:r>
                    <m:r>
                      <m:t>c</m:t>
                    </m:r>
                    <m:r>
                      <m:t>h</m:t>
                    </m:r>
                    <m:r>
                      <m:t>a</m:t>
                    </m:r>
                    <m:r>
                      <m:t>n</m:t>
                    </m:r>
                    <m:r>
                      <m:t>g</m:t>
                    </m:r>
                    <m:r>
                      <m:t>e</m:t>
                    </m:r>
                    <m:r>
                      <m:t>o</m:t>
                    </m:r>
                    <m:r>
                      <m:t>f</m:t>
                    </m:r>
                    <m:r>
                      <m:t>t</m:t>
                    </m:r>
                    <m:r>
                      <m:t>h</m:t>
                    </m:r>
                    <m:r>
                      <m:t>e</m:t>
                    </m:r>
                    <m:r>
                      <m:t>a</m:t>
                    </m:r>
                    <m:r>
                      <m:t>r</m:t>
                    </m:r>
                    <m:r>
                      <m:t>e</m:t>
                    </m:r>
                    <m:r>
                      <m:t>a</m:t>
                    </m:r>
                    <m:r>
                      <m:t>w</m:t>
                    </m:r>
                    <m:r>
                      <m:t>i</m:t>
                    </m:r>
                    <m:r>
                      <m:t>t</m:t>
                    </m:r>
                    <m:r>
                      <m:t>h</m:t>
                    </m:r>
                    <m:r>
                      <m:t>r</m:t>
                    </m:r>
                    <m:r>
                      <m:t>e</m:t>
                    </m:r>
                    <m:r>
                      <m:t>s</m:t>
                    </m:r>
                    <m:r>
                      <m:t>p</m:t>
                    </m:r>
                    <m:r>
                      <m:t>e</m:t>
                    </m:r>
                    <m:r>
                      <m:t>c</m:t>
                    </m:r>
                    <m:r>
                      <m:t>t</m:t>
                    </m:r>
                    <m:r>
                      <m:t>i</m:t>
                    </m:r>
                    <m:r>
                      <m:t>v</m:t>
                    </m:r>
                    <m:r>
                      <m:t>e</m:t>
                    </m:r>
                    <m:r>
                      <m:t>t</m:t>
                    </m:r>
                    <m:r>
                      <m:t>o</m:t>
                    </m:r>
                    <m:r>
                      <m:t>d</m:t>
                    </m:r>
                    <m:r>
                      <m:t>i</m:t>
                    </m:r>
                    <m:r>
                      <m:t>a</m:t>
                    </m:r>
                    <m:r>
                      <m:t>m</m:t>
                    </m:r>
                    <m:r>
                      <m:t>e</m:t>
                    </m:r>
                    <m:r>
                      <m:t>t</m:t>
                    </m:r>
                    <m:r>
                      <m:t>e</m:t>
                    </m:r>
                    <m:r>
                      <m:t>r</m:t>
                    </m:r>
                    <m:r>
                      <m:t>i</m:t>
                    </m:r>
                    <m:r>
                      <m:t>s</m:t>
                    </m:r>
                    <m:r>
                      <m:t>C</m:t>
                    </m:r>
                    <m:r>
                      <m:rPr>
                        <m:sty m:val="p"/>
                      </m:rPr>
                      <m:t>/</m:t>
                    </m:r>
                    <m:r>
                      <m:t>2</m:t>
                    </m:r>
                    <m:r>
                      <m:rPr>
                        <m:sty m:val="p"/>
                      </m:rPr>
                      <m:t>.</m:t>
                    </m:r>
                    <m:r>
                      <m:rPr>
                        <m:sty m:val="p"/>
                      </m:rPr>
                      <m:t>(</m:t>
                    </m:r>
                    <m:r>
                      <m:t>a</m:t>
                    </m:r>
                    <m:r>
                      <m:rPr>
                        <m:sty m:val="p"/>
                      </m:rPr>
                      <m:t>)</m:t>
                    </m:r>
                    <m:r>
                      <m:t>O</m:t>
                    </m:r>
                    <m:r>
                      <m:t>n</m:t>
                    </m:r>
                    <m:r>
                      <m:t>l</m:t>
                    </m:r>
                    <m:r>
                      <m:t>y</m:t>
                    </m:r>
                    <m:r>
                      <m:t>S</m:t>
                    </m:r>
                    <m:r>
                      <m:t>t</m:t>
                    </m:r>
                    <m:r>
                      <m:t>a</m:t>
                    </m:r>
                    <m:r>
                      <m:t>t</m:t>
                    </m:r>
                    <m:r>
                      <m:t>e</m:t>
                    </m:r>
                    <m:r>
                      <m:t>m</m:t>
                    </m:r>
                    <m:r>
                      <m:t>e</m:t>
                    </m:r>
                    <m:r>
                      <m:t>n</m:t>
                    </m:r>
                    <m:r>
                      <m:t>t</m:t>
                    </m:r>
                    <m:r>
                      <m:t>1</m:t>
                    </m:r>
                    <m:r>
                      <m:t>i</m:t>
                    </m:r>
                    <m:r>
                      <m:t>s</m:t>
                    </m:r>
                    <m:r>
                      <m:t>t</m:t>
                    </m:r>
                    <m:r>
                      <m:t>r</m:t>
                    </m:r>
                    <m:r>
                      <m:t>u</m:t>
                    </m:r>
                    <m:r>
                      <m:t>e</m:t>
                    </m:r>
                    <m:r>
                      <m:rPr>
                        <m:sty m:val="p"/>
                      </m:rPr>
                      <m:t>(</m:t>
                    </m:r>
                    <m:r>
                      <m:t>b</m:t>
                    </m:r>
                    <m:r>
                      <m:rPr>
                        <m:sty m:val="p"/>
                      </m:rPr>
                      <m:t>)</m:t>
                    </m:r>
                    <m:r>
                      <m:t>O</m:t>
                    </m:r>
                    <m:r>
                      <m:t>n</m:t>
                    </m:r>
                    <m:r>
                      <m:t>l</m:t>
                    </m:r>
                    <m:r>
                      <m:t>y</m:t>
                    </m:r>
                    <m:r>
                      <m:t>s</m:t>
                    </m:r>
                    <m:r>
                      <m:t>t</m:t>
                    </m:r>
                    <m:r>
                      <m:t>a</m:t>
                    </m:r>
                    <m:r>
                      <m:t>t</m:t>
                    </m:r>
                    <m:r>
                      <m:t>e</m:t>
                    </m:r>
                    <m:r>
                      <m:t>m</m:t>
                    </m:r>
                    <m:r>
                      <m:t>e</m:t>
                    </m:r>
                    <m:r>
                      <m:t>n</m:t>
                    </m:r>
                    <m:r>
                      <m:t>t</m:t>
                    </m:r>
                    <m:r>
                      <m:t>2</m:t>
                    </m:r>
                    <m:r>
                      <m:t>i</m:t>
                    </m:r>
                    <m:r>
                      <m:t>s</m:t>
                    </m:r>
                    <m:r>
                      <m:t>t</m:t>
                    </m:r>
                    <m:r>
                      <m:t>r</m:t>
                    </m:r>
                    <m:r>
                      <m:t>u</m:t>
                    </m:r>
                    <m:r>
                      <m:t>e</m:t>
                    </m:r>
                    <m:r>
                      <m:rPr>
                        <m:sty m:val="p"/>
                      </m:rPr>
                      <m:t>(</m:t>
                    </m:r>
                    <m:r>
                      <m:t>c</m:t>
                    </m:r>
                    <m:r>
                      <m:rPr>
                        <m:sty m:val="p"/>
                      </m:rPr>
                      <m:t>)</m:t>
                    </m:r>
                    <m:r>
                      <m:t>B</m:t>
                    </m:r>
                    <m:r>
                      <m:t>o</m:t>
                    </m:r>
                    <m:r>
                      <m:t>t</m:t>
                    </m:r>
                    <m:r>
                      <m:t>h</m:t>
                    </m:r>
                    <m:r>
                      <m:t>s</m:t>
                    </m:r>
                    <m:r>
                      <m:t>t</m:t>
                    </m:r>
                    <m:r>
                      <m:t>a</m:t>
                    </m:r>
                    <m:r>
                      <m:t>t</m:t>
                    </m:r>
                    <m:r>
                      <m:t>e</m:t>
                    </m:r>
                    <m:r>
                      <m:t>m</m:t>
                    </m:r>
                    <m:r>
                      <m:t>e</m:t>
                    </m:r>
                    <m:r>
                      <m:t>n</m:t>
                    </m:r>
                    <m:r>
                      <m:t>t</m:t>
                    </m:r>
                    <m:r>
                      <m:t>s</m:t>
                    </m:r>
                    <m:r>
                      <m:t>a</m:t>
                    </m:r>
                    <m:r>
                      <m:t>r</m:t>
                    </m:r>
                    <m:r>
                      <m:t>e</m:t>
                    </m:r>
                    <m:r>
                      <m:t>t</m:t>
                    </m:r>
                    <m:r>
                      <m:t>r</m:t>
                    </m:r>
                    <m:r>
                      <m:t>u</m:t>
                    </m:r>
                    <m:r>
                      <m:t>e</m:t>
                    </m:r>
                    <m:r>
                      <m:rPr>
                        <m:sty m:val="p"/>
                      </m:rPr>
                      <m:t>(</m:t>
                    </m:r>
                    <m:r>
                      <m:t>d</m:t>
                    </m:r>
                    <m:r>
                      <m:rPr>
                        <m:sty m:val="p"/>
                      </m:rPr>
                      <m:t>)</m:t>
                    </m:r>
                    <m:r>
                      <m:t>B</m:t>
                    </m:r>
                    <m:r>
                      <m:t>o</m:t>
                    </m:r>
                    <m:r>
                      <m:t>t</m:t>
                    </m:r>
                    <m:r>
                      <m:t>h</m:t>
                    </m:r>
                    <m:r>
                      <m:t>s</m:t>
                    </m:r>
                    <m:r>
                      <m:t>t</m:t>
                    </m:r>
                    <m:r>
                      <m:t>a</m:t>
                    </m:r>
                    <m:r>
                      <m:t>t</m:t>
                    </m:r>
                    <m:r>
                      <m:t>e</m:t>
                    </m:r>
                    <m:r>
                      <m:t>m</m:t>
                    </m:r>
                    <m:r>
                      <m:t>e</m:t>
                    </m:r>
                    <m:r>
                      <m:t>n</m:t>
                    </m:r>
                    <m:r>
                      <m:t>t</m:t>
                    </m:r>
                    <m:r>
                      <m:t>s</m:t>
                    </m:r>
                    <m:r>
                      <m:t>a</m:t>
                    </m:r>
                    <m:r>
                      <m:t>r</m:t>
                    </m:r>
                    <m:r>
                      <m:t>e</m:t>
                    </m:r>
                    <m:r>
                      <m:t>f</m:t>
                    </m:r>
                    <m:r>
                      <m:t>a</m:t>
                    </m:r>
                    <m:r>
                      <m:t>l</m:t>
                    </m:r>
                    <m:r>
                      <m:t>s</m:t>
                    </m:r>
                    <m:r>
                      <m:t>e</m:t>
                    </m:r>
                    <m:r>
                      <m:t>F</m:t>
                    </m:r>
                    <m:r>
                      <m:t>u</m:t>
                    </m:r>
                    <m:r>
                      <m:t>n</m:t>
                    </m:r>
                    <m:r>
                      <m:t>c</m:t>
                    </m:r>
                    <m:r>
                      <m:t>t</m:t>
                    </m:r>
                    <m:r>
                      <m:t>i</m:t>
                    </m:r>
                    <m:r>
                      <m:t>o</m:t>
                    </m:r>
                    <m:r>
                      <m:t>n</m:t>
                    </m:r>
                    <m:r>
                      <m:t>f</m:t>
                    </m:r>
                    <m:r>
                      <m:rPr>
                        <m:sty m:val="p"/>
                      </m:rPr>
                      <m:t>(</m:t>
                    </m:r>
                    <m:r>
                      <m:t>x</m:t>
                    </m:r>
                    <m:r>
                      <m:rPr>
                        <m:sty m:val="p"/>
                      </m:rPr>
                      <m:t>)</m:t>
                    </m:r>
                    <m:r>
                      <m:rPr>
                        <m:sty m:val="p"/>
                      </m:rPr>
                      <m:t>=</m:t>
                    </m:r>
                    <m:sSup>
                      <m:e>
                        <m:r>
                          <m:t>a</m:t>
                        </m:r>
                      </m:e>
                      <m:sup>
                        <m:r>
                          <m:t>x</m:t>
                        </m:r>
                      </m:sup>
                    </m:sSup>
                    <m:r>
                      <m:t>i</m:t>
                    </m:r>
                    <m:r>
                      <m:t>s</m:t>
                    </m:r>
                    <m:r>
                      <m:t>i</m:t>
                    </m:r>
                    <m:r>
                      <m:t>n</m:t>
                    </m:r>
                    <m:r>
                      <m:t>c</m:t>
                    </m:r>
                    <m:r>
                      <m:t>r</m:t>
                    </m:r>
                    <m:r>
                      <m:t>e</m:t>
                    </m:r>
                    <m:r>
                      <m:t>a</m:t>
                    </m:r>
                    <m:r>
                      <m:t>s</m:t>
                    </m:r>
                    <m:r>
                      <m:t>i</m:t>
                    </m:r>
                    <m:r>
                      <m:t>n</m:t>
                    </m:r>
                    <m:r>
                      <m:t>g</m:t>
                    </m:r>
                    <m:r>
                      <m:t>o</m:t>
                    </m:r>
                    <m:r>
                      <m:t>n</m:t>
                    </m:r>
                    <m:r>
                      <m:t>R</m:t>
                    </m:r>
                    <m:r>
                      <m:rPr>
                        <m:sty m:val="p"/>
                      </m:rPr>
                      <m:t>,</m:t>
                    </m:r>
                    <m:r>
                      <m:t>i</m:t>
                    </m:r>
                    <m:r>
                      <m:t>f</m:t>
                    </m:r>
                    <m:r>
                      <m:rPr>
                        <m:sty m:val="p"/>
                      </m:rPr>
                      <m:t>(</m:t>
                    </m:r>
                    <m:r>
                      <m:t>a</m:t>
                    </m:r>
                    <m:r>
                      <m:rPr>
                        <m:sty m:val="p"/>
                      </m:rPr>
                      <m:t>)</m:t>
                    </m:r>
                    <m:r>
                      <m:t>a</m:t>
                    </m:r>
                    <m:r>
                      <m:rPr>
                        <m:sty m:val="p"/>
                      </m:rPr>
                      <m:t>&gt;</m:t>
                    </m:r>
                    <m:r>
                      <m:t>0</m:t>
                    </m:r>
                    <m:r>
                      <m:rPr>
                        <m:sty m:val="p"/>
                      </m:rPr>
                      <m:t>(</m:t>
                    </m:r>
                    <m:r>
                      <m:t>b</m:t>
                    </m:r>
                    <m:r>
                      <m:rPr>
                        <m:sty m:val="p"/>
                      </m:rPr>
                      <m:t>)</m:t>
                    </m:r>
                    <m:r>
                      <m:t>a</m:t>
                    </m:r>
                    <m:r>
                      <m:rPr>
                        <m:sty m:val="p"/>
                      </m:rPr>
                      <m:t>&lt;</m:t>
                    </m:r>
                    <m:r>
                      <m:t>0</m:t>
                    </m:r>
                    <m:r>
                      <m:rPr>
                        <m:sty m:val="p"/>
                      </m:rPr>
                      <m:t>(</m:t>
                    </m:r>
                    <m:r>
                      <m:t>c</m:t>
                    </m:r>
                    <m:r>
                      <m:rPr>
                        <m:sty m:val="p"/>
                      </m:rPr>
                      <m:t>)</m:t>
                    </m:r>
                    <m:r>
                      <m:t>0</m:t>
                    </m:r>
                    <m:r>
                      <m:rPr>
                        <m:sty m:val="p"/>
                      </m:rPr>
                      <m:t>&lt;</m:t>
                    </m:r>
                    <m:r>
                      <m:t>a</m:t>
                    </m:r>
                    <m:r>
                      <m:rPr>
                        <m:sty m:val="p"/>
                      </m:rPr>
                      <m:t>&lt;</m:t>
                    </m:r>
                    <m:r>
                      <m:t>1</m:t>
                    </m:r>
                    <m:r>
                      <m:rPr>
                        <m:sty m:val="p"/>
                      </m:rPr>
                      <m:t>(</m:t>
                    </m:r>
                    <m:r>
                      <m:t>d</m:t>
                    </m:r>
                    <m:r>
                      <m:rPr>
                        <m:sty m:val="p"/>
                      </m:rPr>
                      <m:t>)</m:t>
                    </m:r>
                    <m:r>
                      <m:t>a</m:t>
                    </m:r>
                    <m:r>
                      <m:rPr>
                        <m:sty m:val="p"/>
                      </m:rPr>
                      <m:t>&gt;</m:t>
                    </m:r>
                    <m:r>
                      <m:t>1</m:t>
                    </m:r>
                  </m:oMath>
                </a14:m>
              </mc:Choice>
            </mc:AlternateContent>
            <a:r>
              <a:rPr lang="en-US" sz="1800" b="1">
                <a:solidFill>
                  <a:srgbClr val="FAD02C"/>
                </a:solidFill>
                <a:latin typeface="Arial"/>
              </a:rPr>
              <a:t>​</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886968"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722376" cy="402336"/>
          </a:xfrm>
          <a:prstGeom prst="rect">
            <a:avLst/>
          </a:prstGeom>
          <a:noFill/>
        </p:spPr>
        <p:txBody>
          <a:bodyPr wrap="none" anchor="ctr" lIns="0" rIns="0" tIns="0" bIns="0">
            <a:spAutoFit/>
          </a:bodyPr>
          <a:lstStyle/>
          <a:p>
            <a:pPr algn="l"/>
            <a:r>
              <a:rPr sz="1500" b="1">
                <a:solidFill>
                  <a:srgbClr val="FAD02C"/>
                </a:solidFill>
                <a:latin typeface="Arial"/>
              </a:rPr>
              <a:t>2026M</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defRPr sz="1800" b="1">
                <a:solidFill>
                  <a:srgbClr val="FAD02C"/>
                </a:solidFill>
                <a:latin typeface="Arial"/>
              </a:defRPr>
            </a:pPr>
            <mc:AlternateContent xmlns:mc="http://schemas.openxmlformats.org/markup-compatibility/2006" xmlns:a14="http://schemas.microsoft.com/office/drawing/2010/main">
              <mc:Choice Requires="a14">
                <a14:m>
                  <m:oMath xmlns:m="http://schemas.openxmlformats.org/officeDocument/2006/math">
                    <m:r>
                      <m:t>T</m:t>
                    </m:r>
                    <m:r>
                      <m:t>h</m:t>
                    </m:r>
                    <m:r>
                      <m:t>e</m:t>
                    </m:r>
                    <m:r>
                      <m:t>t</m:t>
                    </m:r>
                    <m:r>
                      <m:t>o</m:t>
                    </m:r>
                    <m:r>
                      <m:t>t</m:t>
                    </m:r>
                    <m:r>
                      <m:t>a</m:t>
                    </m:r>
                    <m:r>
                      <m:t>l</m:t>
                    </m:r>
                    <m:r>
                      <m:t>r</m:t>
                    </m:r>
                    <m:r>
                      <m:t>e</m:t>
                    </m:r>
                    <m:r>
                      <m:t>v</m:t>
                    </m:r>
                    <m:r>
                      <m:t>e</m:t>
                    </m:r>
                    <m:r>
                      <m:t>n</m:t>
                    </m:r>
                    <m:r>
                      <m:t>u</m:t>
                    </m:r>
                    <m:r>
                      <m:t>e</m:t>
                    </m:r>
                    <m:r>
                      <m:t>i</m:t>
                    </m:r>
                    <m:r>
                      <m:t>n</m:t>
                    </m:r>
                    <m:r>
                      <m:t>r</m:t>
                    </m:r>
                    <m:r>
                      <m:t>u</m:t>
                    </m:r>
                    <m:r>
                      <m:t>p</m:t>
                    </m:r>
                    <m:r>
                      <m:t>e</m:t>
                    </m:r>
                    <m:r>
                      <m:t>e</m:t>
                    </m:r>
                    <m:r>
                      <m:t>s</m:t>
                    </m:r>
                    <m:r>
                      <m:t>r</m:t>
                    </m:r>
                    <m:r>
                      <m:t>e</m:t>
                    </m:r>
                    <m:r>
                      <m:t>c</m:t>
                    </m:r>
                    <m:r>
                      <m:t>e</m:t>
                    </m:r>
                    <m:r>
                      <m:t>i</m:t>
                    </m:r>
                    <m:r>
                      <m:t>v</m:t>
                    </m:r>
                    <m:r>
                      <m:t>e</m:t>
                    </m:r>
                    <m:r>
                      <m:t>d</m:t>
                    </m:r>
                    <m:r>
                      <m:t>f</m:t>
                    </m:r>
                    <m:r>
                      <m:t>r</m:t>
                    </m:r>
                    <m:r>
                      <m:t>o</m:t>
                    </m:r>
                    <m:r>
                      <m:t>m</m:t>
                    </m:r>
                    <m:r>
                      <m:t>t</m:t>
                    </m:r>
                    <m:r>
                      <m:t>h</m:t>
                    </m:r>
                    <m:r>
                      <m:t>e</m:t>
                    </m:r>
                    <m:r>
                      <m:t>s</m:t>
                    </m:r>
                    <m:r>
                      <m:t>a</m:t>
                    </m:r>
                    <m:r>
                      <m:t>l</m:t>
                    </m:r>
                    <m:r>
                      <m:t>e</m:t>
                    </m:r>
                    <m:r>
                      <m:t>o</m:t>
                    </m:r>
                    <m:r>
                      <m:t>f</m:t>
                    </m:r>
                    <m:r>
                      <m:t>x</m:t>
                    </m:r>
                    <m:r>
                      <m:t>u</m:t>
                    </m:r>
                    <m:r>
                      <m:t>n</m:t>
                    </m:r>
                    <m:r>
                      <m:t>i</m:t>
                    </m:r>
                    <m:r>
                      <m:t>t</m:t>
                    </m:r>
                    <m:r>
                      <m:t>s</m:t>
                    </m:r>
                    <m:r>
                      <m:t>o</m:t>
                    </m:r>
                    <m:r>
                      <m:t>f</m:t>
                    </m:r>
                    <m:r>
                      <m:t>a</m:t>
                    </m:r>
                    <m:r>
                      <m:t>p</m:t>
                    </m:r>
                    <m:r>
                      <m:t>r</m:t>
                    </m:r>
                    <m:r>
                      <m:t>o</m:t>
                    </m:r>
                    <m:r>
                      <m:t>d</m:t>
                    </m:r>
                    <m:r>
                      <m:t>u</m:t>
                    </m:r>
                    <m:r>
                      <m:t>c</m:t>
                    </m:r>
                    <m:r>
                      <m:t>t</m:t>
                    </m:r>
                    <m:r>
                      <m:t>i</m:t>
                    </m:r>
                    <m:r>
                      <m:t>s</m:t>
                    </m:r>
                    <m:r>
                      <m:t>R</m:t>
                    </m:r>
                    <m:r>
                      <m:rPr>
                        <m:sty m:val="p"/>
                      </m:rPr>
                      <m:t>(</m:t>
                    </m:r>
                    <m:r>
                      <m:t>x</m:t>
                    </m:r>
                    <m:r>
                      <m:rPr>
                        <m:sty m:val="p"/>
                      </m:rPr>
                      <m:t>)</m:t>
                    </m:r>
                    <m:r>
                      <m:rPr>
                        <m:sty m:val="p"/>
                      </m:rPr>
                      <m:t>=</m:t>
                    </m:r>
                    <m:r>
                      <m:t>3</m:t>
                    </m:r>
                    <m:sSup>
                      <m:e>
                        <m:r>
                          <m:t>x</m:t>
                        </m:r>
                      </m:e>
                      <m:sup>
                        <m:r>
                          <m:t>2</m:t>
                        </m:r>
                      </m:sup>
                    </m:sSup>
                    <m:r>
                      <m:rPr>
                        <m:sty m:val="p"/>
                      </m:rPr>
                      <m:t>+</m:t>
                    </m:r>
                    <m:r>
                      <m:t>36</m:t>
                    </m:r>
                    <m:r>
                      <m:t>x</m:t>
                    </m:r>
                    <m:r>
                      <m:rPr>
                        <m:sty m:val="p"/>
                      </m:rPr>
                      <m:t>+</m:t>
                    </m:r>
                    <m:r>
                      <m:t>5</m:t>
                    </m:r>
                    <m:r>
                      <m:rPr>
                        <m:sty m:val="p"/>
                      </m:rPr>
                      <m:t>,</m:t>
                    </m:r>
                    <m:r>
                      <m:t>t</m:t>
                    </m:r>
                    <m:r>
                      <m:t>h</m:t>
                    </m:r>
                    <m:r>
                      <m:t>e</m:t>
                    </m:r>
                    <m:r>
                      <m:t>n</m:t>
                    </m:r>
                    <m:r>
                      <m:t>t</m:t>
                    </m:r>
                    <m:r>
                      <m:t>h</m:t>
                    </m:r>
                    <m:r>
                      <m:t>e</m:t>
                    </m:r>
                    <m:r>
                      <m:t>m</m:t>
                    </m:r>
                    <m:r>
                      <m:t>a</m:t>
                    </m:r>
                    <m:r>
                      <m:t>r</m:t>
                    </m:r>
                    <m:r>
                      <m:t>g</m:t>
                    </m:r>
                    <m:r>
                      <m:t>i</m:t>
                    </m:r>
                    <m:r>
                      <m:t>n</m:t>
                    </m:r>
                    <m:r>
                      <m:t>a</m:t>
                    </m:r>
                    <m:r>
                      <m:t>l</m:t>
                    </m:r>
                    <m:r>
                      <m:t>r</m:t>
                    </m:r>
                    <m:r>
                      <m:t>e</m:t>
                    </m:r>
                    <m:r>
                      <m:t>v</m:t>
                    </m:r>
                    <m:r>
                      <m:t>e</m:t>
                    </m:r>
                    <m:r>
                      <m:t>n</m:t>
                    </m:r>
                    <m:r>
                      <m:t>u</m:t>
                    </m:r>
                    <m:r>
                      <m:t>e</m:t>
                    </m:r>
                    <m:r>
                      <m:t>w</m:t>
                    </m:r>
                    <m:r>
                      <m:t>h</m:t>
                    </m:r>
                    <m:r>
                      <m:t>e</m:t>
                    </m:r>
                    <m:r>
                      <m:t>n</m:t>
                    </m:r>
                    <m:r>
                      <m:t>x</m:t>
                    </m:r>
                    <m:r>
                      <m:rPr>
                        <m:sty m:val="p"/>
                      </m:rPr>
                      <m:t>=</m:t>
                    </m:r>
                    <m:r>
                      <m:t>15</m:t>
                    </m:r>
                    <m:r>
                      <m:t>i</m:t>
                    </m:r>
                    <m:r>
                      <m:t>s</m:t>
                    </m:r>
                    <m:r>
                      <m:rPr>
                        <m:sty m:val="p"/>
                      </m:rPr>
                      <m:t>…</m:t>
                    </m:r>
                    <m:r>
                      <m:rPr>
                        <m:sty m:val="p"/>
                      </m:rPr>
                      <m:t>…</m:t>
                    </m:r>
                    <m:r>
                      <m:t>R</m:t>
                    </m:r>
                    <m:r>
                      <m:t>u</m:t>
                    </m:r>
                    <m:r>
                      <m:t>p</m:t>
                    </m:r>
                    <m:r>
                      <m:t>e</m:t>
                    </m:r>
                    <m:r>
                      <m:t>e</m:t>
                    </m:r>
                    <m:r>
                      <m:t>s</m:t>
                    </m:r>
                    <m:r>
                      <m:rPr>
                        <m:sty m:val="p"/>
                      </m:rPr>
                      <m:t>(</m:t>
                    </m:r>
                    <m:r>
                      <m:t>a</m:t>
                    </m:r>
                    <m:r>
                      <m:rPr>
                        <m:sty m:val="p"/>
                      </m:rPr>
                      <m:t>)</m:t>
                    </m:r>
                    <m:r>
                      <m:t>116</m:t>
                    </m:r>
                    <m:r>
                      <m:rPr>
                        <m:sty m:val="p"/>
                      </m:rPr>
                      <m:t>(</m:t>
                    </m:r>
                    <m:r>
                      <m:t>b</m:t>
                    </m:r>
                    <m:r>
                      <m:rPr>
                        <m:sty m:val="p"/>
                      </m:rPr>
                      <m:t>)</m:t>
                    </m:r>
                    <m:r>
                      <m:t>96</m:t>
                    </m:r>
                    <m:r>
                      <m:rPr>
                        <m:sty m:val="p"/>
                      </m:rPr>
                      <m:t>(</m:t>
                    </m:r>
                    <m:r>
                      <m:t>c</m:t>
                    </m:r>
                    <m:r>
                      <m:rPr>
                        <m:sty m:val="p"/>
                      </m:rPr>
                      <m:t>)</m:t>
                    </m:r>
                    <m:r>
                      <m:t>90</m:t>
                    </m:r>
                    <m:r>
                      <m:rPr>
                        <m:sty m:val="p"/>
                      </m:rPr>
                      <m:t>(</m:t>
                    </m:r>
                    <m:r>
                      <m:t>d</m:t>
                    </m:r>
                    <m:r>
                      <m:rPr>
                        <m:sty m:val="p"/>
                      </m:rPr>
                      <m:t>)</m:t>
                    </m:r>
                    <m:r>
                      <m:t>126</m:t>
                    </m:r>
                  </m:oMath>
                </a14:m>
              </mc:Choice>
            </mc:AlternateContent>
            <a:r>
              <a:rPr lang="en-US" sz="1800" b="1">
                <a:solidFill>
                  <a:srgbClr val="FAD02C"/>
                </a:solidFill>
                <a:latin typeface="Arial"/>
              </a:rPr>
              <a: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886968"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722376" cy="402336"/>
          </a:xfrm>
          <a:prstGeom prst="rect">
            <a:avLst/>
          </a:prstGeom>
          <a:noFill/>
        </p:spPr>
        <p:txBody>
          <a:bodyPr wrap="none" anchor="ctr" lIns="0" rIns="0" tIns="0" bIns="0">
            <a:spAutoFit/>
          </a:bodyPr>
          <a:lstStyle/>
          <a:p>
            <a:pPr algn="l"/>
            <a:r>
              <a:rPr sz="1500" b="1">
                <a:solidFill>
                  <a:srgbClr val="FAD02C"/>
                </a:solidFill>
                <a:latin typeface="Arial"/>
              </a:rPr>
              <a:t>2026M</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defRPr sz="1800" b="1">
                <a:solidFill>
                  <a:srgbClr val="FAD02C"/>
                </a:solidFill>
                <a:latin typeface="Arial"/>
              </a:defRPr>
            </a:pPr>
            <mc:AlternateContent xmlns:mc="http://schemas.openxmlformats.org/markup-compatibility/2006" xmlns:a14="http://schemas.microsoft.com/office/drawing/2010/main">
              <mc:Choice Requires="a14">
                <a14:m>
                  <m:oMath xmlns:m="http://schemas.openxmlformats.org/officeDocument/2006/math">
                    <m:r>
                      <m:t>T</m:t>
                    </m:r>
                    <m:r>
                      <m:t>h</m:t>
                    </m:r>
                    <m:r>
                      <m:t>e</m:t>
                    </m:r>
                    <m:r>
                      <m:t>a</m:t>
                    </m:r>
                    <m:r>
                      <m:t>b</m:t>
                    </m:r>
                    <m:r>
                      <m:t>s</m:t>
                    </m:r>
                    <m:r>
                      <m:t>o</m:t>
                    </m:r>
                    <m:r>
                      <m:t>l</m:t>
                    </m:r>
                    <m:r>
                      <m:t>u</m:t>
                    </m:r>
                    <m:r>
                      <m:t>t</m:t>
                    </m:r>
                    <m:r>
                      <m:t>e</m:t>
                    </m:r>
                    <m:r>
                      <m:t>m</m:t>
                    </m:r>
                    <m:r>
                      <m:t>a</m:t>
                    </m:r>
                    <m:r>
                      <m:t>x</m:t>
                    </m:r>
                    <m:r>
                      <m:t>i</m:t>
                    </m:r>
                    <m:r>
                      <m:t>m</m:t>
                    </m:r>
                    <m:r>
                      <m:t>u</m:t>
                    </m:r>
                    <m:r>
                      <m:t>m</m:t>
                    </m:r>
                    <m:r>
                      <m:t>v</m:t>
                    </m:r>
                    <m:r>
                      <m:t>a</m:t>
                    </m:r>
                    <m:r>
                      <m:t>l</m:t>
                    </m:r>
                    <m:r>
                      <m:t>u</m:t>
                    </m:r>
                    <m:r>
                      <m:t>e</m:t>
                    </m:r>
                    <m:r>
                      <m:t>o</m:t>
                    </m:r>
                    <m:r>
                      <m:t>f</m:t>
                    </m:r>
                    <m:r>
                      <m:t>t</m:t>
                    </m:r>
                    <m:r>
                      <m:t>h</m:t>
                    </m:r>
                    <m:r>
                      <m:t>e</m:t>
                    </m:r>
                    <m:r>
                      <m:t>f</m:t>
                    </m:r>
                    <m:r>
                      <m:t>u</m:t>
                    </m:r>
                    <m:r>
                      <m:t>n</m:t>
                    </m:r>
                    <m:r>
                      <m:t>c</m:t>
                    </m:r>
                    <m:r>
                      <m:t>t</m:t>
                    </m:r>
                    <m:r>
                      <m:t>i</m:t>
                    </m:r>
                    <m:r>
                      <m:t>o</m:t>
                    </m:r>
                    <m:r>
                      <m:t>n</m:t>
                    </m:r>
                    <m:r>
                      <m:t>g</m:t>
                    </m:r>
                    <m:r>
                      <m:t>i</m:t>
                    </m:r>
                    <m:r>
                      <m:t>v</m:t>
                    </m:r>
                    <m:r>
                      <m:t>e</m:t>
                    </m:r>
                    <m:r>
                      <m:t>n</m:t>
                    </m:r>
                    <m:r>
                      <m:t>b</m:t>
                    </m:r>
                    <m:r>
                      <m:t>y</m:t>
                    </m:r>
                    <m:r>
                      <m:t>f</m:t>
                    </m:r>
                    <m:r>
                      <m:rPr>
                        <m:sty m:val="p"/>
                      </m:rPr>
                      <m:t>(</m:t>
                    </m:r>
                    <m:r>
                      <m:t>x</m:t>
                    </m:r>
                    <m:r>
                      <m:rPr>
                        <m:sty m:val="p"/>
                      </m:rPr>
                      <m:t>)</m:t>
                    </m:r>
                    <m:r>
                      <m:rPr>
                        <m:sty m:val="p"/>
                      </m:rPr>
                      <m:t>=</m:t>
                    </m:r>
                    <m:sSup>
                      <m:e>
                        <m:r>
                          <m:t>x</m:t>
                        </m:r>
                      </m:e>
                      <m:sup>
                        <m:r>
                          <m:t>3</m:t>
                        </m:r>
                      </m:sup>
                    </m:sSup>
                    <m:r>
                      <m:rPr>
                        <m:sty m:val="p"/>
                      </m:rPr>
                      <m:t>,</m:t>
                    </m:r>
                    <m:r>
                      <m:t>x</m:t>
                    </m:r>
                    <m:r>
                      <m:rPr>
                        <m:sty m:val="p"/>
                      </m:rPr>
                      <m:t>∈</m:t>
                    </m:r>
                    <m:r>
                      <m:rPr>
                        <m:sty m:val="p"/>
                      </m:rPr>
                      <m:t>[</m:t>
                    </m:r>
                    <m:r>
                      <m:rPr>
                        <m:sty m:val="p"/>
                      </m:rPr>
                      <m:t>−</m:t>
                    </m:r>
                    <m:r>
                      <m:t>2</m:t>
                    </m:r>
                    <m:r>
                      <m:rPr>
                        <m:sty m:val="p"/>
                      </m:rPr>
                      <m:t>,</m:t>
                    </m:r>
                    <m:r>
                      <m:t>2</m:t>
                    </m:r>
                    <m:r>
                      <m:rPr>
                        <m:sty m:val="p"/>
                      </m:rPr>
                      <m:t>]</m:t>
                    </m:r>
                    <m:r>
                      <m:t>i</m:t>
                    </m:r>
                    <m:r>
                      <m:t>s</m:t>
                    </m:r>
                    <m:r>
                      <m:rPr>
                        <m:sty m:val="p"/>
                      </m:rPr>
                      <m:t>…</m:t>
                    </m:r>
                    <m:r>
                      <m:rPr>
                        <m:sty m:val="p"/>
                      </m:rPr>
                      <m:t>…</m:t>
                    </m:r>
                    <m:r>
                      <m:rPr>
                        <m:sty m:val="p"/>
                      </m:rPr>
                      <m:t>(</m:t>
                    </m:r>
                    <m:r>
                      <m:t>a</m:t>
                    </m:r>
                    <m:r>
                      <m:rPr>
                        <m:sty m:val="p"/>
                      </m:rPr>
                      <m:t>)</m:t>
                    </m:r>
                    <m:r>
                      <m:rPr>
                        <m:sty m:val="p"/>
                      </m:rPr>
                      <m:t>−</m:t>
                    </m:r>
                    <m:r>
                      <m:t>2</m:t>
                    </m:r>
                    <m:r>
                      <m:rPr>
                        <m:sty m:val="p"/>
                      </m:rPr>
                      <m:t>(</m:t>
                    </m:r>
                    <m:r>
                      <m:t>b</m:t>
                    </m:r>
                    <m:r>
                      <m:rPr>
                        <m:sty m:val="p"/>
                      </m:rPr>
                      <m:t>)</m:t>
                    </m:r>
                    <m:r>
                      <m:t>2</m:t>
                    </m:r>
                    <m:r>
                      <m:rPr>
                        <m:sty m:val="p"/>
                      </m:rPr>
                      <m:t>(</m:t>
                    </m:r>
                    <m:r>
                      <m:t>c</m:t>
                    </m:r>
                    <m:r>
                      <m:rPr>
                        <m:sty m:val="p"/>
                      </m:rPr>
                      <m:t>)</m:t>
                    </m:r>
                    <m:r>
                      <m:t>0</m:t>
                    </m:r>
                    <m:r>
                      <m:rPr>
                        <m:sty m:val="p"/>
                      </m:rPr>
                      <m:t>(</m:t>
                    </m:r>
                    <m:r>
                      <m:t>d</m:t>
                    </m:r>
                    <m:r>
                      <m:rPr>
                        <m:sty m:val="p"/>
                      </m:rPr>
                      <m:t>)</m:t>
                    </m:r>
                    <m:r>
                      <m:t>8</m:t>
                    </m:r>
                  </m:oMath>
                </a14:m>
              </mc:Choice>
            </mc:AlternateContent>
            <a:r>
              <a:rPr lang="en-US" sz="1800" b="1">
                <a:solidFill>
                  <a:srgbClr val="FAD02C"/>
                </a:solidFill>
                <a:latin typeface="Arial"/>
              </a:rPr>
              <a: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886968"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722376" cy="402336"/>
          </a:xfrm>
          <a:prstGeom prst="rect">
            <a:avLst/>
          </a:prstGeom>
          <a:noFill/>
        </p:spPr>
        <p:txBody>
          <a:bodyPr wrap="none" anchor="ctr" lIns="0" rIns="0" tIns="0" bIns="0">
            <a:spAutoFit/>
          </a:bodyPr>
          <a:lstStyle/>
          <a:p>
            <a:pPr algn="l"/>
            <a:r>
              <a:rPr sz="1500" b="1">
                <a:solidFill>
                  <a:srgbClr val="FAD02C"/>
                </a:solidFill>
                <a:latin typeface="Arial"/>
              </a:rPr>
              <a:t>2026-1</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The minimum value of ∣x∣in R is……
(a) 0 (b) 1
(c) 2 (d) does not exist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886968"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722376" cy="402336"/>
          </a:xfrm>
          <a:prstGeom prst="rect">
            <a:avLst/>
          </a:prstGeom>
          <a:noFill/>
        </p:spPr>
        <p:txBody>
          <a:bodyPr wrap="none" anchor="ctr" lIns="0" rIns="0" tIns="0" bIns="0">
            <a:spAutoFit/>
          </a:bodyPr>
          <a:lstStyle/>
          <a:p>
            <a:pPr algn="l"/>
            <a:r>
              <a:rPr sz="1500" b="1">
                <a:solidFill>
                  <a:srgbClr val="FAD02C"/>
                </a:solidFill>
                <a:latin typeface="Arial"/>
              </a:rPr>
              <a:t>2026M</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The rate of change of the area of a circle with respect to its radius r when r=4cm is…… πcm²/cm.</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886968"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722376" cy="402336"/>
          </a:xfrm>
          <a:prstGeom prst="rect">
            <a:avLst/>
          </a:prstGeom>
          <a:noFill/>
        </p:spPr>
        <p:txBody>
          <a:bodyPr wrap="none" anchor="ctr" lIns="0" rIns="0" tIns="0" bIns="0">
            <a:spAutoFit/>
          </a:bodyPr>
          <a:lstStyle/>
          <a:p>
            <a:pPr algn="l"/>
            <a:r>
              <a:rPr sz="1500" b="1">
                <a:solidFill>
                  <a:srgbClr val="FAD02C"/>
                </a:solidFill>
                <a:latin typeface="Arial"/>
              </a:rPr>
              <a:t>2026M</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10 (b) 12 (c) 8 (d) 11.
The rate of change of area of circle per second with respect to its radius r when r = 3 cm (in cm²/s) is (2026M)
(a) π (b) 3π (c) 6π (d) 9π
The minimum values of the function f(x)=x, x∈[0,1] is (2026M)
(a) −1 (b) 1 (c) 2 (d) 0
The rate of change of area of circle with respect to its radius ‘r’ at r = 6 cm is (2026M,2024-2)
(a) 10π (b) 12π (c) 8π (d) 11π
The point of inflection of the following graph is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758952"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594359" cy="402336"/>
          </a:xfrm>
          <a:prstGeom prst="rect">
            <a:avLst/>
          </a:prstGeom>
          <a:noFill/>
        </p:spPr>
        <p:txBody>
          <a:bodyPr wrap="none" anchor="ctr" lIns="0" rIns="0" tIns="0" bIns="0">
            <a:spAutoFit/>
          </a:bodyPr>
          <a:lstStyle/>
          <a:p>
            <a:pPr algn="l"/>
            <a:r>
              <a:rPr sz="1500" b="1">
                <a:solidFill>
                  <a:srgbClr val="FAD02C"/>
                </a:solidFill>
                <a:latin typeface="Arial"/>
              </a:rPr>
              <a:t>2025</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pic>
        <p:nvPicPr>
          <p:cNvPr id="6" name="Picture 5" descr="img_rId8.png"/>
          <p:cNvPicPr>
            <a:picLocks noChangeAspect="1"/>
          </p:cNvPicPr>
          <p:nvPr/>
        </p:nvPicPr>
        <p:blipFill>
          <a:blip r:embed="rId3"/>
          <a:stretch>
            <a:fillRect/>
          </a:stretch>
        </p:blipFill>
        <p:spPr>
          <a:xfrm>
            <a:off x="11914632" y="731520"/>
            <a:ext cx="2743200" cy="1873405"/>
          </a:xfrm>
          <a:prstGeom prst="rect">
            <a:avLst/>
          </a:prstGeom>
        </p:spPr>
      </p:pic>
      <p:sp>
        <p:nvSpPr>
          <p:cNvPr id="7" name="TextBox 6"/>
          <p:cNvSpPr txBox="1"/>
          <p:nvPr/>
        </p:nvSpPr>
        <p:spPr>
          <a:xfrm>
            <a:off x="457200" y="731520"/>
            <a:ext cx="11274552" cy="2743200"/>
          </a:xfrm>
          <a:prstGeom prst="rect">
            <a:avLst/>
          </a:prstGeom>
          <a:noFill/>
        </p:spPr>
        <p:txBody>
          <a:bodyPr wrap="square" lIns="0" rIns="0" tIns="0" bIns="0">
            <a:spAutoFit/>
          </a:bodyPr>
          <a:lstStyle/>
          <a:p>
            <a:pPr algn="l">
              <a:defRPr sz="1800" b="1">
                <a:solidFill>
                  <a:srgbClr val="FAD02C"/>
                </a:solidFill>
                <a:latin typeface="Arial"/>
              </a:defRPr>
            </a:pPr>
            <mc:AlternateContent xmlns:mc="http://schemas.openxmlformats.org/markup-compatibility/2006" xmlns:a14="http://schemas.microsoft.com/office/drawing/2010/main">
              <mc:Choice Requires="a14">
                <a14:m>
                  <m:oMath xmlns:m="http://schemas.openxmlformats.org/officeDocument/2006/math">
                    <m:r>
                      <m:rPr>
                        <m:sty m:val="p"/>
                      </m:rPr>
                      <m:t>(</m:t>
                    </m:r>
                    <m:r>
                      <m:rPr>
                        <m:sty m:val="p"/>
                      </m:rPr>
                      <m:t>(</m:t>
                    </m:r>
                    <m:r>
                      <m:t>π</m:t>
                    </m:r>
                    <m:r>
                      <m:rPr>
                        <m:sty m:val="p"/>
                      </m:rPr>
                      <m:t>)</m:t>
                    </m:r>
                    <m:r>
                      <m:rPr>
                        <m:sty m:val="p"/>
                      </m:rPr>
                      <m:t>/</m:t>
                    </m:r>
                    <m:r>
                      <m:rPr>
                        <m:sty m:val="p"/>
                      </m:rPr>
                      <m:t>(</m:t>
                    </m:r>
                    <m:r>
                      <m:t>2</m:t>
                    </m:r>
                    <m:r>
                      <m:rPr>
                        <m:sty m:val="p"/>
                      </m:rPr>
                      <m:t>)</m:t>
                    </m:r>
                    <m:r>
                      <m:rPr>
                        <m:sty m:val="p"/>
                      </m:rPr>
                      <m:t>)</m:t>
                    </m:r>
                    <m:r>
                      <m:rPr>
                        <m:sty m:val="p"/>
                      </m:rPr>
                      <m:t>(</m:t>
                    </m:r>
                    <m:r>
                      <m:t>b</m:t>
                    </m:r>
                    <m:r>
                      <m:rPr>
                        <m:sty m:val="p"/>
                      </m:rPr>
                      <m:t>)</m:t>
                    </m:r>
                    <m:r>
                      <m:rPr>
                        <m:sty m:val="p"/>
                      </m:rPr>
                      <m:t>(</m:t>
                    </m:r>
                    <m:r>
                      <m:t>0</m:t>
                    </m:r>
                    <m:r>
                      <m:rPr>
                        <m:sty m:val="p"/>
                      </m:rPr>
                      <m:t>)</m:t>
                    </m:r>
                    <m:r>
                      <m:rPr>
                        <m:sty m:val="p"/>
                      </m:rPr>
                      <m:t>(</m:t>
                    </m:r>
                    <m:r>
                      <m:t>c</m:t>
                    </m:r>
                    <m:r>
                      <m:rPr>
                        <m:sty m:val="p"/>
                      </m:rPr>
                      <m:t>)</m:t>
                    </m:r>
                    <m:r>
                      <m:rPr>
                        <m:sty m:val="p"/>
                      </m:rPr>
                      <m:t>(</m:t>
                    </m:r>
                    <m:r>
                      <m:t>0</m:t>
                    </m:r>
                    <m:r>
                      <m:rPr>
                        <m:sty m:val="p"/>
                      </m:rPr>
                      <m:t>,</m:t>
                    </m:r>
                    <m:r>
                      <m:t>0</m:t>
                    </m:r>
                    <m:r>
                      <m:rPr>
                        <m:sty m:val="p"/>
                      </m:rPr>
                      <m:t>)</m:t>
                    </m:r>
                    <m:r>
                      <m:rPr>
                        <m:sty m:val="p"/>
                      </m:rPr>
                      <m:t>(</m:t>
                    </m:r>
                    <m:r>
                      <m:t>d</m:t>
                    </m:r>
                    <m:r>
                      <m:rPr>
                        <m:sty m:val="p"/>
                      </m:rPr>
                      <m:t>)</m:t>
                    </m:r>
                    <m:r>
                      <m:rPr>
                        <m:sty m:val="p"/>
                      </m:rPr>
                      <m:t>(</m:t>
                    </m:r>
                    <m:r>
                      <m:rPr>
                        <m:sty m:val="p"/>
                      </m:rPr>
                      <m:t>(</m:t>
                    </m:r>
                    <m:r>
                      <m:t>π</m:t>
                    </m:r>
                    <m:r>
                      <m:rPr>
                        <m:sty m:val="p"/>
                      </m:rPr>
                      <m:t>)</m:t>
                    </m:r>
                    <m:r>
                      <m:rPr>
                        <m:sty m:val="p"/>
                      </m:rPr>
                      <m:t>/</m:t>
                    </m:r>
                    <m:r>
                      <m:rPr>
                        <m:sty m:val="p"/>
                      </m:rPr>
                      <m:t>(</m:t>
                    </m:r>
                    <m:r>
                      <m:t>2</m:t>
                    </m:r>
                    <m:r>
                      <m:rPr>
                        <m:sty m:val="p"/>
                      </m:rPr>
                      <m:t>)</m:t>
                    </m:r>
                    <m:r>
                      <m:rPr>
                        <m:sty m:val="p"/>
                      </m:rPr>
                      <m:t>)</m:t>
                    </m:r>
                    <m:r>
                      <m:t>T</m:t>
                    </m:r>
                    <m:r>
                      <m:t>h</m:t>
                    </m:r>
                    <m:r>
                      <m:t>e</m:t>
                    </m:r>
                    <m:r>
                      <m:t>p</m:t>
                    </m:r>
                    <m:r>
                      <m:t>o</m:t>
                    </m:r>
                    <m:r>
                      <m:t>i</m:t>
                    </m:r>
                    <m:r>
                      <m:t>n</m:t>
                    </m:r>
                    <m:r>
                      <m:t>t</m:t>
                    </m:r>
                    <m:r>
                      <m:t>o</m:t>
                    </m:r>
                    <m:r>
                      <m:t>n</m:t>
                    </m:r>
                    <m:r>
                      <m:t>t</m:t>
                    </m:r>
                    <m:r>
                      <m:t>h</m:t>
                    </m:r>
                    <m:r>
                      <m:t>e</m:t>
                    </m:r>
                    <m:r>
                      <m:t>c</m:t>
                    </m:r>
                    <m:r>
                      <m:t>u</m:t>
                    </m:r>
                    <m:r>
                      <m:t>r</m:t>
                    </m:r>
                    <m:r>
                      <m:t>v</m:t>
                    </m:r>
                    <m:r>
                      <m:t>e</m:t>
                    </m:r>
                    <m:sSup>
                      <m:e>
                        <m:r>
                          <m:t>x</m:t>
                        </m:r>
                      </m:e>
                      <m:sup>
                        <m:r>
                          <m:t>2</m:t>
                        </m:r>
                      </m:sup>
                    </m:sSup>
                    <m:r>
                      <m:rPr>
                        <m:sty m:val="p"/>
                      </m:rPr>
                      <m:t>=</m:t>
                    </m:r>
                    <m:r>
                      <m:t>2</m:t>
                    </m:r>
                    <m:r>
                      <m:t>y</m:t>
                    </m:r>
                    <m:r>
                      <m:t>w</m:t>
                    </m:r>
                    <m:r>
                      <m:t>h</m:t>
                    </m:r>
                    <m:r>
                      <m:t>i</m:t>
                    </m:r>
                    <m:r>
                      <m:t>c</m:t>
                    </m:r>
                    <m:r>
                      <m:t>h</m:t>
                    </m:r>
                    <m:r>
                      <m:t>i</m:t>
                    </m:r>
                    <m:r>
                      <m:t>s</m:t>
                    </m:r>
                    <m:r>
                      <m:t>n</m:t>
                    </m:r>
                    <m:r>
                      <m:t>e</m:t>
                    </m:r>
                    <m:r>
                      <m:t>a</m:t>
                    </m:r>
                    <m:r>
                      <m:t>r</m:t>
                    </m:r>
                    <m:r>
                      <m:t>e</m:t>
                    </m:r>
                    <m:r>
                      <m:t>s</m:t>
                    </m:r>
                    <m:r>
                      <m:t>t</m:t>
                    </m:r>
                    <m:r>
                      <m:t>t</m:t>
                    </m:r>
                    <m:r>
                      <m:t>o</m:t>
                    </m:r>
                    <m:r>
                      <m:t>t</m:t>
                    </m:r>
                    <m:r>
                      <m:t>h</m:t>
                    </m:r>
                    <m:r>
                      <m:t>e</m:t>
                    </m:r>
                    <m:r>
                      <m:t>p</m:t>
                    </m:r>
                    <m:r>
                      <m:t>o</m:t>
                    </m:r>
                    <m:r>
                      <m:t>i</m:t>
                    </m:r>
                    <m:r>
                      <m:t>n</m:t>
                    </m:r>
                    <m:r>
                      <m:t>t</m:t>
                    </m:r>
                    <m:r>
                      <m:rPr>
                        <m:sty m:val="p"/>
                      </m:rPr>
                      <m:t>(</m:t>
                    </m:r>
                    <m:r>
                      <m:t>0</m:t>
                    </m:r>
                    <m:r>
                      <m:rPr>
                        <m:sty m:val="p"/>
                      </m:rPr>
                      <m:t>)</m:t>
                    </m:r>
                    <m:r>
                      <m:t>i</m:t>
                    </m:r>
                    <m:r>
                      <m:t>s</m:t>
                    </m:r>
                    <m:r>
                      <m:rPr>
                        <m:sty m:val="p"/>
                      </m:rPr>
                      <m:t>(</m:t>
                    </m:r>
                    <m:r>
                      <m:t>2026</m:t>
                    </m:r>
                    <m:r>
                      <m:t>M</m:t>
                    </m:r>
                    <m:r>
                      <m:rPr>
                        <m:sty m:val="p"/>
                      </m:rPr>
                      <m:t>)</m:t>
                    </m:r>
                    <m:r>
                      <m:rPr>
                        <m:sty m:val="p"/>
                      </m:rPr>
                      <m:t>(</m:t>
                    </m:r>
                    <m:r>
                      <m:t>a</m:t>
                    </m:r>
                    <m:r>
                      <m:rPr>
                        <m:sty m:val="p"/>
                      </m:rPr>
                      <m:t>)</m:t>
                    </m:r>
                    <m:r>
                      <m:rPr>
                        <m:sty m:val="p"/>
                      </m:rPr>
                      <m:t>(</m:t>
                    </m:r>
                    <m:r>
                      <m:t>0</m:t>
                    </m:r>
                    <m:r>
                      <m:rPr>
                        <m:sty m:val="p"/>
                      </m:rPr>
                      <m:t>)</m:t>
                    </m:r>
                    <m:r>
                      <m:rPr>
                        <m:sty m:val="p"/>
                      </m:rPr>
                      <m:t>(</m:t>
                    </m:r>
                    <m:r>
                      <m:t>b</m:t>
                    </m:r>
                    <m:r>
                      <m:rPr>
                        <m:sty m:val="p"/>
                      </m:rPr>
                      <m:t>)</m:t>
                    </m:r>
                    <m:r>
                      <m:rPr>
                        <m:sty m:val="p"/>
                      </m:rPr>
                      <m:t>(</m:t>
                    </m:r>
                    <m:r>
                      <m:t>2</m:t>
                    </m:r>
                    <m:r>
                      <m:t>s</m:t>
                    </m:r>
                    <m:r>
                      <m:t>q</m:t>
                    </m:r>
                    <m:r>
                      <m:t>r</m:t>
                    </m:r>
                    <m:r>
                      <m:t>t</m:t>
                    </m:r>
                    <m:r>
                      <m:rPr>
                        <m:sty m:val="p"/>
                      </m:rPr>
                      <m:t>(</m:t>
                    </m:r>
                    <m:r>
                      <m:t>2</m:t>
                    </m:r>
                    <m:r>
                      <m:rPr>
                        <m:sty m:val="p"/>
                      </m:rPr>
                      <m:t>)</m:t>
                    </m:r>
                    <m:r>
                      <m:rPr>
                        <m:sty m:val="p"/>
                      </m:rPr>
                      <m:t>)</m:t>
                    </m:r>
                    <m:r>
                      <m:rPr>
                        <m:sty m:val="p"/>
                      </m:rPr>
                      <m:t>(</m:t>
                    </m:r>
                    <m:r>
                      <m:t>c</m:t>
                    </m:r>
                    <m:r>
                      <m:rPr>
                        <m:sty m:val="p"/>
                      </m:rPr>
                      <m:t>)</m:t>
                    </m:r>
                    <m:r>
                      <m:rPr>
                        <m:sty m:val="p"/>
                      </m:rPr>
                      <m:t>(</m:t>
                    </m:r>
                    <m:r>
                      <m:t>2</m:t>
                    </m:r>
                    <m:r>
                      <m:t>s</m:t>
                    </m:r>
                    <m:r>
                      <m:t>q</m:t>
                    </m:r>
                    <m:r>
                      <m:t>r</m:t>
                    </m:r>
                    <m:r>
                      <m:t>t</m:t>
                    </m:r>
                    <m:r>
                      <m:rPr>
                        <m:sty m:val="p"/>
                      </m:rPr>
                      <m:t>(</m:t>
                    </m:r>
                    <m:r>
                      <m:t>2</m:t>
                    </m:r>
                    <m:r>
                      <m:rPr>
                        <m:sty m:val="p"/>
                      </m:rPr>
                      <m:t>)</m:t>
                    </m:r>
                    <m:r>
                      <m:rPr>
                        <m:sty m:val="p"/>
                      </m:rPr>
                      <m:t>)</m:t>
                    </m:r>
                    <m:r>
                      <m:rPr>
                        <m:sty m:val="p"/>
                      </m:rPr>
                      <m:t>(</m:t>
                    </m:r>
                    <m:r>
                      <m:t>d</m:t>
                    </m:r>
                    <m:r>
                      <m:rPr>
                        <m:sty m:val="p"/>
                      </m:rPr>
                      <m:t>)</m:t>
                    </m:r>
                    <m:r>
                      <m:rPr>
                        <m:sty m:val="p"/>
                      </m:rPr>
                      <m:t>(</m:t>
                    </m:r>
                    <m:r>
                      <m:t>2</m:t>
                    </m:r>
                    <m:r>
                      <m:rPr>
                        <m:sty m:val="p"/>
                      </m:rPr>
                      <m:t>)</m:t>
                    </m:r>
                    <m:r>
                      <m:t>T</m:t>
                    </m:r>
                    <m:r>
                      <m:t>h</m:t>
                    </m:r>
                    <m:r>
                      <m:t>e</m:t>
                    </m:r>
                    <m:r>
                      <m:t>m</m:t>
                    </m:r>
                    <m:r>
                      <m:t>a</m:t>
                    </m:r>
                    <m:r>
                      <m:t>x</m:t>
                    </m:r>
                    <m:r>
                      <m:t>i</m:t>
                    </m:r>
                    <m:r>
                      <m:t>m</m:t>
                    </m:r>
                    <m:r>
                      <m:t>u</m:t>
                    </m:r>
                    <m:r>
                      <m:t>m</m:t>
                    </m:r>
                    <m:r>
                      <m:t>v</m:t>
                    </m:r>
                    <m:r>
                      <m:t>a</m:t>
                    </m:r>
                    <m:r>
                      <m:t>l</m:t>
                    </m:r>
                    <m:r>
                      <m:t>u</m:t>
                    </m:r>
                    <m:r>
                      <m:t>e</m:t>
                    </m:r>
                    <m:r>
                      <m:t>o</m:t>
                    </m:r>
                    <m:r>
                      <m:t>f</m:t>
                    </m:r>
                    <m:r>
                      <m:t>t</m:t>
                    </m:r>
                    <m:r>
                      <m:t>h</m:t>
                    </m:r>
                    <m:r>
                      <m:t>e</m:t>
                    </m:r>
                    <m:r>
                      <m:t>f</m:t>
                    </m:r>
                    <m:r>
                      <m:t>u</m:t>
                    </m:r>
                    <m:r>
                      <m:t>n</m:t>
                    </m:r>
                    <m:r>
                      <m:t>c</m:t>
                    </m:r>
                    <m:r>
                      <m:t>t</m:t>
                    </m:r>
                    <m:r>
                      <m:t>i</m:t>
                    </m:r>
                    <m:r>
                      <m:t>o</m:t>
                    </m:r>
                    <m:r>
                      <m:t>n</m:t>
                    </m:r>
                    <m:r>
                      <m:t>f</m:t>
                    </m:r>
                    <m:r>
                      <m:rPr>
                        <m:sty m:val="p"/>
                      </m:rPr>
                      <m:t>(</m:t>
                    </m:r>
                    <m:r>
                      <m:t>x</m:t>
                    </m:r>
                    <m:r>
                      <m:rPr>
                        <m:sty m:val="p"/>
                      </m:rPr>
                      <m:t>)</m:t>
                    </m:r>
                    <m:r>
                      <m:rPr>
                        <m:sty m:val="p"/>
                      </m:rPr>
                      <m:t>=</m:t>
                    </m:r>
                    <m:r>
                      <m:t>x</m:t>
                    </m:r>
                    <m:r>
                      <m:rPr>
                        <m:sty m:val="p"/>
                      </m:rPr>
                      <m:t>,</m:t>
                    </m:r>
                    <m:r>
                      <m:t>x</m:t>
                    </m:r>
                    <m:r>
                      <m:rPr>
                        <m:sty m:val="p"/>
                      </m:rPr>
                      <m:t>∈</m:t>
                    </m:r>
                    <m:r>
                      <m:rPr>
                        <m:sty m:val="p"/>
                      </m:rPr>
                      <m:t>(</m:t>
                    </m:r>
                    <m:r>
                      <m:t>1</m:t>
                    </m:r>
                    <m:r>
                      <m:rPr>
                        <m:sty m:val="p"/>
                      </m:rPr>
                      <m:t>,</m:t>
                    </m:r>
                    <m:r>
                      <m:t>2</m:t>
                    </m:r>
                    <m:r>
                      <m:rPr>
                        <m:sty m:val="p"/>
                      </m:rPr>
                      <m:t>)</m:t>
                    </m:r>
                    <m:r>
                      <m:t>i</m:t>
                    </m:r>
                    <m:r>
                      <m:t>s</m:t>
                    </m:r>
                    <m:r>
                      <m:rPr>
                        <m:sty m:val="p"/>
                      </m:rPr>
                      <m:t>(</m:t>
                    </m:r>
                    <m:r>
                      <m:t>2024</m:t>
                    </m:r>
                    <m:r>
                      <m:rPr>
                        <m:sty m:val="p"/>
                      </m:rPr>
                      <m:t>−</m:t>
                    </m:r>
                    <m:r>
                      <m:t>1</m:t>
                    </m:r>
                    <m:r>
                      <m:rPr>
                        <m:sty m:val="p"/>
                      </m:rPr>
                      <m:t>)</m:t>
                    </m:r>
                    <m:r>
                      <m:rPr>
                        <m:sty m:val="p"/>
                      </m:rPr>
                      <m:t>(</m:t>
                    </m:r>
                    <m:r>
                      <m:t>a</m:t>
                    </m:r>
                    <m:r>
                      <m:rPr>
                        <m:sty m:val="p"/>
                      </m:rPr>
                      <m:t>)</m:t>
                    </m:r>
                    <m:r>
                      <m:t>1</m:t>
                    </m:r>
                    <m:r>
                      <m:rPr>
                        <m:sty m:val="p"/>
                      </m:rPr>
                      <m:t>(</m:t>
                    </m:r>
                    <m:r>
                      <m:t>b</m:t>
                    </m:r>
                    <m:r>
                      <m:rPr>
                        <m:sty m:val="p"/>
                      </m:rPr>
                      <m:t>)</m:t>
                    </m:r>
                    <m:r>
                      <m:t>d</m:t>
                    </m:r>
                    <m:r>
                      <m:t>o</m:t>
                    </m:r>
                    <m:r>
                      <m:t>n</m:t>
                    </m:r>
                    <m:r>
                      <m:t>o</m:t>
                    </m:r>
                    <m:r>
                      <m:t>t</m:t>
                    </m:r>
                    <m:r>
                      <m:t>h</m:t>
                    </m:r>
                    <m:r>
                      <m:t>a</m:t>
                    </m:r>
                    <m:r>
                      <m:t>v</m:t>
                    </m:r>
                    <m:r>
                      <m:t>e</m:t>
                    </m:r>
                    <m:r>
                      <m:t>m</m:t>
                    </m:r>
                    <m:r>
                      <m:t>a</m:t>
                    </m:r>
                    <m:r>
                      <m:t>x</m:t>
                    </m:r>
                    <m:r>
                      <m:t>i</m:t>
                    </m:r>
                    <m:r>
                      <m:t>m</m:t>
                    </m:r>
                    <m:r>
                      <m:t>u</m:t>
                    </m:r>
                    <m:r>
                      <m:t>m</m:t>
                    </m:r>
                    <m:r>
                      <m:t>v</m:t>
                    </m:r>
                    <m:r>
                      <m:t>a</m:t>
                    </m:r>
                    <m:r>
                      <m:t>l</m:t>
                    </m:r>
                    <m:r>
                      <m:t>u</m:t>
                    </m:r>
                    <m:r>
                      <m:t>e</m:t>
                    </m:r>
                    <m:r>
                      <m:rPr>
                        <m:sty m:val="p"/>
                      </m:rPr>
                      <m:t>(</m:t>
                    </m:r>
                    <m:r>
                      <m:t>c</m:t>
                    </m:r>
                    <m:r>
                      <m:rPr>
                        <m:sty m:val="p"/>
                      </m:rPr>
                      <m:t>)</m:t>
                    </m:r>
                    <m:r>
                      <m:t>3</m:t>
                    </m:r>
                    <m:r>
                      <m:rPr>
                        <m:sty m:val="p"/>
                      </m:rPr>
                      <m:t>(</m:t>
                    </m:r>
                    <m:r>
                      <m:t>d</m:t>
                    </m:r>
                    <m:r>
                      <m:rPr>
                        <m:sty m:val="p"/>
                      </m:rPr>
                      <m:t>)</m:t>
                    </m:r>
                    <m:r>
                      <m:t>2</m:t>
                    </m:r>
                    <m:r>
                      <m:t>T</m:t>
                    </m:r>
                    <m:r>
                      <m:t>h</m:t>
                    </m:r>
                    <m:r>
                      <m:t>e</m:t>
                    </m:r>
                    <m:r>
                      <m:t>m</m:t>
                    </m:r>
                    <m:r>
                      <m:t>a</m:t>
                    </m:r>
                    <m:r>
                      <m:t>x</m:t>
                    </m:r>
                    <m:r>
                      <m:t>i</m:t>
                    </m:r>
                    <m:r>
                      <m:t>m</m:t>
                    </m:r>
                    <m:r>
                      <m:t>u</m:t>
                    </m:r>
                    <m:r>
                      <m:t>m</m:t>
                    </m:r>
                    <m:r>
                      <m:t>v</m:t>
                    </m:r>
                    <m:r>
                      <m:t>a</m:t>
                    </m:r>
                    <m:r>
                      <m:t>l</m:t>
                    </m:r>
                    <m:r>
                      <m:t>u</m:t>
                    </m:r>
                    <m:r>
                      <m:t>e</m:t>
                    </m:r>
                    <m:r>
                      <m:t>o</m:t>
                    </m:r>
                    <m:r>
                      <m:t>f</m:t>
                    </m:r>
                    <m:r>
                      <m:t>t</m:t>
                    </m:r>
                    <m:r>
                      <m:t>h</m:t>
                    </m:r>
                    <m:r>
                      <m:t>e</m:t>
                    </m:r>
                    <m:r>
                      <m:t>f</m:t>
                    </m:r>
                    <m:r>
                      <m:t>u</m:t>
                    </m:r>
                    <m:r>
                      <m:t>n</m:t>
                    </m:r>
                    <m:r>
                      <m:t>c</m:t>
                    </m:r>
                    <m:r>
                      <m:t>t</m:t>
                    </m:r>
                    <m:r>
                      <m:t>i</m:t>
                    </m:r>
                    <m:r>
                      <m:t>o</m:t>
                    </m:r>
                    <m:r>
                      <m:t>n</m:t>
                    </m:r>
                    <m:r>
                      <m:t>f</m:t>
                    </m:r>
                    <m:r>
                      <m:t>g</m:t>
                    </m:r>
                    <m:r>
                      <m:t>i</m:t>
                    </m:r>
                    <m:r>
                      <m:t>v</m:t>
                    </m:r>
                    <m:r>
                      <m:t>e</m:t>
                    </m:r>
                    <m:r>
                      <m:t>n</m:t>
                    </m:r>
                    <m:r>
                      <m:t>b</m:t>
                    </m:r>
                    <m:r>
                      <m:t>y</m:t>
                    </m:r>
                    <m:r>
                      <m:t>f</m:t>
                    </m:r>
                    <m:r>
                      <m:rPr>
                        <m:sty m:val="p"/>
                      </m:rPr>
                      <m:t>(</m:t>
                    </m:r>
                    <m:r>
                      <m:t>x</m:t>
                    </m:r>
                    <m:r>
                      <m:rPr>
                        <m:sty m:val="p"/>
                      </m:rPr>
                      <m:t>)</m:t>
                    </m:r>
                    <m:r>
                      <m:rPr>
                        <m:sty m:val="p"/>
                      </m:rPr>
                      <m:t>=</m:t>
                    </m:r>
                    <m:r>
                      <m:rPr>
                        <m:sty m:val="p"/>
                      </m:rPr>
                      <m:t>|</m:t>
                    </m:r>
                    <m:r>
                      <m:t>x</m:t>
                    </m:r>
                    <m:r>
                      <m:rPr>
                        <m:sty m:val="p"/>
                      </m:rPr>
                      <m:t>|</m:t>
                    </m:r>
                    <m:r>
                      <m:rPr>
                        <m:sty m:val="p"/>
                      </m:rPr>
                      <m:t>,</m:t>
                    </m:r>
                    <m:r>
                      <m:t>x</m:t>
                    </m:r>
                    <m:r>
                      <m:rPr>
                        <m:sty m:val="p"/>
                      </m:rPr>
                      <m:t>∈</m:t>
                    </m:r>
                    <m:r>
                      <m:t>R</m:t>
                    </m:r>
                    <m:r>
                      <m:t>i</m:t>
                    </m:r>
                    <m:r>
                      <m:t>s</m:t>
                    </m:r>
                    <m:r>
                      <m:rPr>
                        <m:sty m:val="p"/>
                      </m:rPr>
                      <m:t>:</m:t>
                    </m:r>
                    <m:r>
                      <m:rPr>
                        <m:sty m:val="p"/>
                      </m:rPr>
                      <m:t>(</m:t>
                    </m:r>
                    <m:r>
                      <m:t>2024</m:t>
                    </m:r>
                    <m:r>
                      <m:rPr>
                        <m:sty m:val="p"/>
                      </m:rPr>
                      <m:t>−</m:t>
                    </m:r>
                    <m:r>
                      <m:t>3</m:t>
                    </m:r>
                    <m:r>
                      <m:rPr>
                        <m:sty m:val="p"/>
                      </m:rPr>
                      <m:t>)</m:t>
                    </m:r>
                    <m:r>
                      <m:rPr>
                        <m:sty m:val="p"/>
                      </m:rPr>
                      <m:t>(</m:t>
                    </m:r>
                    <m:r>
                      <m:t>a</m:t>
                    </m:r>
                    <m:r>
                      <m:rPr>
                        <m:sty m:val="p"/>
                      </m:rPr>
                      <m:t>)</m:t>
                    </m:r>
                    <m:r>
                      <m:t>0</m:t>
                    </m:r>
                    <m:r>
                      <m:rPr>
                        <m:sty m:val="p"/>
                      </m:rPr>
                      <m:t>(</m:t>
                    </m:r>
                    <m:r>
                      <m:t>b</m:t>
                    </m:r>
                    <m:r>
                      <m:rPr>
                        <m:sty m:val="p"/>
                      </m:rPr>
                      <m:t>)</m:t>
                    </m:r>
                    <m:r>
                      <m:t>1</m:t>
                    </m:r>
                    <m:r>
                      <m:rPr>
                        <m:sty m:val="p"/>
                      </m:rPr>
                      <m:t>(</m:t>
                    </m:r>
                    <m:r>
                      <m:t>c</m:t>
                    </m:r>
                    <m:r>
                      <m:rPr>
                        <m:sty m:val="p"/>
                      </m:rPr>
                      <m:t>)</m:t>
                    </m:r>
                    <m:r>
                      <m:rPr>
                        <m:sty m:val="p"/>
                      </m:rPr>
                      <m:t>−</m:t>
                    </m:r>
                    <m:r>
                      <m:t>1</m:t>
                    </m:r>
                    <m:r>
                      <m:rPr>
                        <m:sty m:val="p"/>
                      </m:rPr>
                      <m:t>(</m:t>
                    </m:r>
                    <m:r>
                      <m:t>d</m:t>
                    </m:r>
                    <m:r>
                      <m:rPr>
                        <m:sty m:val="p"/>
                      </m:rPr>
                      <m:t>)</m:t>
                    </m:r>
                    <m:r>
                      <m:t>d</m:t>
                    </m:r>
                    <m:r>
                      <m:t>o</m:t>
                    </m:r>
                    <m:r>
                      <m:t>e</m:t>
                    </m:r>
                    <m:r>
                      <m:t>s</m:t>
                    </m:r>
                    <m:r>
                      <m:t>n</m:t>
                    </m:r>
                    <m:r>
                      <m:t>o</m:t>
                    </m:r>
                    <m:r>
                      <m:t>t</m:t>
                    </m:r>
                    <m:r>
                      <m:t>e</m:t>
                    </m:r>
                    <m:r>
                      <m:t>x</m:t>
                    </m:r>
                    <m:r>
                      <m:t>i</m:t>
                    </m:r>
                    <m:r>
                      <m:t>s</m:t>
                    </m:r>
                    <m:r>
                      <m:t>t</m:t>
                    </m:r>
                    <m:r>
                      <m:t>T</m:t>
                    </m:r>
                    <m:r>
                      <m:t>h</m:t>
                    </m:r>
                    <m:r>
                      <m:t>e</m:t>
                    </m:r>
                    <m:r>
                      <m:t>a</m:t>
                    </m:r>
                    <m:r>
                      <m:t>b</m:t>
                    </m:r>
                    <m:r>
                      <m:t>s</m:t>
                    </m:r>
                    <m:r>
                      <m:t>o</m:t>
                    </m:r>
                    <m:r>
                      <m:t>l</m:t>
                    </m:r>
                    <m:r>
                      <m:t>u</m:t>
                    </m:r>
                    <m:r>
                      <m:t>t</m:t>
                    </m:r>
                    <m:r>
                      <m:t>e</m:t>
                    </m:r>
                    <m:r>
                      <m:t>m</m:t>
                    </m:r>
                    <m:r>
                      <m:t>a</m:t>
                    </m:r>
                    <m:r>
                      <m:t>x</m:t>
                    </m:r>
                    <m:r>
                      <m:t>i</m:t>
                    </m:r>
                    <m:r>
                      <m:t>m</m:t>
                    </m:r>
                    <m:r>
                      <m:t>u</m:t>
                    </m:r>
                    <m:r>
                      <m:t>m</m:t>
                    </m:r>
                    <m:r>
                      <m:t>v</m:t>
                    </m:r>
                    <m:r>
                      <m:t>a</m:t>
                    </m:r>
                    <m:r>
                      <m:t>l</m:t>
                    </m:r>
                    <m:r>
                      <m:t>u</m:t>
                    </m:r>
                    <m:r>
                      <m:t>e</m:t>
                    </m:r>
                    <m:r>
                      <m:t>o</m:t>
                    </m:r>
                    <m:r>
                      <m:t>f</m:t>
                    </m:r>
                    <m:r>
                      <m:t>t</m:t>
                    </m:r>
                    <m:r>
                      <m:t>h</m:t>
                    </m:r>
                    <m:r>
                      <m:t>e</m:t>
                    </m:r>
                    <m:r>
                      <m:t>f</m:t>
                    </m:r>
                    <m:r>
                      <m:t>u</m:t>
                    </m:r>
                    <m:r>
                      <m:t>n</m:t>
                    </m:r>
                    <m:r>
                      <m:t>c</m:t>
                    </m:r>
                    <m:r>
                      <m:t>t</m:t>
                    </m:r>
                    <m:r>
                      <m:t>i</m:t>
                    </m:r>
                    <m:r>
                      <m:t>o</m:t>
                    </m:r>
                    <m:r>
                      <m:t>n</m:t>
                    </m:r>
                    <m:r>
                      <m:t>f</m:t>
                    </m:r>
                    <m:r>
                      <m:t>g</m:t>
                    </m:r>
                    <m:r>
                      <m:t>i</m:t>
                    </m:r>
                    <m:r>
                      <m:t>v</m:t>
                    </m:r>
                    <m:r>
                      <m:t>e</m:t>
                    </m:r>
                    <m:r>
                      <m:t>n</m:t>
                    </m:r>
                    <m:r>
                      <m:t>b</m:t>
                    </m:r>
                    <m:r>
                      <m:t>y</m:t>
                    </m:r>
                    <m:r>
                      <m:t>f</m:t>
                    </m:r>
                    <m:r>
                      <m:rPr>
                        <m:sty m:val="p"/>
                      </m:rPr>
                      <m:t>(</m:t>
                    </m:r>
                    <m:r>
                      <m:t>x</m:t>
                    </m:r>
                    <m:r>
                      <m:rPr>
                        <m:sty m:val="p"/>
                      </m:rPr>
                      <m:t>)</m:t>
                    </m:r>
                    <m:r>
                      <m:rPr>
                        <m:sty m:val="p"/>
                      </m:rPr>
                      <m:t>=</m:t>
                    </m:r>
                    <m:sSup>
                      <m:e>
                        <m:r>
                          <m:t>x</m:t>
                        </m:r>
                      </m:e>
                      <m:sup>
                        <m:r>
                          <m:t>3</m:t>
                        </m:r>
                      </m:sup>
                    </m:sSup>
                    <m:r>
                      <m:rPr>
                        <m:sty m:val="p"/>
                      </m:rPr>
                      <m:t>,</m:t>
                    </m:r>
                    <m:r>
                      <m:t>x</m:t>
                    </m:r>
                    <m:r>
                      <m:rPr>
                        <m:sty m:val="p"/>
                      </m:rPr>
                      <m:t>∈</m:t>
                    </m:r>
                    <m:r>
                      <m:rPr>
                        <m:sty m:val="p"/>
                      </m:rPr>
                      <m:t>[</m:t>
                    </m:r>
                    <m:r>
                      <m:rPr>
                        <m:sty m:val="p"/>
                      </m:rPr>
                      <m:t>−</m:t>
                    </m:r>
                    <m:r>
                      <m:t>2</m:t>
                    </m:r>
                    <m:r>
                      <m:rPr>
                        <m:sty m:val="p"/>
                      </m:rPr>
                      <m:t>,</m:t>
                    </m:r>
                    <m:r>
                      <m:t>2</m:t>
                    </m:r>
                    <m:r>
                      <m:rPr>
                        <m:sty m:val="p"/>
                      </m:rPr>
                      <m:t>]</m:t>
                    </m:r>
                    <m:r>
                      <m:t>i</m:t>
                    </m:r>
                    <m:r>
                      <m:t>s</m:t>
                    </m:r>
                    <m:r>
                      <m:rPr>
                        <m:sty m:val="p"/>
                      </m:rPr>
                      <m:t>(</m:t>
                    </m:r>
                    <m:r>
                      <m:t>a</m:t>
                    </m:r>
                    <m:r>
                      <m:rPr>
                        <m:sty m:val="p"/>
                      </m:rPr>
                      <m:t>)</m:t>
                    </m:r>
                    <m:r>
                      <m:t>2</m:t>
                    </m:r>
                    <m:r>
                      <m:rPr>
                        <m:sty m:val="p"/>
                      </m:rPr>
                      <m:t>(</m:t>
                    </m:r>
                    <m:r>
                      <m:t>b</m:t>
                    </m:r>
                    <m:r>
                      <m:rPr>
                        <m:sty m:val="p"/>
                      </m:rPr>
                      <m:t>)</m:t>
                    </m:r>
                    <m:r>
                      <m:t>0</m:t>
                    </m:r>
                    <m:r>
                      <m:rPr>
                        <m:sty m:val="p"/>
                      </m:rPr>
                      <m:t>(</m:t>
                    </m:r>
                    <m:r>
                      <m:t>c</m:t>
                    </m:r>
                    <m:r>
                      <m:rPr>
                        <m:sty m:val="p"/>
                      </m:rPr>
                      <m:t>)</m:t>
                    </m:r>
                    <m:r>
                      <m:rPr>
                        <m:sty m:val="p"/>
                      </m:rPr>
                      <m:t>−</m:t>
                    </m:r>
                    <m:r>
                      <m:t>2</m:t>
                    </m:r>
                    <m:r>
                      <m:rPr>
                        <m:sty m:val="p"/>
                      </m:rPr>
                      <m:t>(</m:t>
                    </m:r>
                    <m:r>
                      <m:t>d</m:t>
                    </m:r>
                    <m:r>
                      <m:rPr>
                        <m:sty m:val="p"/>
                      </m:rPr>
                      <m:t>)</m:t>
                    </m:r>
                    <m:r>
                      <m:t>8</m:t>
                    </m:r>
                  </m:oMath>
                </a14:m>
              </mc:Choice>
            </mc:AlternateContent>
            <a:r>
              <a:rPr lang="en-US" sz="1800" b="1">
                <a:solidFill>
                  <a:srgbClr val="FAD02C"/>
                </a:solidFill>
                <a:latin typeface="Arial"/>
              </a:rPr>
              <a: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923544"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758952" cy="402336"/>
          </a:xfrm>
          <a:prstGeom prst="rect">
            <a:avLst/>
          </a:prstGeom>
          <a:noFill/>
        </p:spPr>
        <p:txBody>
          <a:bodyPr wrap="none" anchor="ctr" lIns="0" rIns="0" tIns="0" bIns="0">
            <a:spAutoFit/>
          </a:bodyPr>
          <a:lstStyle/>
          <a:p>
            <a:pPr algn="l"/>
            <a:r>
              <a:rPr sz="1500" b="1">
                <a:solidFill>
                  <a:srgbClr val="FAD02C"/>
                </a:solidFill>
                <a:latin typeface="Arial"/>
              </a:rPr>
              <a:t>2025-2</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defRPr sz="1800" b="1">
                <a:solidFill>
                  <a:srgbClr val="FAD02C"/>
                </a:solidFill>
                <a:latin typeface="Arial"/>
              </a:defRPr>
            </a:pPr>
            <mc:AlternateContent xmlns:mc="http://schemas.openxmlformats.org/markup-compatibility/2006" xmlns:a14="http://schemas.microsoft.com/office/drawing/2010/main">
              <mc:Choice Requires="a14">
                <a14:m>
                  <m:oMath xmlns:m="http://schemas.openxmlformats.org/officeDocument/2006/math">
                    <m:r>
                      <m:t>T</m:t>
                    </m:r>
                    <m:r>
                      <m:t>h</m:t>
                    </m:r>
                    <m:r>
                      <m:t>e</m:t>
                    </m:r>
                    <m:r>
                      <m:t>t</m:t>
                    </m:r>
                    <m:r>
                      <m:t>o</m:t>
                    </m:r>
                    <m:r>
                      <m:t>t</m:t>
                    </m:r>
                    <m:r>
                      <m:t>a</m:t>
                    </m:r>
                    <m:r>
                      <m:t>l</m:t>
                    </m:r>
                    <m:r>
                      <m:t>r</m:t>
                    </m:r>
                    <m:r>
                      <m:t>e</m:t>
                    </m:r>
                    <m:r>
                      <m:t>v</m:t>
                    </m:r>
                    <m:r>
                      <m:t>e</m:t>
                    </m:r>
                    <m:r>
                      <m:t>n</m:t>
                    </m:r>
                    <m:r>
                      <m:t>u</m:t>
                    </m:r>
                    <m:r>
                      <m:t>e</m:t>
                    </m:r>
                    <m:r>
                      <m:t>i</m:t>
                    </m:r>
                    <m:r>
                      <m:t>n</m:t>
                    </m:r>
                    <m:r>
                      <m:t>R</m:t>
                    </m:r>
                    <m:r>
                      <m:t>u</m:t>
                    </m:r>
                    <m:r>
                      <m:t>p</m:t>
                    </m:r>
                    <m:r>
                      <m:t>e</m:t>
                    </m:r>
                    <m:r>
                      <m:t>e</m:t>
                    </m:r>
                    <m:r>
                      <m:t>s</m:t>
                    </m:r>
                    <m:r>
                      <m:t>r</m:t>
                    </m:r>
                    <m:r>
                      <m:t>e</m:t>
                    </m:r>
                    <m:r>
                      <m:t>c</m:t>
                    </m:r>
                    <m:r>
                      <m:t>e</m:t>
                    </m:r>
                    <m:r>
                      <m:t>i</m:t>
                    </m:r>
                    <m:r>
                      <m:t>v</m:t>
                    </m:r>
                    <m:r>
                      <m:t>e</m:t>
                    </m:r>
                    <m:r>
                      <m:t>d</m:t>
                    </m:r>
                    <m:r>
                      <m:t>f</m:t>
                    </m:r>
                    <m:r>
                      <m:t>r</m:t>
                    </m:r>
                    <m:r>
                      <m:t>o</m:t>
                    </m:r>
                    <m:r>
                      <m:t>m</m:t>
                    </m:r>
                    <m:r>
                      <m:t>t</m:t>
                    </m:r>
                    <m:r>
                      <m:t>h</m:t>
                    </m:r>
                    <m:r>
                      <m:t>e</m:t>
                    </m:r>
                    <m:r>
                      <m:t>s</m:t>
                    </m:r>
                    <m:r>
                      <m:t>a</m:t>
                    </m:r>
                    <m:r>
                      <m:t>l</m:t>
                    </m:r>
                    <m:r>
                      <m:t>e</m:t>
                    </m:r>
                    <m:r>
                      <m:t>o</m:t>
                    </m:r>
                    <m:r>
                      <m:t>f</m:t>
                    </m:r>
                    <m:r>
                      <m:t>x</m:t>
                    </m:r>
                    <m:r>
                      <m:t>u</m:t>
                    </m:r>
                    <m:r>
                      <m:t>n</m:t>
                    </m:r>
                    <m:r>
                      <m:t>i</m:t>
                    </m:r>
                    <m:r>
                      <m:t>t</m:t>
                    </m:r>
                    <m:r>
                      <m:t>s</m:t>
                    </m:r>
                    <m:r>
                      <m:t>o</m:t>
                    </m:r>
                    <m:r>
                      <m:t>f</m:t>
                    </m:r>
                    <m:r>
                      <m:t>a</m:t>
                    </m:r>
                    <m:r>
                      <m:t>p</m:t>
                    </m:r>
                    <m:r>
                      <m:t>r</m:t>
                    </m:r>
                    <m:r>
                      <m:t>o</m:t>
                    </m:r>
                    <m:r>
                      <m:t>d</m:t>
                    </m:r>
                    <m:r>
                      <m:t>u</m:t>
                    </m:r>
                    <m:r>
                      <m:t>c</m:t>
                    </m:r>
                    <m:r>
                      <m:t>t</m:t>
                    </m:r>
                    <m:r>
                      <m:t>i</m:t>
                    </m:r>
                    <m:r>
                      <m:t>s</m:t>
                    </m:r>
                    <m:r>
                      <m:t>g</m:t>
                    </m:r>
                    <m:r>
                      <m:t>i</m:t>
                    </m:r>
                    <m:r>
                      <m:t>v</m:t>
                    </m:r>
                    <m:r>
                      <m:t>e</m:t>
                    </m:r>
                    <m:r>
                      <m:t>n</m:t>
                    </m:r>
                    <m:r>
                      <m:t>b</m:t>
                    </m:r>
                    <m:r>
                      <m:t>y</m:t>
                    </m:r>
                    <m:r>
                      <m:t>R</m:t>
                    </m:r>
                    <m:r>
                      <m:rPr>
                        <m:sty m:val="p"/>
                      </m:rPr>
                      <m:t>(</m:t>
                    </m:r>
                    <m:r>
                      <m:t>x</m:t>
                    </m:r>
                    <m:r>
                      <m:rPr>
                        <m:sty m:val="p"/>
                      </m:rPr>
                      <m:t>)</m:t>
                    </m:r>
                    <m:r>
                      <m:rPr>
                        <m:sty m:val="p"/>
                      </m:rPr>
                      <m:t>=</m:t>
                    </m:r>
                    <m:r>
                      <m:t>3</m:t>
                    </m:r>
                    <m:sSup>
                      <m:e>
                        <m:r>
                          <m:t>x</m:t>
                        </m:r>
                      </m:e>
                      <m:sup>
                        <m:r>
                          <m:t>2</m:t>
                        </m:r>
                      </m:sup>
                    </m:sSup>
                    <m:r>
                      <m:rPr>
                        <m:sty m:val="p"/>
                      </m:rPr>
                      <m:t>+</m:t>
                    </m:r>
                    <m:r>
                      <m:t>36</m:t>
                    </m:r>
                    <m:r>
                      <m:t>x</m:t>
                    </m:r>
                    <m:r>
                      <m:rPr>
                        <m:sty m:val="p"/>
                      </m:rPr>
                      <m:t>+</m:t>
                    </m:r>
                    <m:r>
                      <m:t>5</m:t>
                    </m:r>
                    <m:r>
                      <m:rPr>
                        <m:sty m:val="p"/>
                      </m:rPr>
                      <m:t>.</m:t>
                    </m:r>
                    <m:r>
                      <m:t>T</m:t>
                    </m:r>
                    <m:r>
                      <m:t>h</m:t>
                    </m:r>
                    <m:r>
                      <m:t>e</m:t>
                    </m:r>
                    <m:r>
                      <m:t>m</m:t>
                    </m:r>
                    <m:r>
                      <m:t>a</m:t>
                    </m:r>
                    <m:r>
                      <m:t>r</m:t>
                    </m:r>
                    <m:r>
                      <m:t>g</m:t>
                    </m:r>
                    <m:r>
                      <m:t>i</m:t>
                    </m:r>
                    <m:r>
                      <m:t>n</m:t>
                    </m:r>
                    <m:r>
                      <m:t>a</m:t>
                    </m:r>
                    <m:r>
                      <m:t>l</m:t>
                    </m:r>
                    <m:r>
                      <m:t>r</m:t>
                    </m:r>
                    <m:r>
                      <m:t>e</m:t>
                    </m:r>
                    <m:r>
                      <m:t>v</m:t>
                    </m:r>
                    <m:r>
                      <m:t>e</m:t>
                    </m:r>
                    <m:r>
                      <m:t>n</m:t>
                    </m:r>
                    <m:r>
                      <m:t>u</m:t>
                    </m:r>
                    <m:r>
                      <m:t>e</m:t>
                    </m:r>
                    <m:r>
                      <m:t>w</m:t>
                    </m:r>
                    <m:r>
                      <m:t>h</m:t>
                    </m:r>
                    <m:r>
                      <m:t>e</m:t>
                    </m:r>
                    <m:r>
                      <m:t>n</m:t>
                    </m:r>
                    <m:r>
                      <m:t>x</m:t>
                    </m:r>
                    <m:r>
                      <m:rPr>
                        <m:sty m:val="p"/>
                      </m:rPr>
                      <m:t>=</m:t>
                    </m:r>
                    <m:r>
                      <m:t>15</m:t>
                    </m:r>
                    <m:r>
                      <m:t>i</m:t>
                    </m:r>
                    <m:r>
                      <m:t>s</m:t>
                    </m:r>
                  </m:oMath>
                </a14:m>
              </mc:Choice>
            </mc:AlternateContent>
            <a:r>
              <a:rPr lang="en-US" sz="1800" b="1">
                <a:solidFill>
                  <a:srgbClr val="FAD02C"/>
                </a:solidFill>
                <a:latin typeface="Arial"/>
              </a:rPr>
              <a: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886968"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722376" cy="402336"/>
          </a:xfrm>
          <a:prstGeom prst="rect">
            <a:avLst/>
          </a:prstGeom>
          <a:noFill/>
        </p:spPr>
        <p:txBody>
          <a:bodyPr wrap="none" anchor="ctr" lIns="0" rIns="0" tIns="0" bIns="0">
            <a:spAutoFit/>
          </a:bodyPr>
          <a:lstStyle/>
          <a:p>
            <a:pPr algn="l"/>
            <a:r>
              <a:rPr sz="1500" b="1">
                <a:solidFill>
                  <a:srgbClr val="FAD02C"/>
                </a:solidFill>
                <a:latin typeface="Arial"/>
              </a:rPr>
              <a:t>2026-1</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defRPr sz="1800" b="1">
                <a:solidFill>
                  <a:srgbClr val="FAD02C"/>
                </a:solidFill>
                <a:latin typeface="Arial"/>
              </a:defRPr>
            </a:pPr>
            <mc:AlternateContent xmlns:mc="http://schemas.openxmlformats.org/markup-compatibility/2006" xmlns:a14="http://schemas.microsoft.com/office/drawing/2010/main">
              <mc:Choice Requires="a14">
                <a14:m>
                  <m:oMath xmlns:m="http://schemas.openxmlformats.org/officeDocument/2006/math">
                    <m:r>
                      <m:t>90</m:t>
                    </m:r>
                    <m:r>
                      <m:rPr>
                        <m:sty m:val="p"/>
                      </m:rPr>
                      <m:t>(</m:t>
                    </m:r>
                    <m:r>
                      <m:t>b</m:t>
                    </m:r>
                    <m:r>
                      <m:rPr>
                        <m:sty m:val="p"/>
                      </m:rPr>
                      <m:t>)</m:t>
                    </m:r>
                    <m:r>
                      <m:t>96</m:t>
                    </m:r>
                    <m:r>
                      <m:rPr>
                        <m:sty m:val="p"/>
                      </m:rPr>
                      <m:t>(</m:t>
                    </m:r>
                    <m:r>
                      <m:t>c</m:t>
                    </m:r>
                    <m:r>
                      <m:rPr>
                        <m:sty m:val="p"/>
                      </m:rPr>
                      <m:t>)</m:t>
                    </m:r>
                    <m:r>
                      <m:t>116</m:t>
                    </m:r>
                    <m:r>
                      <m:rPr>
                        <m:sty m:val="p"/>
                      </m:rPr>
                      <m:t>(</m:t>
                    </m:r>
                    <m:r>
                      <m:t>d</m:t>
                    </m:r>
                    <m:r>
                      <m:rPr>
                        <m:sty m:val="p"/>
                      </m:rPr>
                      <m:t>)</m:t>
                    </m:r>
                    <m:r>
                      <m:t>126</m:t>
                    </m:r>
                    <m:r>
                      <m:t>T</m:t>
                    </m:r>
                    <m:r>
                      <m:t>h</m:t>
                    </m:r>
                    <m:r>
                      <m:t>e</m:t>
                    </m:r>
                    <m:r>
                      <m:t>f</m:t>
                    </m:r>
                    <m:r>
                      <m:t>u</m:t>
                    </m:r>
                    <m:r>
                      <m:t>n</m:t>
                    </m:r>
                    <m:r>
                      <m:t>c</m:t>
                    </m:r>
                    <m:r>
                      <m:t>t</m:t>
                    </m:r>
                    <m:r>
                      <m:t>i</m:t>
                    </m:r>
                    <m:r>
                      <m:t>o</m:t>
                    </m:r>
                    <m:r>
                      <m:t>n</m:t>
                    </m:r>
                    <m:r>
                      <m:t>f</m:t>
                    </m:r>
                    <m:r>
                      <m:t>g</m:t>
                    </m:r>
                    <m:r>
                      <m:t>i</m:t>
                    </m:r>
                    <m:r>
                      <m:t>v</m:t>
                    </m:r>
                    <m:r>
                      <m:t>e</m:t>
                    </m:r>
                    <m:r>
                      <m:t>n</m:t>
                    </m:r>
                    <m:r>
                      <m:t>b</m:t>
                    </m:r>
                    <m:r>
                      <m:t>y</m:t>
                    </m:r>
                    <m:r>
                      <m:t>f</m:t>
                    </m:r>
                    <m:r>
                      <m:rPr>
                        <m:sty m:val="p"/>
                      </m:rPr>
                      <m:t>(</m:t>
                    </m:r>
                    <m:r>
                      <m:t>x</m:t>
                    </m:r>
                    <m:r>
                      <m:rPr>
                        <m:sty m:val="p"/>
                      </m:rPr>
                      <m:t>)</m:t>
                    </m:r>
                    <m:r>
                      <m:rPr>
                        <m:sty m:val="p"/>
                      </m:rPr>
                      <m:t>=</m:t>
                    </m:r>
                    <m:sSup>
                      <m:e>
                        <m:r>
                          <m:t>x</m:t>
                        </m:r>
                      </m:e>
                      <m:sup>
                        <m:r>
                          <m:t>2</m:t>
                        </m:r>
                      </m:sup>
                    </m:sSup>
                    <m:r>
                      <m:rPr>
                        <m:sty m:val="p"/>
                      </m:rPr>
                      <m:t>−</m:t>
                    </m:r>
                    <m:r>
                      <m:t>4</m:t>
                    </m:r>
                    <m:r>
                      <m:t>x</m:t>
                    </m:r>
                    <m:r>
                      <m:rPr>
                        <m:sty m:val="p"/>
                      </m:rPr>
                      <m:t>+</m:t>
                    </m:r>
                    <m:r>
                      <m:t>6</m:t>
                    </m:r>
                    <m:r>
                      <m:t>i</m:t>
                    </m:r>
                    <m:r>
                      <m:t>s</m:t>
                    </m:r>
                    <m:r>
                      <m:t>i</m:t>
                    </m:r>
                    <m:r>
                      <m:t>n</m:t>
                    </m:r>
                    <m:r>
                      <m:t>c</m:t>
                    </m:r>
                    <m:r>
                      <m:t>r</m:t>
                    </m:r>
                    <m:r>
                      <m:t>e</m:t>
                    </m:r>
                    <m:r>
                      <m:t>a</m:t>
                    </m:r>
                    <m:r>
                      <m:t>s</m:t>
                    </m:r>
                    <m:r>
                      <m:t>i</m:t>
                    </m:r>
                    <m:r>
                      <m:t>n</m:t>
                    </m:r>
                    <m:r>
                      <m:t>g</m:t>
                    </m:r>
                    <m:r>
                      <m:t>i</m:t>
                    </m:r>
                    <m:r>
                      <m:t>n</m:t>
                    </m:r>
                    <m:r>
                      <m:t>t</m:t>
                    </m:r>
                    <m:r>
                      <m:t>h</m:t>
                    </m:r>
                    <m:r>
                      <m:t>e</m:t>
                    </m:r>
                    <m:r>
                      <m:t>i</m:t>
                    </m:r>
                    <m:r>
                      <m:t>n</m:t>
                    </m:r>
                    <m:r>
                      <m:t>t</m:t>
                    </m:r>
                    <m:r>
                      <m:t>e</m:t>
                    </m:r>
                    <m:r>
                      <m:t>r</m:t>
                    </m:r>
                    <m:r>
                      <m:t>v</m:t>
                    </m:r>
                    <m:r>
                      <m:t>a</m:t>
                    </m:r>
                    <m:r>
                      <m:t>l</m:t>
                    </m:r>
                    <m:r>
                      <m:rPr>
                        <m:sty m:val="p"/>
                      </m:rPr>
                      <m:t>(</m:t>
                    </m:r>
                    <m:r>
                      <m:t>2025</m:t>
                    </m:r>
                    <m:r>
                      <m:rPr>
                        <m:sty m:val="p"/>
                      </m:rPr>
                      <m:t>)</m:t>
                    </m:r>
                    <m:r>
                      <m:rPr>
                        <m:sty m:val="p"/>
                      </m:rPr>
                      <m:t>(</m:t>
                    </m:r>
                    <m:r>
                      <m:t>a</m:t>
                    </m:r>
                    <m:r>
                      <m:rPr>
                        <m:sty m:val="p"/>
                      </m:rPr>
                      <m:t>)</m:t>
                    </m:r>
                    <m:r>
                      <m:rPr>
                        <m:sty m:val="p"/>
                      </m:rPr>
                      <m:t>(</m:t>
                    </m:r>
                    <m:r>
                      <m:rPr>
                        <m:sty m:val="p"/>
                      </m:rPr>
                      <m:t>−</m:t>
                    </m:r>
                    <m:r>
                      <m:rPr>
                        <m:sty m:val="p"/>
                      </m:rPr>
                      <m:t>∞</m:t>
                    </m:r>
                    <m:r>
                      <m:rPr>
                        <m:sty m:val="p"/>
                      </m:rPr>
                      <m:t>,</m:t>
                    </m:r>
                    <m:r>
                      <m:t>2</m:t>
                    </m:r>
                    <m:r>
                      <m:rPr>
                        <m:sty m:val="p"/>
                      </m:rPr>
                      <m:t>)</m:t>
                    </m:r>
                    <m:r>
                      <m:rPr>
                        <m:sty m:val="p"/>
                      </m:rPr>
                      <m:t>(</m:t>
                    </m:r>
                    <m:r>
                      <m:t>b</m:t>
                    </m:r>
                    <m:r>
                      <m:rPr>
                        <m:sty m:val="p"/>
                      </m:rPr>
                      <m:t>)</m:t>
                    </m:r>
                    <m:r>
                      <m:rPr>
                        <m:sty m:val="p"/>
                      </m:rPr>
                      <m:t>(</m:t>
                    </m:r>
                    <m:r>
                      <m:t>2</m:t>
                    </m:r>
                    <m:r>
                      <m:rPr>
                        <m:sty m:val="p"/>
                      </m:rPr>
                      <m:t>)</m:t>
                    </m:r>
                    <m:r>
                      <m:rPr>
                        <m:sty m:val="p"/>
                      </m:rPr>
                      <m:t>(</m:t>
                    </m:r>
                    <m:r>
                      <m:t>c</m:t>
                    </m:r>
                    <m:r>
                      <m:rPr>
                        <m:sty m:val="p"/>
                      </m:rPr>
                      <m:t>)</m:t>
                    </m:r>
                    <m:r>
                      <m:rPr>
                        <m:sty m:val="p"/>
                      </m:rPr>
                      <m:t>[</m:t>
                    </m:r>
                    <m:r>
                      <m:t>2</m:t>
                    </m:r>
                    <m:r>
                      <m:rPr>
                        <m:sty m:val="p"/>
                      </m:rPr>
                      <m:t>,</m:t>
                    </m:r>
                    <m:r>
                      <m:rPr>
                        <m:sty m:val="p"/>
                      </m:rPr>
                      <m:t>∞</m:t>
                    </m:r>
                    <m:r>
                      <m:rPr>
                        <m:sty m:val="p"/>
                      </m:rPr>
                      <m:t>)</m:t>
                    </m:r>
                    <m:r>
                      <m:rPr>
                        <m:sty m:val="p"/>
                      </m:rPr>
                      <m:t>(</m:t>
                    </m:r>
                    <m:r>
                      <m:t>d</m:t>
                    </m:r>
                    <m:r>
                      <m:rPr>
                        <m:sty m:val="p"/>
                      </m:rPr>
                      <m:t>)</m:t>
                    </m:r>
                    <m:r>
                      <m:rPr>
                        <m:sty m:val="p"/>
                      </m:rPr>
                      <m:t>(</m:t>
                    </m:r>
                    <m:r>
                      <m:rPr>
                        <m:sty m:val="p"/>
                      </m:rPr>
                      <m:t>−</m:t>
                    </m:r>
                    <m:r>
                      <m:rPr>
                        <m:sty m:val="p"/>
                      </m:rPr>
                      <m:t>∞</m:t>
                    </m:r>
                    <m:r>
                      <m:rPr>
                        <m:sty m:val="p"/>
                      </m:rPr>
                      <m:t>,</m:t>
                    </m:r>
                    <m:r>
                      <m:rPr>
                        <m:sty m:val="p"/>
                      </m:rPr>
                      <m:t>∞</m:t>
                    </m:r>
                    <m:r>
                      <m:rPr>
                        <m:sty m:val="p"/>
                      </m:rPr>
                      <m:t>)</m:t>
                    </m:r>
                    <m:r>
                      <m:t>A</m:t>
                    </m:r>
                    <m:r>
                      <m:t>p</m:t>
                    </m:r>
                    <m:r>
                      <m:t>a</m:t>
                    </m:r>
                    <m:r>
                      <m:t>r</m:t>
                    </m:r>
                    <m:r>
                      <m:t>t</m:t>
                    </m:r>
                    <m:r>
                      <m:t>i</m:t>
                    </m:r>
                    <m:r>
                      <m:t>c</m:t>
                    </m:r>
                    <m:r>
                      <m:t>l</m:t>
                    </m:r>
                    <m:r>
                      <m:t>e</m:t>
                    </m:r>
                    <m:r>
                      <m:t>m</m:t>
                    </m:r>
                    <m:r>
                      <m:t>o</m:t>
                    </m:r>
                    <m:r>
                      <m:t>v</m:t>
                    </m:r>
                    <m:r>
                      <m:t>i</m:t>
                    </m:r>
                    <m:r>
                      <m:t>n</m:t>
                    </m:r>
                    <m:r>
                      <m:t>g</m:t>
                    </m:r>
                    <m:r>
                      <m:t>i</m:t>
                    </m:r>
                    <m:r>
                      <m:t>n</m:t>
                    </m:r>
                    <m:r>
                      <m:t>a</m:t>
                    </m:r>
                    <m:r>
                      <m:t>s</m:t>
                    </m:r>
                    <m:r>
                      <m:t>t</m:t>
                    </m:r>
                    <m:r>
                      <m:t>r</m:t>
                    </m:r>
                    <m:r>
                      <m:t>a</m:t>
                    </m:r>
                    <m:r>
                      <m:t>i</m:t>
                    </m:r>
                    <m:r>
                      <m:t>g</m:t>
                    </m:r>
                    <m:r>
                      <m:t>h</m:t>
                    </m:r>
                    <m:r>
                      <m:t>t</m:t>
                    </m:r>
                    <m:r>
                      <m:t>l</m:t>
                    </m:r>
                    <m:r>
                      <m:t>i</m:t>
                    </m:r>
                    <m:r>
                      <m:t>n</m:t>
                    </m:r>
                    <m:r>
                      <m:t>e</m:t>
                    </m:r>
                    <m:r>
                      <m:t>c</m:t>
                    </m:r>
                    <m:r>
                      <m:t>o</m:t>
                    </m:r>
                    <m:r>
                      <m:t>v</m:t>
                    </m:r>
                    <m:r>
                      <m:t>e</m:t>
                    </m:r>
                    <m:r>
                      <m:t>r</m:t>
                    </m:r>
                    <m:r>
                      <m:t>s</m:t>
                    </m:r>
                    <m:r>
                      <m:t>a</m:t>
                    </m:r>
                    <m:r>
                      <m:t>d</m:t>
                    </m:r>
                    <m:r>
                      <m:t>i</m:t>
                    </m:r>
                    <m:r>
                      <m:t>s</m:t>
                    </m:r>
                    <m:r>
                      <m:t>t</m:t>
                    </m:r>
                    <m:r>
                      <m:t>a</m:t>
                    </m:r>
                    <m:r>
                      <m:t>n</m:t>
                    </m:r>
                    <m:r>
                      <m:t>c</m:t>
                    </m:r>
                    <m:r>
                      <m:t>e</m:t>
                    </m:r>
                    <m:r>
                      <m:t>S</m:t>
                    </m:r>
                    <m:r>
                      <m:t>c</m:t>
                    </m:r>
                    <m:r>
                      <m:t>m</m:t>
                    </m:r>
                    <m:r>
                      <m:t>i</m:t>
                    </m:r>
                    <m:r>
                      <m:t>n</m:t>
                    </m:r>
                    <m:r>
                      <m:t>t</m:t>
                    </m:r>
                    <m:r>
                      <m:t>i</m:t>
                    </m:r>
                    <m:r>
                      <m:t>m</m:t>
                    </m:r>
                    <m:r>
                      <m:t>e</m:t>
                    </m:r>
                    <m:r>
                      <m:t>t</m:t>
                    </m:r>
                    <m:r>
                      <m:t>s</m:t>
                    </m:r>
                    <m:r>
                      <m:t>e</m:t>
                    </m:r>
                    <m:r>
                      <m:t>c</m:t>
                    </m:r>
                    <m:r>
                      <m:rPr>
                        <m:sty m:val="p"/>
                      </m:rPr>
                      <m:t>.</m:t>
                    </m:r>
                    <m:r>
                      <m:t>i</m:t>
                    </m:r>
                    <m:r>
                      <m:t>s</m:t>
                    </m:r>
                    <m:r>
                      <m:t>g</m:t>
                    </m:r>
                    <m:r>
                      <m:t>i</m:t>
                    </m:r>
                    <m:r>
                      <m:t>v</m:t>
                    </m:r>
                    <m:r>
                      <m:t>e</m:t>
                    </m:r>
                    <m:r>
                      <m:t>n</m:t>
                    </m:r>
                    <m:r>
                      <m:t>b</m:t>
                    </m:r>
                    <m:r>
                      <m:t>y</m:t>
                    </m:r>
                    <m:r>
                      <m:t>S</m:t>
                    </m:r>
                    <m:r>
                      <m:rPr>
                        <m:sty m:val="p"/>
                      </m:rPr>
                      <m:t>=</m:t>
                    </m:r>
                    <m:sSup>
                      <m:e>
                        <m:r>
                          <m:t>t</m:t>
                        </m:r>
                      </m:e>
                      <m:sup>
                        <m:r>
                          <m:t>3</m:t>
                        </m:r>
                      </m:sup>
                    </m:sSup>
                    <m:r>
                      <m:rPr>
                        <m:sty m:val="p"/>
                      </m:rPr>
                      <m:t>+</m:t>
                    </m:r>
                    <m:r>
                      <m:t>3</m:t>
                    </m:r>
                    <m:sSup>
                      <m:e>
                        <m:r>
                          <m:t>t</m:t>
                        </m:r>
                      </m:e>
                      <m:sup>
                        <m:r>
                          <m:t>2</m:t>
                        </m:r>
                      </m:sup>
                    </m:sSup>
                    <m:r>
                      <m:rPr>
                        <m:sty m:val="p"/>
                      </m:rPr>
                      <m:t>+</m:t>
                    </m:r>
                    <m:r>
                      <m:t>6</m:t>
                    </m:r>
                    <m:r>
                      <m:t>t</m:t>
                    </m:r>
                    <m:r>
                      <m:rPr>
                        <m:sty m:val="p"/>
                      </m:rPr>
                      <m:t>−</m:t>
                    </m:r>
                    <m:r>
                      <m:t>18</m:t>
                    </m:r>
                    <m:r>
                      <m:rPr>
                        <m:sty m:val="p"/>
                      </m:rPr>
                      <m:t>,</m:t>
                    </m:r>
                    <m:r>
                      <m:t>t</m:t>
                    </m:r>
                    <m:r>
                      <m:t>h</m:t>
                    </m:r>
                    <m:r>
                      <m:t>e</m:t>
                    </m:r>
                    <m:r>
                      <m:t>i</m:t>
                    </m:r>
                    <m:r>
                      <m:t>n</m:t>
                    </m:r>
                    <m:r>
                      <m:t>i</m:t>
                    </m:r>
                    <m:r>
                      <m:t>t</m:t>
                    </m:r>
                    <m:r>
                      <m:t>i</m:t>
                    </m:r>
                    <m:r>
                      <m:t>a</m:t>
                    </m:r>
                    <m:r>
                      <m:t>l</m:t>
                    </m:r>
                    <m:r>
                      <m:t>v</m:t>
                    </m:r>
                    <m:r>
                      <m:t>e</m:t>
                    </m:r>
                    <m:r>
                      <m:t>l</m:t>
                    </m:r>
                    <m:r>
                      <m:t>o</m:t>
                    </m:r>
                    <m:r>
                      <m:t>c</m:t>
                    </m:r>
                    <m:r>
                      <m:t>i</m:t>
                    </m:r>
                    <m:r>
                      <m:t>t</m:t>
                    </m:r>
                    <m:r>
                      <m:t>y</m:t>
                    </m:r>
                    <m:r>
                      <m:t>o</m:t>
                    </m:r>
                    <m:r>
                      <m:t>f</m:t>
                    </m:r>
                    <m:r>
                      <m:t>a</m:t>
                    </m:r>
                    <m:r>
                      <m:t>p</m:t>
                    </m:r>
                    <m:r>
                      <m:t>a</m:t>
                    </m:r>
                    <m:r>
                      <m:t>r</m:t>
                    </m:r>
                    <m:r>
                      <m:t>t</m:t>
                    </m:r>
                    <m:r>
                      <m:t>i</m:t>
                    </m:r>
                    <m:r>
                      <m:t>c</m:t>
                    </m:r>
                    <m:r>
                      <m:t>l</m:t>
                    </m:r>
                    <m:r>
                      <m:t>e</m:t>
                    </m:r>
                    <m:r>
                      <m:t>i</m:t>
                    </m:r>
                    <m:r>
                      <m:t>s</m:t>
                    </m:r>
                    <m:r>
                      <m:rPr>
                        <m:sty m:val="p"/>
                      </m:rPr>
                      <m:t>(</m:t>
                    </m:r>
                    <m:r>
                      <m:t>2025</m:t>
                    </m:r>
                    <m:r>
                      <m:rPr>
                        <m:sty m:val="p"/>
                      </m:rPr>
                      <m:t>−</m:t>
                    </m:r>
                    <m:r>
                      <m:t>3</m:t>
                    </m:r>
                    <m:r>
                      <m:rPr>
                        <m:sty m:val="p"/>
                      </m:rPr>
                      <m:t>)</m:t>
                    </m:r>
                    <m:r>
                      <m:rPr>
                        <m:sty m:val="p"/>
                      </m:rPr>
                      <m:t>(</m:t>
                    </m:r>
                    <m:r>
                      <m:t>a</m:t>
                    </m:r>
                    <m:r>
                      <m:rPr>
                        <m:sty m:val="p"/>
                      </m:rPr>
                      <m:t>)</m:t>
                    </m:r>
                    <m:r>
                      <m:t>3</m:t>
                    </m:r>
                    <m:r>
                      <m:t>c</m:t>
                    </m:r>
                    <m:r>
                      <m:t>m</m:t>
                    </m:r>
                    <m:r>
                      <m:rPr>
                        <m:sty m:val="p"/>
                      </m:rPr>
                      <m:t>/</m:t>
                    </m:r>
                    <m:r>
                      <m:rPr>
                        <m:sty m:val="p"/>
                      </m:rPr>
                      <m:t>sec</m:t>
                    </m:r>
                    <m:r>
                      <m:rPr>
                        <m:sty m:val="p"/>
                      </m:rPr>
                      <m:t>.</m:t>
                    </m:r>
                    <m:r>
                      <m:rPr>
                        <m:sty m:val="p"/>
                      </m:rPr>
                      <m:t>(</m:t>
                    </m:r>
                    <m:r>
                      <m:t>b</m:t>
                    </m:r>
                    <m:r>
                      <m:rPr>
                        <m:sty m:val="p"/>
                      </m:rPr>
                      <m:t>)</m:t>
                    </m:r>
                    <m:r>
                      <m:t>18</m:t>
                    </m:r>
                    <m:r>
                      <m:t>c</m:t>
                    </m:r>
                    <m:r>
                      <m:t>m</m:t>
                    </m:r>
                    <m:r>
                      <m:rPr>
                        <m:sty m:val="p"/>
                      </m:rPr>
                      <m:t>/</m:t>
                    </m:r>
                    <m:r>
                      <m:rPr>
                        <m:sty m:val="p"/>
                      </m:rPr>
                      <m:t>sec</m:t>
                    </m:r>
                    <m:r>
                      <m:rPr>
                        <m:sty m:val="p"/>
                      </m:rPr>
                      <m:t>.</m:t>
                    </m:r>
                    <m:r>
                      <m:rPr>
                        <m:sty m:val="p"/>
                      </m:rPr>
                      <m:t>(</m:t>
                    </m:r>
                    <m:r>
                      <m:t>c</m:t>
                    </m:r>
                    <m:r>
                      <m:rPr>
                        <m:sty m:val="p"/>
                      </m:rPr>
                      <m:t>)</m:t>
                    </m:r>
                    <m:r>
                      <m:t>8</m:t>
                    </m:r>
                    <m:r>
                      <m:t>c</m:t>
                    </m:r>
                    <m:r>
                      <m:t>m</m:t>
                    </m:r>
                    <m:r>
                      <m:rPr>
                        <m:sty m:val="p"/>
                      </m:rPr>
                      <m:t>/</m:t>
                    </m:r>
                    <m:r>
                      <m:rPr>
                        <m:sty m:val="p"/>
                      </m:rPr>
                      <m:t>sec</m:t>
                    </m:r>
                    <m:r>
                      <m:rPr>
                        <m:sty m:val="p"/>
                      </m:rPr>
                      <m:t>.</m:t>
                    </m:r>
                    <m:r>
                      <m:rPr>
                        <m:sty m:val="p"/>
                      </m:rPr>
                      <m:t>(</m:t>
                    </m:r>
                    <m:r>
                      <m:t>d</m:t>
                    </m:r>
                    <m:r>
                      <m:rPr>
                        <m:sty m:val="p"/>
                      </m:rPr>
                      <m:t>)</m:t>
                    </m:r>
                    <m:r>
                      <m:t>6</m:t>
                    </m:r>
                    <m:r>
                      <m:t>c</m:t>
                    </m:r>
                    <m:r>
                      <m:t>m</m:t>
                    </m:r>
                    <m:r>
                      <m:rPr>
                        <m:sty m:val="p"/>
                      </m:rPr>
                      <m:t>/</m:t>
                    </m:r>
                    <m:r>
                      <m:rPr>
                        <m:sty m:val="p"/>
                      </m:rPr>
                      <m:t>sec</m:t>
                    </m:r>
                    <m:r>
                      <m:rPr>
                        <m:sty m:val="p"/>
                      </m:rPr>
                      <m:t>.</m:t>
                    </m:r>
                    <m:r>
                      <m:t>S</m:t>
                    </m:r>
                    <m:r>
                      <m:t>t</m:t>
                    </m:r>
                    <m:r>
                      <m:t>a</m:t>
                    </m:r>
                    <m:r>
                      <m:t>t</m:t>
                    </m:r>
                    <m:r>
                      <m:t>e</m:t>
                    </m:r>
                    <m:r>
                      <m:t>m</m:t>
                    </m:r>
                    <m:r>
                      <m:t>e</m:t>
                    </m:r>
                    <m:r>
                      <m:t>n</m:t>
                    </m:r>
                    <m:r>
                      <m:t>t</m:t>
                    </m:r>
                    <m:r>
                      <m:t>I</m:t>
                    </m:r>
                    <m:r>
                      <m:rPr>
                        <m:sty m:val="p"/>
                      </m:rPr>
                      <m:t>:</m:t>
                    </m:r>
                    <m:r>
                      <m:t>T</m:t>
                    </m:r>
                    <m:r>
                      <m:t>h</m:t>
                    </m:r>
                    <m:r>
                      <m:t>e</m:t>
                    </m:r>
                    <m:r>
                      <m:t>f</m:t>
                    </m:r>
                    <m:r>
                      <m:t>u</m:t>
                    </m:r>
                    <m:r>
                      <m:t>n</m:t>
                    </m:r>
                    <m:r>
                      <m:t>c</m:t>
                    </m:r>
                    <m:r>
                      <m:t>t</m:t>
                    </m:r>
                    <m:r>
                      <m:t>i</m:t>
                    </m:r>
                    <m:r>
                      <m:t>o</m:t>
                    </m:r>
                    <m:r>
                      <m:t>n</m:t>
                    </m:r>
                    <m:r>
                      <m:t>f</m:t>
                    </m:r>
                    <m:r>
                      <m:rPr>
                        <m:sty m:val="p"/>
                      </m:rPr>
                      <m:t>(</m:t>
                    </m:r>
                    <m:r>
                      <m:t>x</m:t>
                    </m:r>
                    <m:r>
                      <m:rPr>
                        <m:sty m:val="p"/>
                      </m:rPr>
                      <m:t>)</m:t>
                    </m:r>
                    <m:r>
                      <m:rPr>
                        <m:sty m:val="p"/>
                      </m:rPr>
                      <m:t>=</m:t>
                    </m:r>
                    <m:sSup>
                      <m:e>
                        <m:r>
                          <m:t>x</m:t>
                        </m:r>
                      </m:e>
                      <m:sup>
                        <m:r>
                          <m:t>2</m:t>
                        </m:r>
                      </m:sup>
                    </m:sSup>
                    <m:r>
                      <m:t>i</m:t>
                    </m:r>
                    <m:r>
                      <m:t>s</m:t>
                    </m:r>
                    <m:r>
                      <m:t>d</m:t>
                    </m:r>
                    <m:r>
                      <m:t>e</m:t>
                    </m:r>
                    <m:r>
                      <m:t>c</m:t>
                    </m:r>
                    <m:r>
                      <m:t>r</m:t>
                    </m:r>
                    <m:r>
                      <m:t>e</m:t>
                    </m:r>
                    <m:r>
                      <m:t>a</m:t>
                    </m:r>
                    <m:r>
                      <m:t>s</m:t>
                    </m:r>
                    <m:r>
                      <m:t>i</m:t>
                    </m:r>
                    <m:r>
                      <m:t>n</m:t>
                    </m:r>
                    <m:r>
                      <m:t>g</m:t>
                    </m:r>
                    <m:r>
                      <m:t>i</m:t>
                    </m:r>
                    <m:r>
                      <m:t>n</m:t>
                    </m:r>
                    <m:r>
                      <m:t>t</m:t>
                    </m:r>
                    <m:r>
                      <m:t>h</m:t>
                    </m:r>
                    <m:r>
                      <m:t>e</m:t>
                    </m:r>
                    <m:r>
                      <m:t>i</m:t>
                    </m:r>
                    <m:r>
                      <m:t>n</m:t>
                    </m:r>
                    <m:r>
                      <m:t>t</m:t>
                    </m:r>
                    <m:r>
                      <m:t>e</m:t>
                    </m:r>
                    <m:r>
                      <m:t>r</m:t>
                    </m:r>
                    <m:r>
                      <m:t>v</m:t>
                    </m:r>
                    <m:r>
                      <m:t>a</m:t>
                    </m:r>
                    <m:r>
                      <m:t>l</m:t>
                    </m:r>
                    <m:r>
                      <m:rPr>
                        <m:sty m:val="p"/>
                      </m:rPr>
                      <m:t>(</m:t>
                    </m:r>
                    <m:r>
                      <m:t>0</m:t>
                    </m:r>
                    <m:r>
                      <m:rPr>
                        <m:sty m:val="p"/>
                      </m:rPr>
                      <m:t>,</m:t>
                    </m:r>
                    <m:r>
                      <m:rPr>
                        <m:sty m:val="p"/>
                      </m:rPr>
                      <m:t>∞</m:t>
                    </m:r>
                    <m:r>
                      <m:rPr>
                        <m:sty m:val="p"/>
                      </m:rPr>
                      <m:t>)</m:t>
                    </m:r>
                    <m:r>
                      <m:rPr>
                        <m:sty m:val="p"/>
                      </m:rPr>
                      <m:t>.</m:t>
                    </m:r>
                  </m:oMath>
                </a14:m>
              </mc:Choice>
            </mc:AlternateContent>
            <a:r>
              <a:rPr lang="en-US" sz="1800" b="1">
                <a:solidFill>
                  <a:srgbClr val="FAD02C"/>
                </a:solidFill>
                <a:latin typeface="Arial"/>
              </a:rPr>
              <a: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pic>
        <p:nvPicPr>
          <p:cNvPr id="2" name="Picture 1"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3" name="TextBox 2"/>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Statement II: Any function y=f(x) is decreasing if (dy)/(dx)&lt;0.
Which of the following is correct?
a) Both Statements I and II are true
b) Both Statements I and II are false
c) Statement I is true and Statement II is false
d) Statement I is false and Statement II is true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886968"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722376" cy="402336"/>
          </a:xfrm>
          <a:prstGeom prst="rect">
            <a:avLst/>
          </a:prstGeom>
          <a:noFill/>
        </p:spPr>
        <p:txBody>
          <a:bodyPr wrap="none" anchor="ctr" lIns="0" rIns="0" tIns="0" bIns="0">
            <a:spAutoFit/>
          </a:bodyPr>
          <a:lstStyle/>
          <a:p>
            <a:pPr algn="l"/>
            <a:r>
              <a:rPr sz="1500" b="1">
                <a:solidFill>
                  <a:srgbClr val="FAD02C"/>
                </a:solidFill>
                <a:latin typeface="Arial"/>
              </a:rPr>
              <a:t>2023M</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The slope of the normal to the curve y = 2𝑥2 - 3sin x at x = 0 is ____</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886968"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722376" cy="402336"/>
          </a:xfrm>
          <a:prstGeom prst="rect">
            <a:avLst/>
          </a:prstGeom>
          <a:noFill/>
        </p:spPr>
        <p:txBody>
          <a:bodyPr wrap="none" anchor="ctr" lIns="0" rIns="0" tIns="0" bIns="0">
            <a:spAutoFit/>
          </a:bodyPr>
          <a:lstStyle/>
          <a:p>
            <a:pPr algn="l"/>
            <a:r>
              <a:rPr sz="1500" b="1">
                <a:solidFill>
                  <a:srgbClr val="FAD02C"/>
                </a:solidFill>
                <a:latin typeface="Arial"/>
              </a:rPr>
              <a:t>2026-1</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The point of inflection of the function f(x) = x3 in the interval [-1,1] is _____</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1170432"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1005840" cy="402336"/>
          </a:xfrm>
          <a:prstGeom prst="rect">
            <a:avLst/>
          </a:prstGeom>
          <a:noFill/>
        </p:spPr>
        <p:txBody>
          <a:bodyPr wrap="none" anchor="ctr" lIns="0" rIns="0" tIns="0" bIns="0">
            <a:spAutoFit/>
          </a:bodyPr>
          <a:lstStyle/>
          <a:p>
            <a:pPr algn="l"/>
            <a:r>
              <a:rPr sz="1500" b="1">
                <a:solidFill>
                  <a:srgbClr val="FAD02C"/>
                </a:solidFill>
                <a:latin typeface="Arial"/>
              </a:rPr>
              <a:t>2014,2019</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Find the approximate charge in the volume v of a cube of side x meters caused by increasing the side by 2%.</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1316736"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1152144" cy="402336"/>
          </a:xfrm>
          <a:prstGeom prst="rect">
            <a:avLst/>
          </a:prstGeom>
          <a:noFill/>
        </p:spPr>
        <p:txBody>
          <a:bodyPr wrap="none" anchor="ctr" lIns="0" rIns="0" tIns="0" bIns="0">
            <a:spAutoFit/>
          </a:bodyPr>
          <a:lstStyle/>
          <a:p>
            <a:pPr algn="l"/>
            <a:r>
              <a:rPr sz="1500" b="1">
                <a:solidFill>
                  <a:srgbClr val="FAD02C"/>
                </a:solidFill>
                <a:latin typeface="Arial"/>
              </a:rPr>
              <a:t>2014S,2020</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Approximate sqrt(36.6) by using differential</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722376"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557784" cy="402336"/>
          </a:xfrm>
          <a:prstGeom prst="rect">
            <a:avLst/>
          </a:prstGeom>
          <a:noFill/>
        </p:spPr>
        <p:txBody>
          <a:bodyPr wrap="none" anchor="ctr" lIns="0" rIns="0" tIns="0" bIns="0">
            <a:spAutoFit/>
          </a:bodyPr>
          <a:lstStyle/>
          <a:p>
            <a:pPr algn="l"/>
            <a:r>
              <a:rPr sz="1500" b="1">
                <a:solidFill>
                  <a:srgbClr val="FAD02C"/>
                </a:solidFill>
                <a:latin typeface="Arial"/>
              </a:rPr>
              <a:t>2015</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Find the slope of the tangent to the curve y = (x-1)/(x-2), x ≠2 at x =10</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822960"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658368" cy="402336"/>
          </a:xfrm>
          <a:prstGeom prst="rect">
            <a:avLst/>
          </a:prstGeom>
          <a:noFill/>
        </p:spPr>
        <p:txBody>
          <a:bodyPr wrap="none" anchor="ctr" lIns="0" rIns="0" tIns="0" bIns="0">
            <a:spAutoFit/>
          </a:bodyPr>
          <a:lstStyle/>
          <a:p>
            <a:pPr algn="l"/>
            <a:r>
              <a:rPr sz="1500" b="1">
                <a:solidFill>
                  <a:srgbClr val="FAD02C"/>
                </a:solidFill>
                <a:latin typeface="Arial"/>
              </a:rPr>
              <a:t>2015S</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Using differentials, find the approximate value of sqrt(49.5)</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722376"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557784" cy="402336"/>
          </a:xfrm>
          <a:prstGeom prst="rect">
            <a:avLst/>
          </a:prstGeom>
          <a:noFill/>
        </p:spPr>
        <p:txBody>
          <a:bodyPr wrap="none" anchor="ctr" lIns="0" rIns="0" tIns="0" bIns="0">
            <a:spAutoFit/>
          </a:bodyPr>
          <a:lstStyle/>
          <a:p>
            <a:pPr algn="l"/>
            <a:r>
              <a:rPr sz="1500" b="1">
                <a:solidFill>
                  <a:srgbClr val="FAD02C"/>
                </a:solidFill>
                <a:latin typeface="Arial"/>
              </a:rPr>
              <a:t>2016</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defRPr sz="1800" b="1">
                <a:solidFill>
                  <a:srgbClr val="FAD02C"/>
                </a:solidFill>
                <a:latin typeface="Arial"/>
              </a:defRPr>
            </a:pPr>
            <mc:AlternateContent xmlns:mc="http://schemas.openxmlformats.org/markup-compatibility/2006" xmlns:a14="http://schemas.microsoft.com/office/drawing/2010/main">
              <mc:Choice Requires="a14">
                <a14:m>
                  <m:oMath xmlns:m="http://schemas.openxmlformats.org/officeDocument/2006/math">
                    <m:r>
                      <m:t>U</m:t>
                    </m:r>
                    <m:r>
                      <m:t>s</m:t>
                    </m:r>
                    <m:r>
                      <m:t>i</m:t>
                    </m:r>
                    <m:r>
                      <m:t>n</m:t>
                    </m:r>
                    <m:r>
                      <m:t>g</m:t>
                    </m:r>
                    <m:r>
                      <m:t>d</m:t>
                    </m:r>
                    <m:r>
                      <m:t>i</m:t>
                    </m:r>
                    <m:r>
                      <m:t>f</m:t>
                    </m:r>
                    <m:r>
                      <m:t>f</m:t>
                    </m:r>
                    <m:r>
                      <m:t>e</m:t>
                    </m:r>
                    <m:r>
                      <m:t>r</m:t>
                    </m:r>
                    <m:r>
                      <m:t>e</m:t>
                    </m:r>
                    <m:r>
                      <m:t>n</m:t>
                    </m:r>
                    <m:r>
                      <m:t>t</m:t>
                    </m:r>
                    <m:r>
                      <m:t>i</m:t>
                    </m:r>
                    <m:r>
                      <m:t>a</m:t>
                    </m:r>
                    <m:r>
                      <m:t>l</m:t>
                    </m:r>
                    <m:r>
                      <m:t>s</m:t>
                    </m:r>
                    <m:r>
                      <m:rPr>
                        <m:sty m:val="p"/>
                      </m:rPr>
                      <m:t>,</m:t>
                    </m:r>
                    <m:r>
                      <m:t>f</m:t>
                    </m:r>
                    <m:r>
                      <m:t>i</m:t>
                    </m:r>
                    <m:r>
                      <m:t>n</m:t>
                    </m:r>
                    <m:r>
                      <m:t>d</m:t>
                    </m:r>
                    <m:r>
                      <m:t>t</m:t>
                    </m:r>
                    <m:r>
                      <m:t>h</m:t>
                    </m:r>
                    <m:r>
                      <m:t>e</m:t>
                    </m:r>
                    <m:r>
                      <m:t>a</m:t>
                    </m:r>
                    <m:r>
                      <m:t>p</m:t>
                    </m:r>
                    <m:r>
                      <m:t>p</m:t>
                    </m:r>
                    <m:r>
                      <m:t>r</m:t>
                    </m:r>
                    <m:r>
                      <m:t>o</m:t>
                    </m:r>
                    <m:r>
                      <m:t>x</m:t>
                    </m:r>
                    <m:r>
                      <m:t>i</m:t>
                    </m:r>
                    <m:r>
                      <m:t>m</m:t>
                    </m:r>
                    <m:r>
                      <m:t>a</m:t>
                    </m:r>
                    <m:r>
                      <m:t>t</m:t>
                    </m:r>
                    <m:r>
                      <m:t>e</m:t>
                    </m:r>
                    <m:r>
                      <m:t>v</m:t>
                    </m:r>
                    <m:r>
                      <m:t>a</m:t>
                    </m:r>
                    <m:r>
                      <m:t>l</m:t>
                    </m:r>
                    <m:r>
                      <m:t>u</m:t>
                    </m:r>
                    <m:r>
                      <m:t>e</m:t>
                    </m:r>
                    <m:r>
                      <m:t>o</m:t>
                    </m:r>
                    <m:r>
                      <m:t>f</m:t>
                    </m:r>
                    <m:r>
                      <m:rPr>
                        <m:sty m:val="p"/>
                      </m:rPr>
                      <m:t>(</m:t>
                    </m:r>
                    <m:r>
                      <m:t>25</m:t>
                    </m:r>
                    <m:sSup>
                      <m:e>
                        <m:r>
                          <m:rPr>
                            <m:sty m:val="p"/>
                          </m:rPr>
                          <m:t>)</m:t>
                        </m:r>
                      </m:e>
                      <m:sup>
                        <m:r>
                          <m:rPr>
                            <m:sty m:val="p"/>
                          </m:rPr>
                          <m:t>(</m:t>
                        </m:r>
                        <m:r>
                          <m:t>1</m:t>
                        </m:r>
                        <m:r>
                          <m:rPr>
                            <m:sty m:val="p"/>
                          </m:rPr>
                          <m:t>)</m:t>
                        </m:r>
                        <m:r>
                          <m:rPr>
                            <m:sty m:val="p"/>
                          </m:rPr>
                          <m:t>/</m:t>
                        </m:r>
                        <m:r>
                          <m:rPr>
                            <m:sty m:val="p"/>
                          </m:rPr>
                          <m:t>(</m:t>
                        </m:r>
                        <m:r>
                          <m:t>3</m:t>
                        </m:r>
                        <m:r>
                          <m:rPr>
                            <m:sty m:val="p"/>
                          </m:rPr>
                          <m:t>)</m:t>
                        </m:r>
                      </m:sup>
                    </m:sSup>
                  </m:oMath>
                </a14:m>
              </mc:Choice>
            </mc:AlternateContent>
            <a:r>
              <a:rPr lang="en-US" sz="1800" b="1">
                <a:solidFill>
                  <a:srgbClr val="FAD02C"/>
                </a:solidFill>
                <a:latin typeface="Arial"/>
              </a:rPr>
              <a: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2039112"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1874519" cy="402336"/>
          </a:xfrm>
          <a:prstGeom prst="rect">
            <a:avLst/>
          </a:prstGeom>
          <a:noFill/>
        </p:spPr>
        <p:txBody>
          <a:bodyPr wrap="none" anchor="ctr" lIns="0" rIns="0" tIns="0" bIns="0">
            <a:spAutoFit/>
          </a:bodyPr>
          <a:lstStyle/>
          <a:p>
            <a:pPr algn="l"/>
            <a:r>
              <a:rPr sz="1500" b="1">
                <a:solidFill>
                  <a:srgbClr val="FAD02C"/>
                </a:solidFill>
                <a:latin typeface="Arial"/>
              </a:rPr>
              <a:t>2016S,2019S,2025-2</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Find the interval in which the function of given by f(x) = 2x2 – 3x is strictly increasing</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722376"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557784" cy="402336"/>
          </a:xfrm>
          <a:prstGeom prst="rect">
            <a:avLst/>
          </a:prstGeom>
          <a:noFill/>
        </p:spPr>
        <p:txBody>
          <a:bodyPr wrap="none" anchor="ctr" lIns="0" rIns="0" tIns="0" bIns="0">
            <a:spAutoFit/>
          </a:bodyPr>
          <a:lstStyle/>
          <a:p>
            <a:pPr algn="l"/>
            <a:r>
              <a:rPr sz="1500" b="1">
                <a:solidFill>
                  <a:srgbClr val="FAD02C"/>
                </a:solidFill>
                <a:latin typeface="Arial"/>
              </a:rPr>
              <a:t>2017</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Find the approximate charge in the volume v of a cube of side x meters caused by increasing the side by 3%.</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1298448"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1133856" cy="402336"/>
          </a:xfrm>
          <a:prstGeom prst="rect">
            <a:avLst/>
          </a:prstGeom>
          <a:noFill/>
        </p:spPr>
        <p:txBody>
          <a:bodyPr wrap="none" anchor="ctr" lIns="0" rIns="0" tIns="0" bIns="0">
            <a:spAutoFit/>
          </a:bodyPr>
          <a:lstStyle/>
          <a:p>
            <a:pPr algn="l"/>
            <a:r>
              <a:rPr sz="1500" b="1">
                <a:solidFill>
                  <a:srgbClr val="FAD02C"/>
                </a:solidFill>
                <a:latin typeface="Arial"/>
              </a:rPr>
              <a:t>2018,2021M</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Find the slope of the tangent to the curve y = x3 – x at x = 2</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822960"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658368" cy="402336"/>
          </a:xfrm>
          <a:prstGeom prst="rect">
            <a:avLst/>
          </a:prstGeom>
          <a:noFill/>
        </p:spPr>
        <p:txBody>
          <a:bodyPr wrap="none" anchor="ctr" lIns="0" rIns="0" tIns="0" bIns="0">
            <a:spAutoFit/>
          </a:bodyPr>
          <a:lstStyle/>
          <a:p>
            <a:pPr algn="l"/>
            <a:r>
              <a:rPr sz="1500" b="1">
                <a:solidFill>
                  <a:srgbClr val="FAD02C"/>
                </a:solidFill>
                <a:latin typeface="Arial"/>
              </a:rPr>
              <a:t>2017S</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defRPr sz="1800" b="1">
                <a:solidFill>
                  <a:srgbClr val="FAD02C"/>
                </a:solidFill>
                <a:latin typeface="Arial"/>
              </a:defRPr>
            </a:pPr>
            <mc:AlternateContent xmlns:mc="http://schemas.openxmlformats.org/markup-compatibility/2006" xmlns:a14="http://schemas.microsoft.com/office/drawing/2010/main">
              <mc:Choice Requires="a14">
                <a14:m>
                  <m:oMath xmlns:m="http://schemas.openxmlformats.org/officeDocument/2006/math">
                    <m:r>
                      <m:t>F</m:t>
                    </m:r>
                    <m:r>
                      <m:t>i</m:t>
                    </m:r>
                    <m:r>
                      <m:t>n</m:t>
                    </m:r>
                    <m:r>
                      <m:t>d</m:t>
                    </m:r>
                    <m:r>
                      <m:t>t</m:t>
                    </m:r>
                    <m:r>
                      <m:t>h</m:t>
                    </m:r>
                    <m:r>
                      <m:t>e</m:t>
                    </m:r>
                    <m:r>
                      <m:t>p</m:t>
                    </m:r>
                    <m:r>
                      <m:t>o</m:t>
                    </m:r>
                    <m:r>
                      <m:t>i</m:t>
                    </m:r>
                    <m:r>
                      <m:t>n</m:t>
                    </m:r>
                    <m:r>
                      <m:t>t</m:t>
                    </m:r>
                    <m:r>
                      <m:t>s</m:t>
                    </m:r>
                    <m:r>
                      <m:t>o</m:t>
                    </m:r>
                    <m:r>
                      <m:t>n</m:t>
                    </m:r>
                    <m:r>
                      <m:t>t</m:t>
                    </m:r>
                    <m:r>
                      <m:t>h</m:t>
                    </m:r>
                    <m:r>
                      <m:t>e</m:t>
                    </m:r>
                    <m:r>
                      <m:t>c</m:t>
                    </m:r>
                    <m:r>
                      <m:t>u</m:t>
                    </m:r>
                    <m:r>
                      <m:t>r</m:t>
                    </m:r>
                    <m:r>
                      <m:t>v</m:t>
                    </m:r>
                    <m:r>
                      <m:t>e</m:t>
                    </m:r>
                    <m:r>
                      <m:rPr>
                        <m:sty m:val="p"/>
                      </m:rPr>
                      <m:t>(</m:t>
                    </m:r>
                    <m:sSup>
                      <m:e>
                        <m:r>
                          <m:t>x</m:t>
                        </m:r>
                      </m:e>
                      <m:sup>
                        <m:r>
                          <m:t>2</m:t>
                        </m:r>
                      </m:sup>
                    </m:sSup>
                    <m:r>
                      <m:rPr>
                        <m:sty m:val="p"/>
                      </m:rPr>
                      <m:t>)</m:t>
                    </m:r>
                    <m:r>
                      <m:rPr>
                        <m:sty m:val="p"/>
                      </m:rPr>
                      <m:t>/</m:t>
                    </m:r>
                    <m:r>
                      <m:rPr>
                        <m:sty m:val="p"/>
                      </m:rPr>
                      <m:t>(</m:t>
                    </m:r>
                    <m:r>
                      <m:t>4</m:t>
                    </m:r>
                    <m:r>
                      <m:rPr>
                        <m:sty m:val="p"/>
                      </m:rPr>
                      <m:t>)</m:t>
                    </m:r>
                    <m:r>
                      <m:rPr>
                        <m:sty m:val="p"/>
                      </m:rPr>
                      <m:t>+</m:t>
                    </m:r>
                    <m:r>
                      <m:rPr>
                        <m:sty m:val="p"/>
                      </m:rPr>
                      <m:t>(</m:t>
                    </m:r>
                    <m:sSup>
                      <m:e>
                        <m:r>
                          <m:t>y</m:t>
                        </m:r>
                      </m:e>
                      <m:sup>
                        <m:r>
                          <m:t>2</m:t>
                        </m:r>
                      </m:sup>
                    </m:sSup>
                    <m:r>
                      <m:rPr>
                        <m:sty m:val="p"/>
                      </m:rPr>
                      <m:t>)</m:t>
                    </m:r>
                    <m:r>
                      <m:rPr>
                        <m:sty m:val="p"/>
                      </m:rPr>
                      <m:t>/</m:t>
                    </m:r>
                    <m:r>
                      <m:rPr>
                        <m:sty m:val="p"/>
                      </m:rPr>
                      <m:t>(</m:t>
                    </m:r>
                    <m:r>
                      <m:t>25</m:t>
                    </m:r>
                    <m:r>
                      <m:rPr>
                        <m:sty m:val="p"/>
                      </m:rPr>
                      <m:t>)</m:t>
                    </m:r>
                    <m:r>
                      <m:rPr>
                        <m:sty m:val="p"/>
                      </m:rPr>
                      <m:t>=</m:t>
                    </m:r>
                    <m:r>
                      <m:t>1</m:t>
                    </m:r>
                    <m:r>
                      <m:t>a</m:t>
                    </m:r>
                    <m:r>
                      <m:t>t</m:t>
                    </m:r>
                    <m:r>
                      <m:t>w</m:t>
                    </m:r>
                    <m:r>
                      <m:t>h</m:t>
                    </m:r>
                    <m:r>
                      <m:t>i</m:t>
                    </m:r>
                    <m:r>
                      <m:t>c</m:t>
                    </m:r>
                    <m:r>
                      <m:t>h</m:t>
                    </m:r>
                    <m:r>
                      <m:t>t</m:t>
                    </m:r>
                    <m:r>
                      <m:t>h</m:t>
                    </m:r>
                    <m:r>
                      <m:t>e</m:t>
                    </m:r>
                    <m:r>
                      <m:t>t</m:t>
                    </m:r>
                    <m:r>
                      <m:t>a</m:t>
                    </m:r>
                    <m:r>
                      <m:t>n</m:t>
                    </m:r>
                    <m:r>
                      <m:t>g</m:t>
                    </m:r>
                    <m:r>
                      <m:t>e</m:t>
                    </m:r>
                    <m:r>
                      <m:t>n</m:t>
                    </m:r>
                    <m:r>
                      <m:t>t</m:t>
                    </m:r>
                    <m:r>
                      <m:t>s</m:t>
                    </m:r>
                    <m:r>
                      <m:t>a</m:t>
                    </m:r>
                    <m:r>
                      <m:t>r</m:t>
                    </m:r>
                    <m:r>
                      <m:t>e</m:t>
                    </m:r>
                    <m:r>
                      <m:t>p</m:t>
                    </m:r>
                    <m:r>
                      <m:t>a</m:t>
                    </m:r>
                    <m:r>
                      <m:t>r</m:t>
                    </m:r>
                    <m:r>
                      <m:t>a</m:t>
                    </m:r>
                    <m:r>
                      <m:t>l</m:t>
                    </m:r>
                    <m:r>
                      <m:t>l</m:t>
                    </m:r>
                    <m:r>
                      <m:t>e</m:t>
                    </m:r>
                    <m:r>
                      <m:t>l</m:t>
                    </m:r>
                    <m:r>
                      <m:t>t</m:t>
                    </m:r>
                    <m:r>
                      <m:t>o</m:t>
                    </m:r>
                    <m:r>
                      <m:t>x</m:t>
                    </m:r>
                    <m:r>
                      <m:rPr>
                        <m:sty m:val="p"/>
                      </m:rPr>
                      <m:t>–</m:t>
                    </m:r>
                    <m:r>
                      <m:t>a</m:t>
                    </m:r>
                    <m:r>
                      <m:t>x</m:t>
                    </m:r>
                    <m:r>
                      <m:t>i</m:t>
                    </m:r>
                    <m:r>
                      <m:t>s</m:t>
                    </m:r>
                    <m:r>
                      <m:rPr>
                        <m:sty m:val="p"/>
                      </m:rPr>
                      <m:t>.</m:t>
                    </m:r>
                  </m:oMath>
                </a14:m>
              </mc:Choice>
            </mc:AlternateContent>
            <a:r>
              <a:rPr lang="en-US" sz="1800" b="1">
                <a:solidFill>
                  <a:srgbClr val="FAD02C"/>
                </a:solidFill>
                <a:latin typeface="Arial"/>
              </a:rPr>
              <a: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758952"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594359" cy="402336"/>
          </a:xfrm>
          <a:prstGeom prst="rect">
            <a:avLst/>
          </a:prstGeom>
          <a:noFill/>
        </p:spPr>
        <p:txBody>
          <a:bodyPr wrap="none" anchor="ctr" lIns="0" rIns="0" tIns="0" bIns="0">
            <a:spAutoFit/>
          </a:bodyPr>
          <a:lstStyle/>
          <a:p>
            <a:pPr algn="l"/>
            <a:r>
              <a:rPr sz="1500" b="1">
                <a:solidFill>
                  <a:srgbClr val="FAD02C"/>
                </a:solidFill>
                <a:latin typeface="Arial"/>
              </a:rPr>
              <a:t>2020</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Find the interval in which the function f given by f(x) = x2 – 4x + 6 is strictly
decreasing</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850392"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685800" cy="402336"/>
          </a:xfrm>
          <a:prstGeom prst="rect">
            <a:avLst/>
          </a:prstGeom>
          <a:noFill/>
        </p:spPr>
        <p:txBody>
          <a:bodyPr wrap="none" anchor="ctr" lIns="0" rIns="0" tIns="0" bIns="0">
            <a:spAutoFit/>
          </a:bodyPr>
          <a:lstStyle/>
          <a:p>
            <a:pPr algn="l"/>
            <a:r>
              <a:rPr sz="1500" b="1">
                <a:solidFill>
                  <a:srgbClr val="FAD02C"/>
                </a:solidFill>
                <a:latin typeface="Arial"/>
              </a:rPr>
              <a:t>2021M</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Find the local maximum value of the function g(x) = x2 + 3x.</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758952"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594359" cy="402336"/>
          </a:xfrm>
          <a:prstGeom prst="rect">
            <a:avLst/>
          </a:prstGeom>
          <a:noFill/>
        </p:spPr>
        <p:txBody>
          <a:bodyPr wrap="none" anchor="ctr" lIns="0" rIns="0" tIns="0" bIns="0">
            <a:spAutoFit/>
          </a:bodyPr>
          <a:lstStyle/>
          <a:p>
            <a:pPr algn="l"/>
            <a:r>
              <a:rPr sz="1500" b="1">
                <a:solidFill>
                  <a:srgbClr val="FAD02C"/>
                </a:solidFill>
                <a:latin typeface="Arial"/>
              </a:rPr>
              <a:t>2022</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Using differentials, find the approximate value of sqrt(25.3)</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2167128"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2002536" cy="402336"/>
          </a:xfrm>
          <a:prstGeom prst="rect">
            <a:avLst/>
          </a:prstGeom>
          <a:noFill/>
        </p:spPr>
        <p:txBody>
          <a:bodyPr wrap="none" anchor="ctr" lIns="0" rIns="0" tIns="0" bIns="0">
            <a:spAutoFit/>
          </a:bodyPr>
          <a:lstStyle/>
          <a:p>
            <a:pPr algn="l"/>
            <a:r>
              <a:rPr sz="1500" b="1">
                <a:solidFill>
                  <a:srgbClr val="FAD02C"/>
                </a:solidFill>
                <a:latin typeface="Arial"/>
              </a:rPr>
              <a:t>2022M,2024-2,2025M</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Find the local maximum value of the function g(x) = x3 - 3x</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1673352"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1508760" cy="402336"/>
          </a:xfrm>
          <a:prstGeom prst="rect">
            <a:avLst/>
          </a:prstGeom>
          <a:noFill/>
        </p:spPr>
        <p:txBody>
          <a:bodyPr wrap="none" anchor="ctr" lIns="0" rIns="0" tIns="0" bIns="0">
            <a:spAutoFit/>
          </a:bodyPr>
          <a:lstStyle/>
          <a:p>
            <a:pPr algn="l"/>
            <a:r>
              <a:rPr sz="1500" b="1">
                <a:solidFill>
                  <a:srgbClr val="FAD02C"/>
                </a:solidFill>
                <a:latin typeface="Arial"/>
              </a:rPr>
              <a:t>2024-1,3,2026-1</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The radius of circle is increasing at the rate of 0.7 cm/what is the rate of increase of its circumference?</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923544"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758952" cy="402336"/>
          </a:xfrm>
          <a:prstGeom prst="rect">
            <a:avLst/>
          </a:prstGeom>
          <a:noFill/>
        </p:spPr>
        <p:txBody>
          <a:bodyPr wrap="none" anchor="ctr" lIns="0" rIns="0" tIns="0" bIns="0">
            <a:spAutoFit/>
          </a:bodyPr>
          <a:lstStyle/>
          <a:p>
            <a:pPr algn="l"/>
            <a:r>
              <a:rPr sz="1500" b="1">
                <a:solidFill>
                  <a:srgbClr val="FAD02C"/>
                </a:solidFill>
                <a:latin typeface="Arial"/>
              </a:rPr>
              <a:t>2024-3</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Prove that the function f(x)=cos x is decreasing in (0,π)</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923544"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758952" cy="402336"/>
          </a:xfrm>
          <a:prstGeom prst="rect">
            <a:avLst/>
          </a:prstGeom>
          <a:noFill/>
        </p:spPr>
        <p:txBody>
          <a:bodyPr wrap="none" anchor="ctr" lIns="0" rIns="0" tIns="0" bIns="0">
            <a:spAutoFit/>
          </a:bodyPr>
          <a:lstStyle/>
          <a:p>
            <a:pPr algn="l"/>
            <a:r>
              <a:rPr sz="1500" b="1">
                <a:solidFill>
                  <a:srgbClr val="FAD02C"/>
                </a:solidFill>
                <a:latin typeface="Arial"/>
              </a:rPr>
              <a:t>2024-2</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The total revenue in rupees received from the sale of x units of a product is given by R(x)=3x2+36x+5.Find the marginal revenue when x = 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886968"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722376" cy="402336"/>
          </a:xfrm>
          <a:prstGeom prst="rect">
            <a:avLst/>
          </a:prstGeom>
          <a:noFill/>
        </p:spPr>
        <p:txBody>
          <a:bodyPr wrap="none" anchor="ctr" lIns="0" rIns="0" tIns="0" bIns="0">
            <a:spAutoFit/>
          </a:bodyPr>
          <a:lstStyle/>
          <a:p>
            <a:pPr algn="l"/>
            <a:r>
              <a:rPr sz="1500" b="1">
                <a:solidFill>
                  <a:srgbClr val="FAD02C"/>
                </a:solidFill>
                <a:latin typeface="Arial"/>
              </a:rPr>
              <a:t>2025-1</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Find the interval in which the function f given f (x) = 4x3-6x-72x+30 is decreasing.</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886968"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722376" cy="402336"/>
          </a:xfrm>
          <a:prstGeom prst="rect">
            <a:avLst/>
          </a:prstGeom>
          <a:noFill/>
        </p:spPr>
        <p:txBody>
          <a:bodyPr wrap="none" anchor="ctr" lIns="0" rIns="0" tIns="0" bIns="0">
            <a:spAutoFit/>
          </a:bodyPr>
          <a:lstStyle/>
          <a:p>
            <a:pPr algn="l"/>
            <a:r>
              <a:rPr sz="1500" b="1">
                <a:solidFill>
                  <a:srgbClr val="FAD02C"/>
                </a:solidFill>
                <a:latin typeface="Arial"/>
              </a:rPr>
              <a:t>2025-1</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A balloon which always remains spherical has a variable radius. Find the rate at which its volume is increasing with radius when the radius is 10 cms.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923544"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758952" cy="402336"/>
          </a:xfrm>
          <a:prstGeom prst="rect">
            <a:avLst/>
          </a:prstGeom>
          <a:noFill/>
        </p:spPr>
        <p:txBody>
          <a:bodyPr wrap="none" anchor="ctr" lIns="0" rIns="0" tIns="0" bIns="0">
            <a:spAutoFit/>
          </a:bodyPr>
          <a:lstStyle/>
          <a:p>
            <a:pPr algn="l"/>
            <a:r>
              <a:rPr sz="1500" b="1">
                <a:solidFill>
                  <a:srgbClr val="FAD02C"/>
                </a:solidFill>
                <a:latin typeface="Arial"/>
              </a:rPr>
              <a:t>2025-2</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Find the absolute maximum value of the function f (x) = x3 in the given interval [-2,2]</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923544"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758952" cy="402336"/>
          </a:xfrm>
          <a:prstGeom prst="rect">
            <a:avLst/>
          </a:prstGeom>
          <a:noFill/>
        </p:spPr>
        <p:txBody>
          <a:bodyPr wrap="none" anchor="ctr" lIns="0" rIns="0" tIns="0" bIns="0">
            <a:spAutoFit/>
          </a:bodyPr>
          <a:lstStyle/>
          <a:p>
            <a:pPr algn="l"/>
            <a:r>
              <a:rPr sz="1500" b="1">
                <a:solidFill>
                  <a:srgbClr val="FAD02C"/>
                </a:solidFill>
                <a:latin typeface="Arial"/>
              </a:rPr>
              <a:t>2025-3</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Differentiate sin2x+cos2y = 1 with respect to x.</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886968"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722376" cy="402336"/>
          </a:xfrm>
          <a:prstGeom prst="rect">
            <a:avLst/>
          </a:prstGeom>
          <a:noFill/>
        </p:spPr>
        <p:txBody>
          <a:bodyPr wrap="none" anchor="ctr" lIns="0" rIns="0" tIns="0" bIns="0">
            <a:spAutoFit/>
          </a:bodyPr>
          <a:lstStyle/>
          <a:p>
            <a:pPr algn="l"/>
            <a:r>
              <a:rPr sz="1500" b="1">
                <a:solidFill>
                  <a:srgbClr val="FAD02C"/>
                </a:solidFill>
                <a:latin typeface="Arial"/>
              </a:rPr>
              <a:t>2025M</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The condition caused when scuba divers go into deep sea water is
(A) Anoxia (B) Hemophilia
(C) Bends (D) None
The KH values for Ar(g), CO</a:t>
            </a:r>
            <a:r>
              <a:rPr sz="1800" b="1" baseline="-25000">
                <a:solidFill>
                  <a:srgbClr val="FAD02C"/>
                </a:solidFill>
                <a:latin typeface="Arial"/>
              </a:rPr>
              <a:t>2</a:t>
            </a:r>
            <a:r>
              <a:rPr sz="1800" b="1">
                <a:solidFill>
                  <a:srgbClr val="FAD02C"/>
                </a:solidFill>
                <a:latin typeface="Arial"/>
              </a:rPr>
              <a:t> (aq), HCHO (aq), and CH</a:t>
            </a:r>
            <a:r>
              <a:rPr sz="1800" b="1" baseline="-25000">
                <a:solidFill>
                  <a:srgbClr val="FAD02C"/>
                </a:solidFill>
                <a:latin typeface="Arial"/>
              </a:rPr>
              <a:t>4</a:t>
            </a:r>
            <a:r>
              <a:rPr sz="1800" b="1">
                <a:solidFill>
                  <a:srgbClr val="FAD02C"/>
                </a:solidFill>
                <a:latin typeface="Arial"/>
              </a:rPr>
              <a:t>(aq) are 40.39, 1.67, 1.83 × 10-3, and 0.413 respectively. Arrange them in the order of their increasing solubility
(A) HCHO &lt; CH</a:t>
            </a:r>
            <a:r>
              <a:rPr sz="1800" b="1" baseline="-25000">
                <a:solidFill>
                  <a:srgbClr val="FAD02C"/>
                </a:solidFill>
                <a:latin typeface="Arial"/>
              </a:rPr>
              <a:t>4</a:t>
            </a:r>
            <a:r>
              <a:rPr sz="1800" b="1">
                <a:solidFill>
                  <a:srgbClr val="FAD02C"/>
                </a:solidFill>
                <a:latin typeface="Arial"/>
              </a:rPr>
              <a:t> &lt; CO</a:t>
            </a:r>
            <a:r>
              <a:rPr sz="1800" b="1" baseline="-25000">
                <a:solidFill>
                  <a:srgbClr val="FAD02C"/>
                </a:solidFill>
                <a:latin typeface="Arial"/>
              </a:rPr>
              <a:t>2</a:t>
            </a:r>
            <a:r>
              <a:rPr sz="1800" b="1">
                <a:solidFill>
                  <a:srgbClr val="FAD02C"/>
                </a:solidFill>
                <a:latin typeface="Arial"/>
              </a:rPr>
              <a:t> &lt; Ar (B) HCHO &lt; CO</a:t>
            </a:r>
            <a:r>
              <a:rPr sz="1800" b="1" baseline="-25000">
                <a:solidFill>
                  <a:srgbClr val="FAD02C"/>
                </a:solidFill>
                <a:latin typeface="Arial"/>
              </a:rPr>
              <a:t>2</a:t>
            </a:r>
            <a:r>
              <a:rPr sz="1800" b="1">
                <a:solidFill>
                  <a:srgbClr val="FAD02C"/>
                </a:solidFill>
                <a:latin typeface="Arial"/>
              </a:rPr>
              <a:t> &lt; CH</a:t>
            </a:r>
            <a:r>
              <a:rPr sz="1800" b="1" baseline="-25000">
                <a:solidFill>
                  <a:srgbClr val="FAD02C"/>
                </a:solidFill>
                <a:latin typeface="Arial"/>
              </a:rPr>
              <a:t>4</a:t>
            </a:r>
            <a:r>
              <a:rPr sz="1800" b="1">
                <a:solidFill>
                  <a:srgbClr val="FAD02C"/>
                </a:solidFill>
                <a:latin typeface="Arial"/>
              </a:rPr>
              <a:t> &lt; Ar
(C) Ar &lt; CO</a:t>
            </a:r>
            <a:r>
              <a:rPr sz="1800" b="1" baseline="-25000">
                <a:solidFill>
                  <a:srgbClr val="FAD02C"/>
                </a:solidFill>
                <a:latin typeface="Arial"/>
              </a:rPr>
              <a:t>2</a:t>
            </a:r>
            <a:r>
              <a:rPr sz="1800" b="1">
                <a:solidFill>
                  <a:srgbClr val="FAD02C"/>
                </a:solidFill>
                <a:latin typeface="Arial"/>
              </a:rPr>
              <a:t> &lt; CH</a:t>
            </a:r>
            <a:r>
              <a:rPr sz="1800" b="1" baseline="-25000">
                <a:solidFill>
                  <a:srgbClr val="FAD02C"/>
                </a:solidFill>
                <a:latin typeface="Arial"/>
              </a:rPr>
              <a:t>4</a:t>
            </a:r>
            <a:r>
              <a:rPr sz="1800" b="1">
                <a:solidFill>
                  <a:srgbClr val="FAD02C"/>
                </a:solidFill>
                <a:latin typeface="Arial"/>
              </a:rPr>
              <a:t> &lt; HCHO (D) Ar &lt; CH</a:t>
            </a:r>
            <a:r>
              <a:rPr sz="1800" b="1" baseline="-25000">
                <a:solidFill>
                  <a:srgbClr val="FAD02C"/>
                </a:solidFill>
                <a:latin typeface="Arial"/>
              </a:rPr>
              <a:t>4</a:t>
            </a:r>
            <a:r>
              <a:rPr sz="1800" b="1">
                <a:solidFill>
                  <a:srgbClr val="FAD02C"/>
                </a:solidFill>
                <a:latin typeface="Arial"/>
              </a:rPr>
              <a:t> &lt; CO</a:t>
            </a:r>
            <a:r>
              <a:rPr sz="1800" b="1" baseline="-25000">
                <a:solidFill>
                  <a:srgbClr val="FAD02C"/>
                </a:solidFill>
                <a:latin typeface="Arial"/>
              </a:rPr>
              <a:t>2</a:t>
            </a:r>
            <a:r>
              <a:rPr sz="1800" b="1">
                <a:solidFill>
                  <a:srgbClr val="FAD02C"/>
                </a:solidFill>
                <a:latin typeface="Arial"/>
              </a:rPr>
              <a:t> &lt; HCHO
The dissolution of a gas in a liquid is governed by
(A) Roult's law (B) Henry's law
(C) Dalton's law of Pressure (D) Boyle's law
The maximum amount of a solid solute that can be dissolved in a specific amount of a given liquid solvent does not depend upon
(A) Nature of solvent (B) Pressure
(C) Nature of solute (D) Temperature
The mixture which shows positive deviation from Raoult's law is
(A) Ethanol + Acetone (B) Benzene + Toluene
(C) Acetone + Chloroform (D) Chlorobenzene + Bromoethane
The most diluted solution is (molar mass of NaCl = 58.5 g mol-1)
(A) 2% (w/w) NaCl in water (B) 1M NaCl
(C) 2 ppm of NaCl (D) 2 m NaCl
The pressure cooker reduces the cooking timing because
Heat is more evenly distributed
The boiling point of water inside the cooker is elevated
The boiling point of water inside the cooker is depressed
Higher pressure inside the cooker tenderizes food
The solubility of a gas in water depends on
(A) Nature of the gas (B) Temperature
(C) Pressure of the gas (D) All of the above
The solubility of a solid gas does not depend on
(A) Nature of the solute (B) Nature of the solvent
(C) Pressure (D) None of these
The solution which has lower osmotic pressure with respect to another is called
(A) Isotonic solution (B) Hypertonic solution
(C) Hypotonic solution (D) None of these
The solutions which show a large positive deviation from Raoult's law form
Minimum boiling point azeotrope
Maximum boiling point azeotrope
Minimum or maximum boiling point azeotrope
No azeotrope
The tanks used by most scuba divers are filled with air diluted with helium of around
(A) 88.3% (B) 56.2% (C) 32.1% (D) 11.7%
∫ sin 2x dx is (2024M)
(a) -(sin 2x)/(2) + c (b) - (cos 2x)/(2)+c (c) (cos 2x)/(2)</a:t>
            </a:r>
            <a:r>
              <a:rPr sz="1800" b="1" baseline="30000">
                <a:solidFill>
                  <a:srgbClr val="FAD02C"/>
                </a:solidFill>
                <a:latin typeface="Arial"/>
              </a:rPr>
              <a:t>+</a:t>
            </a:r>
            <a:r>
              <a:rPr sz="1800" b="1">
                <a:solidFill>
                  <a:srgbClr val="FAD02C"/>
                </a:solidFill>
                <a:latin typeface="Arial"/>
              </a:rPr>
              <a:t> c (d) (sin 2x)/(2) + c
∫ e ˣ ((1)/(x) - (1)/(x²) ) dx is (2024M,2026,2025-2)
(a) e-x ((1)/(x) ) + c (b) e-x ((1)/(x²)) + c (c) e x ((1)/(x) )</a:t>
            </a:r>
            <a:r>
              <a:rPr sz="1800" b="1" baseline="30000">
                <a:solidFill>
                  <a:srgbClr val="FAD02C"/>
                </a:solidFill>
                <a:latin typeface="Arial"/>
              </a:rPr>
              <a:t>+</a:t>
            </a:r>
            <a:r>
              <a:rPr sz="1800" b="1">
                <a:solidFill>
                  <a:srgbClr val="FAD02C"/>
                </a:solidFill>
                <a:latin typeface="Arial"/>
              </a:rPr>
              <a:t> c (d) ex ((1)/(x²)) + c
∫ x sin x dx= (2025M)
(a) -xcos⁡x-sin⁡x+c (b) xcos⁡x+sin⁡x+c
(c) xcos⁡x-sin⁡x+c (d) -cos⁡x-sin⁡x+c
The point of inflection for the following graph is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886968"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722376" cy="402336"/>
          </a:xfrm>
          <a:prstGeom prst="rect">
            <a:avLst/>
          </a:prstGeom>
          <a:noFill/>
        </p:spPr>
        <p:txBody>
          <a:bodyPr wrap="none" anchor="ctr" lIns="0" rIns="0" tIns="0" bIns="0">
            <a:spAutoFit/>
          </a:bodyPr>
          <a:lstStyle/>
          <a:p>
            <a:pPr algn="l"/>
            <a:r>
              <a:rPr sz="1500" b="1">
                <a:solidFill>
                  <a:srgbClr val="FAD02C"/>
                </a:solidFill>
                <a:latin typeface="Arial"/>
              </a:rPr>
              <a:t>2026M</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pic>
        <p:nvPicPr>
          <p:cNvPr id="6" name="Picture 5" descr="img_rId9.png"/>
          <p:cNvPicPr>
            <a:picLocks noChangeAspect="1"/>
          </p:cNvPicPr>
          <p:nvPr/>
        </p:nvPicPr>
        <p:blipFill>
          <a:blip r:embed="rId3"/>
          <a:stretch>
            <a:fillRect/>
          </a:stretch>
        </p:blipFill>
        <p:spPr>
          <a:xfrm>
            <a:off x="11914632" y="731520"/>
            <a:ext cx="2743200" cy="2314575"/>
          </a:xfrm>
          <a:prstGeom prst="rect">
            <a:avLst/>
          </a:prstGeom>
        </p:spPr>
      </p:pic>
      <p:sp>
        <p:nvSpPr>
          <p:cNvPr id="7" name="TextBox 6"/>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0 (b) point of inflection does not exist
(c) -(π)/(2) (d) (π)/(2)
∫(1)/(xsqrt(x^{2}-1)) dx= (2025M)
(a) \sec⁡x+C (b) \cosec⁡^{-1}x+C
(c) \sec⁡^{-1}x+C (d) \cosec⁡x+C
Statement 1: The anti-derivative of ((1)/(sqrt(1+X^{2})) )with respect to x is (X)/(2) sqrt(1+X^{2}) +(1)/(2) \log|𝑥 +sqrt(1+X^{2})| + 𝐶
Statement 2: The derivative of (X)/(2) sqrt(1+X^{2}) +(1)/(2) \log|𝑥 +sqrt(1+X^{2})| + 𝐶. with respect to x is (1)/(sqrt(1+X^{2})) (2025M)
(a) Statement 1 is true, and Statement 2 is false.
(b) Statement 1 is true, and Statement 2 is true, Statement 2 is correct explanation for Statement
(c) Statement 1 is true, and Statement 2 is true, Statement 2 is not a correct explanation for Statement1
(d) Both statements are false.
Find the value of ∫_{-1}^{1} x^{99} dx= (2026M)
(a) 2 (b) 3 (c) 0 (d) 1
The anti-derivative of (1)/(x sqrt(x^{2}-1)),x&gt;1 with respective to x (2026-1)
(a) \sin⁡^{-1}x+C (b) \cos⁡^{-1}x+C
(c) -\cosec⁡^{-1}x+C (d) \cot⁡^{-1}x+C
∫ (2-3 sinx)/(\cos^{2}x) dx = (2026M)
(a) 2tan⁡x-3sec⁡x+c (b) 2tan⁡x+3sec⁡x+c
(c) 2tan⁡x-2sec⁡x+c (d) 2sec⁡x-3tan⁡x+c
∫_{1}^{sqrt(3)} 3 (2026M,2025-2)
(a) (π)/(3) (b) (2π)/(3) (c) (π)/(6) (d) (π)/(12)
∫ (1-x)/(sqrt(x)) dx is (2026M)
(a) 2sqrt(x)+(3x^{3/2})/(2)+C (b) 2sqrt(x)-(2x^{3/2})/(3)+C
(c) 2sqrt(x)+(2x^{3/2})/(3)+C (d) 2sqrt(x)-(3x^{3/2})/(2)+C
∫_{0}^{π} (\sin^{2}(x)/(2)-\cos^{2}(x)/(2))dx= (2026M)
(a) 0 (b) 1 (c) –1 (d) –2
∫ e^{x} secx (1+tanx)dx= (2024,2026M)
(a) e^{x}\sec⁡x+c (b) e^{x}\sec⁡^{2}x+c
(c) e^{x}\tan⁡x+c (d) e^{x}(1+\tan⁡x)+c
∫xcos⁡x dx= (2026M)
(a) -xsin⁡x+\cos⁡x+c (b) xcos⁡x-\sin⁡x+c
(c) xsin⁡x-\cos⁡x+c (d) xsin⁡x+\cos⁡x+c
The value of ∫_{0}^{π/3} (sqrt(3))/(1+x^{2}) dx is (2026M)
(a) (π)/(2) (b) (π)/(4) (c) (π)/(6) (d) (π)/(12)
The anti-derivative of (sqrt(x)) is
(a) (1)/(3)x^{3/2}+2x^{1/2}+c (b) (2)/(3)x^{3/2}+(1)/(2)x^{2}+c
(c) (2)/(3)x^{3/2}+2x^{1/2}+c (d) (3)/(2)x^{3/2}+(1)/(2)x^{1/2}+c</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886968"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722376" cy="402336"/>
          </a:xfrm>
          <a:prstGeom prst="rect">
            <a:avLst/>
          </a:prstGeom>
          <a:noFill/>
        </p:spPr>
        <p:txBody>
          <a:bodyPr wrap="none" anchor="ctr" lIns="0" rIns="0" tIns="0" bIns="0">
            <a:spAutoFit/>
          </a:bodyPr>
          <a:lstStyle/>
          <a:p>
            <a:pPr algn="l"/>
            <a:r>
              <a:rPr sz="1500" b="1">
                <a:solidFill>
                  <a:srgbClr val="FAD02C"/>
                </a:solidFill>
                <a:latin typeface="Arial"/>
              </a:rPr>
              <a:t>2026M</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defRPr sz="1800" b="1">
                <a:solidFill>
                  <a:srgbClr val="FAD02C"/>
                </a:solidFill>
                <a:latin typeface="Arial"/>
              </a:defRPr>
            </a:pPr>
            <mc:AlternateContent xmlns:mc="http://schemas.openxmlformats.org/markup-compatibility/2006" xmlns:a14="http://schemas.microsoft.com/office/drawing/2010/main">
              <mc:Choice Requires="a14">
                <a14:m>
                  <m:oMath xmlns:m="http://schemas.openxmlformats.org/officeDocument/2006/math">
                    <m:r>
                      <m:t>T</m:t>
                    </m:r>
                    <m:r>
                      <m:t>h</m:t>
                    </m:r>
                    <m:r>
                      <m:t>e</m:t>
                    </m:r>
                    <m:r>
                      <m:t>v</m:t>
                    </m:r>
                    <m:r>
                      <m:t>a</m:t>
                    </m:r>
                    <m:r>
                      <m:t>l</m:t>
                    </m:r>
                    <m:r>
                      <m:t>u</m:t>
                    </m:r>
                    <m:r>
                      <m:t>e</m:t>
                    </m:r>
                    <m:r>
                      <m:t>o</m:t>
                    </m:r>
                    <m:r>
                      <m:t>f</m:t>
                    </m:r>
                    <m:r>
                      <m:rPr>
                        <m:sty m:val="p"/>
                      </m:rPr>
                      <m:t>∫</m:t>
                    </m:r>
                    <m:r>
                      <m:rPr>
                        <m:sty m:val="p"/>
                      </m:rPr>
                      <m:t>(</m:t>
                    </m:r>
                    <m:r>
                      <m:t>c</m:t>
                    </m:r>
                    <m:r>
                      <m:t>o</m:t>
                    </m:r>
                    <m:r>
                      <m:t>s</m:t>
                    </m:r>
                    <m:r>
                      <m:t>2</m:t>
                    </m:r>
                    <m:r>
                      <m:t>x</m:t>
                    </m:r>
                    <m:r>
                      <m:rPr>
                        <m:sty m:val="p"/>
                      </m:rPr>
                      <m:t>+</m:t>
                    </m:r>
                    <m:r>
                      <m:t>2</m:t>
                    </m:r>
                    <m:sSup>
                      <m:e>
                        <m:r>
                          <m:rPr>
                            <m:sty m:val="p"/>
                          </m:rPr>
                          <m:t>sin</m:t>
                        </m:r>
                      </m:e>
                      <m:sup>
                        <m:r>
                          <m:t>2</m:t>
                        </m:r>
                      </m:sup>
                    </m:sSup>
                    <m:r>
                      <m:t>x</m:t>
                    </m:r>
                    <m:r>
                      <m:rPr>
                        <m:sty m:val="p"/>
                      </m:rPr>
                      <m:t>)</m:t>
                    </m:r>
                    <m:r>
                      <m:rPr>
                        <m:sty m:val="p"/>
                      </m:rPr>
                      <m:t>/</m:t>
                    </m:r>
                    <m:r>
                      <m:rPr>
                        <m:sty m:val="p"/>
                      </m:rPr>
                      <m:t>(</m:t>
                    </m:r>
                    <m:sSup>
                      <m:e>
                        <m:r>
                          <m:rPr>
                            <m:sty m:val="p"/>
                          </m:rPr>
                          <m:t>cos</m:t>
                        </m:r>
                      </m:e>
                      <m:sup>
                        <m:r>
                          <m:t>2</m:t>
                        </m:r>
                      </m:sup>
                    </m:sSup>
                    <m:r>
                      <m:t>x</m:t>
                    </m:r>
                    <m:r>
                      <m:rPr>
                        <m:sty m:val="p"/>
                      </m:rPr>
                      <m:t>)</m:t>
                    </m:r>
                    <m:r>
                      <m:rPr>
                        <m:sty m:val="p"/>
                      </m:rPr>
                      <m:t>(</m:t>
                    </m:r>
                    <m:r>
                      <m:t>a</m:t>
                    </m:r>
                    <m:r>
                      <m:rPr>
                        <m:sty m:val="p"/>
                      </m:rPr>
                      <m:t>)</m:t>
                    </m:r>
                    <m:r>
                      <m:rPr>
                        <m:sty m:val="p"/>
                      </m:rPr>
                      <m:t>tan</m:t>
                    </m:r>
                    <m:r>
                      <m:rPr>
                        <m:sty m:val="p"/>
                      </m:rPr>
                      <m:t>⁡</m:t>
                    </m:r>
                    <m:r>
                      <m:t>x</m:t>
                    </m:r>
                    <m:r>
                      <m:rPr>
                        <m:sty m:val="p"/>
                      </m:rPr>
                      <m:t>+</m:t>
                    </m:r>
                    <m:r>
                      <m:t>c</m:t>
                    </m:r>
                    <m:r>
                      <m:rPr>
                        <m:sty m:val="p"/>
                      </m:rPr>
                      <m:t>(</m:t>
                    </m:r>
                    <m:r>
                      <m:t>b</m:t>
                    </m:r>
                    <m:r>
                      <m:rPr>
                        <m:sty m:val="p"/>
                      </m:rPr>
                      <m:t>)</m:t>
                    </m:r>
                    <m:r>
                      <m:rPr>
                        <m:sty m:val="p"/>
                      </m:rPr>
                      <m:t>cos</m:t>
                    </m:r>
                    <m:r>
                      <m:rPr>
                        <m:sty m:val="p"/>
                      </m:rPr>
                      <m:t>⁡</m:t>
                    </m:r>
                    <m:r>
                      <m:t>2</m:t>
                    </m:r>
                    <m:r>
                      <m:t>x</m:t>
                    </m:r>
                    <m:r>
                      <m:rPr>
                        <m:sty m:val="p"/>
                      </m:rPr>
                      <m:t>+</m:t>
                    </m:r>
                    <m:r>
                      <m:t>c</m:t>
                    </m:r>
                    <m:r>
                      <m:rPr>
                        <m:sty m:val="p"/>
                      </m:rPr>
                      <m:t>(</m:t>
                    </m:r>
                    <m:r>
                      <m:t>c</m:t>
                    </m:r>
                    <m:r>
                      <m:rPr>
                        <m:sty m:val="p"/>
                      </m:rPr>
                      <m:t>)</m:t>
                    </m:r>
                    <m:r>
                      <m:rPr>
                        <m:sty m:val="p"/>
                      </m:rPr>
                      <m:t>sin</m:t>
                    </m:r>
                    <m:r>
                      <m:rPr>
                        <m:sty m:val="p"/>
                      </m:rPr>
                      <m:t>⁡</m:t>
                    </m:r>
                    <m:r>
                      <m:t>2</m:t>
                    </m:r>
                    <m:r>
                      <m:t>x</m:t>
                    </m:r>
                    <m:r>
                      <m:rPr>
                        <m:sty m:val="p"/>
                      </m:rPr>
                      <m:t>+</m:t>
                    </m:r>
                    <m:r>
                      <m:t>c</m:t>
                    </m:r>
                    <m:r>
                      <m:rPr>
                        <m:sty m:val="p"/>
                      </m:rPr>
                      <m:t>(</m:t>
                    </m:r>
                    <m:r>
                      <m:t>d</m:t>
                    </m:r>
                    <m:r>
                      <m:rPr>
                        <m:sty m:val="p"/>
                      </m:rPr>
                      <m:t>)</m:t>
                    </m:r>
                    <m:r>
                      <m:rPr>
                        <m:sty m:val="p"/>
                      </m:rPr>
                      <m:t>tan</m:t>
                    </m:r>
                    <m:r>
                      <m:rPr>
                        <m:sty m:val="p"/>
                      </m:rPr>
                      <m:t>⁡</m:t>
                    </m:r>
                    <m:r>
                      <m:t>2</m:t>
                    </m:r>
                    <m:r>
                      <m:t>x</m:t>
                    </m:r>
                    <m:r>
                      <m:rPr>
                        <m:sty m:val="p"/>
                      </m:rPr>
                      <m:t>+</m:t>
                    </m:r>
                    <m:r>
                      <m:t>c</m:t>
                    </m:r>
                  </m:oMath>
                </a14:m>
              </mc:Choice>
            </mc:AlternateContent>
            <a:r>
              <a:rPr lang="en-US" sz="1800" b="1">
                <a:solidFill>
                  <a:srgbClr val="FAD02C"/>
                </a:solidFill>
                <a:latin typeface="Arial"/>
              </a:rPr>
              <a:t>​</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886968"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722376" cy="402336"/>
          </a:xfrm>
          <a:prstGeom prst="rect">
            <a:avLst/>
          </a:prstGeom>
          <a:noFill/>
        </p:spPr>
        <p:txBody>
          <a:bodyPr wrap="none" anchor="ctr" lIns="0" rIns="0" tIns="0" bIns="0">
            <a:spAutoFit/>
          </a:bodyPr>
          <a:lstStyle/>
          <a:p>
            <a:pPr algn="l"/>
            <a:r>
              <a:rPr sz="1500" b="1">
                <a:solidFill>
                  <a:srgbClr val="FAD02C"/>
                </a:solidFill>
                <a:latin typeface="Arial"/>
              </a:rPr>
              <a:t>2024-1</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∫eˣ(sin x + cos x) dx is equal to
(a) eˣ cos x + c (b) eˣ tan x + c
(c) eˣ sin x + c (d) −eˣ cos x + c</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886968"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722376" cy="402336"/>
          </a:xfrm>
          <a:prstGeom prst="rect">
            <a:avLst/>
          </a:prstGeom>
          <a:noFill/>
        </p:spPr>
        <p:txBody>
          <a:bodyPr wrap="none" anchor="ctr" lIns="0" rIns="0" tIns="0" bIns="0">
            <a:spAutoFit/>
          </a:bodyPr>
          <a:lstStyle/>
          <a:p>
            <a:pPr algn="l"/>
            <a:r>
              <a:rPr sz="1500" b="1">
                <a:solidFill>
                  <a:srgbClr val="FAD02C"/>
                </a:solidFill>
                <a:latin typeface="Arial"/>
              </a:rPr>
              <a:t>2024-1</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∫sec x (sec x + tan x) dx is
(a) sec² x + tan x + c (b) sec x + tan x + c
(c) sec x - tan x + c (d) - tan x - sec x + c</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923544"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758952" cy="402336"/>
          </a:xfrm>
          <a:prstGeom prst="rect">
            <a:avLst/>
          </a:prstGeom>
          <a:noFill/>
        </p:spPr>
        <p:txBody>
          <a:bodyPr wrap="none" anchor="ctr" lIns="0" rIns="0" tIns="0" bIns="0">
            <a:spAutoFit/>
          </a:bodyPr>
          <a:lstStyle/>
          <a:p>
            <a:pPr algn="l"/>
            <a:r>
              <a:rPr sz="1500" b="1">
                <a:solidFill>
                  <a:srgbClr val="FAD02C"/>
                </a:solidFill>
                <a:latin typeface="Arial"/>
              </a:rPr>
              <a:t>2024-2</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r>
              <a:rPr sz="1800" b="1">
                <a:solidFill>
                  <a:srgbClr val="FAD02C"/>
                </a:solidFill>
                <a:latin typeface="Arial"/>
              </a:rPr>
              <a:t>The value of ∫cosec x (cosec x + cot x) dx is
(a) cot x + cosec x + c (b) − cot x + cosec x + c
(c) − cot x − cosec x + c (d) cot x − cosec x + c</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923544"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758952" cy="402336"/>
          </a:xfrm>
          <a:prstGeom prst="rect">
            <a:avLst/>
          </a:prstGeom>
          <a:noFill/>
        </p:spPr>
        <p:txBody>
          <a:bodyPr wrap="none" anchor="ctr" lIns="0" rIns="0" tIns="0" bIns="0">
            <a:spAutoFit/>
          </a:bodyPr>
          <a:lstStyle/>
          <a:p>
            <a:pPr algn="l"/>
            <a:r>
              <a:rPr sz="1500" b="1">
                <a:solidFill>
                  <a:srgbClr val="FAD02C"/>
                </a:solidFill>
                <a:latin typeface="Arial"/>
              </a:rPr>
              <a:t>2024-2</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defRPr sz="1800" b="1">
                <a:solidFill>
                  <a:srgbClr val="FAD02C"/>
                </a:solidFill>
                <a:latin typeface="Arial"/>
              </a:defRPr>
            </a:pPr>
            <mc:AlternateContent xmlns:mc="http://schemas.openxmlformats.org/markup-compatibility/2006" xmlns:a14="http://schemas.microsoft.com/office/drawing/2010/main">
              <mc:Choice Requires="a14">
                <a14:m>
                  <m:oMath xmlns:m="http://schemas.openxmlformats.org/officeDocument/2006/math">
                    <m:nary>
                      <m:naryPr>
                        <m:chr m:val="∫"/>
                        <m:limLoc m:val="subSup"/>
                        <m:subHide m:val="off"/>
                        <m:supHide m:val="off"/>
                      </m:naryPr>
                      <m:sub>
                        <m:r>
                          <m:t>0</m:t>
                        </m:r>
                      </m:sub>
                      <m:sup>
                        <m:r>
                          <m:t>1</m:t>
                        </m:r>
                      </m:sup>
                      <m:e>
                        <m:r>
                          <m:rPr>
                            <m:sty m:val="p"/>
                          </m:rPr>
                          <m:t>(</m:t>
                        </m:r>
                      </m:e>
                    </m:nary>
                    <m:r>
                      <m:t>1</m:t>
                    </m:r>
                    <m:r>
                      <m:rPr>
                        <m:sty m:val="p"/>
                      </m:rPr>
                      <m:t>)</m:t>
                    </m:r>
                    <m:r>
                      <m:rPr>
                        <m:sty m:val="p"/>
                      </m:rPr>
                      <m:t>/</m:t>
                    </m:r>
                    <m:r>
                      <m:rPr>
                        <m:sty m:val="p"/>
                      </m:rPr>
                      <m:t>(</m:t>
                    </m:r>
                    <m:r>
                      <m:rPr>
                        <m:sty m:val="p"/>
                      </m:rPr>
                      <m:t>(</m:t>
                    </m:r>
                    <m:r>
                      <m:t>1</m:t>
                    </m:r>
                    <m:r>
                      <m:rPr>
                        <m:sty m:val="p"/>
                      </m:rPr>
                      <m:t>+</m:t>
                    </m:r>
                    <m:r>
                      <m:t>x</m:t>
                    </m:r>
                    <m:r>
                      <m:rPr>
                        <m:sty m:val="p"/>
                      </m:rPr>
                      <m:t>²</m:t>
                    </m:r>
                    <m:r>
                      <m:rPr>
                        <m:sty m:val="p"/>
                      </m:rPr>
                      <m:t>)</m:t>
                    </m:r>
                    <m:r>
                      <m:rPr>
                        <m:sty m:val="p"/>
                      </m:rPr>
                      <m:t>)</m:t>
                    </m:r>
                    <m:r>
                      <m:t>d</m:t>
                    </m:r>
                    <m:r>
                      <m:t>x</m:t>
                    </m:r>
                    <m:r>
                      <m:t>i</m:t>
                    </m:r>
                    <m:r>
                      <m:t>s</m:t>
                    </m:r>
                  </m:oMath>
                </a14:m>
              </mc:Choice>
            </mc:AlternateContent>
            <a:r>
              <a:rPr lang="en-US" sz="1800" b="1">
                <a:solidFill>
                  <a:srgbClr val="FAD02C"/>
                </a:solidFill>
                <a:latin typeface="Arial"/>
              </a:rPr>
              <a:t>​</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Rounded Rectangle 1"/>
          <p:cNvSpPr/>
          <p:nvPr/>
        </p:nvSpPr>
        <p:spPr>
          <a:xfrm>
            <a:off x="457200" y="182880"/>
            <a:ext cx="1545336" cy="402336"/>
          </a:xfrm>
          <a:prstGeom prst="roundRect">
            <a:avLst/>
          </a:prstGeom>
          <a:solidFill>
            <a:srgbClr val="1A1608"/>
          </a:solidFill>
          <a:ln w="9525">
            <a:solidFill>
              <a:srgbClr val="FAD0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 y="228600"/>
            <a:ext cx="54864" cy="310896"/>
          </a:xfrm>
          <a:prstGeom prst="rect">
            <a:avLst/>
          </a:prstGeom>
          <a:solidFill>
            <a:srgbClr val="FAD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80"/>
            <a:ext cx="1380744" cy="402336"/>
          </a:xfrm>
          <a:prstGeom prst="rect">
            <a:avLst/>
          </a:prstGeom>
          <a:noFill/>
        </p:spPr>
        <p:txBody>
          <a:bodyPr wrap="none" anchor="ctr" lIns="0" rIns="0" tIns="0" bIns="0">
            <a:spAutoFit/>
          </a:bodyPr>
          <a:lstStyle/>
          <a:p>
            <a:pPr algn="l"/>
            <a:r>
              <a:rPr sz="1500" b="1">
                <a:solidFill>
                  <a:srgbClr val="FAD02C"/>
                </a:solidFill>
                <a:latin typeface="Arial"/>
              </a:rPr>
              <a:t>2024-3,2026-1</a:t>
            </a:r>
          </a:p>
        </p:txBody>
      </p:sp>
      <p:pic>
        <p:nvPicPr>
          <p:cNvPr id="5" name="Picture 4" descr="simplified_Logo.png"/>
          <p:cNvPicPr>
            <a:picLocks noChangeAspect="1"/>
          </p:cNvPicPr>
          <p:nvPr/>
        </p:nvPicPr>
        <p:blipFill>
          <a:blip r:embed="rId2"/>
          <a:stretch>
            <a:fillRect/>
          </a:stretch>
        </p:blipFill>
        <p:spPr>
          <a:xfrm>
            <a:off x="10360152" y="91440"/>
            <a:ext cx="1371600" cy="476178"/>
          </a:xfrm>
          <a:prstGeom prst="rect">
            <a:avLst/>
          </a:prstGeom>
        </p:spPr>
      </p:pic>
      <p:sp>
        <p:nvSpPr>
          <p:cNvPr id="6" name="TextBox 5"/>
          <p:cNvSpPr txBox="1"/>
          <p:nvPr/>
        </p:nvSpPr>
        <p:spPr>
          <a:xfrm>
            <a:off x="457200" y="731520"/>
            <a:ext cx="11274552" cy="2743200"/>
          </a:xfrm>
          <a:prstGeom prst="rect">
            <a:avLst/>
          </a:prstGeom>
          <a:noFill/>
        </p:spPr>
        <p:txBody>
          <a:bodyPr wrap="square" lIns="0" rIns="0" tIns="0" bIns="0">
            <a:spAutoFit/>
          </a:bodyPr>
          <a:lstStyle/>
          <a:p>
            <a:pPr algn="l">
              <a:defRPr sz="1800" b="1">
                <a:solidFill>
                  <a:srgbClr val="FAD02C"/>
                </a:solidFill>
                <a:latin typeface="Arial"/>
              </a:defRPr>
            </a:pPr>
            <mc:AlternateContent xmlns:mc="http://schemas.openxmlformats.org/markup-compatibility/2006" xmlns:a14="http://schemas.microsoft.com/office/drawing/2010/main">
              <mc:Choice Requires="a14">
                <a14:m>
                  <m:oMath xmlns:m="http://schemas.openxmlformats.org/officeDocument/2006/math">
                    <m:r>
                      <m:rPr>
                        <m:sty m:val="p"/>
                      </m:rPr>
                      <m:t>(</m:t>
                    </m:r>
                    <m:r>
                      <m:t>π</m:t>
                    </m:r>
                    <m:r>
                      <m:rPr>
                        <m:sty m:val="p"/>
                      </m:rPr>
                      <m:t>)</m:t>
                    </m:r>
                    <m:r>
                      <m:rPr>
                        <m:sty m:val="p"/>
                      </m:rPr>
                      <m:t>/</m:t>
                    </m:r>
                    <m:r>
                      <m:rPr>
                        <m:sty m:val="p"/>
                      </m:rPr>
                      <m:t>(</m:t>
                    </m:r>
                    <m:r>
                      <m:t>3</m:t>
                    </m:r>
                    <m:r>
                      <m:rPr>
                        <m:sty m:val="p"/>
                      </m:rPr>
                      <m:t>)</m:t>
                    </m:r>
                    <m:r>
                      <m:rPr>
                        <m:sty m:val="p"/>
                      </m:rPr>
                      <m:t>(</m:t>
                    </m:r>
                    <m:r>
                      <m:t>b</m:t>
                    </m:r>
                    <m:r>
                      <m:rPr>
                        <m:sty m:val="p"/>
                      </m:rPr>
                      <m:t>)</m:t>
                    </m:r>
                    <m:r>
                      <m:rPr>
                        <m:sty m:val="p"/>
                      </m:rPr>
                      <m:t>(</m:t>
                    </m:r>
                    <m:r>
                      <m:t>π</m:t>
                    </m:r>
                    <m:r>
                      <m:rPr>
                        <m:sty m:val="p"/>
                      </m:rPr>
                      <m:t>)</m:t>
                    </m:r>
                    <m:r>
                      <m:rPr>
                        <m:sty m:val="p"/>
                      </m:rPr>
                      <m:t>/</m:t>
                    </m:r>
                    <m:r>
                      <m:rPr>
                        <m:sty m:val="p"/>
                      </m:rPr>
                      <m:t>(</m:t>
                    </m:r>
                    <m:r>
                      <m:t>6</m:t>
                    </m:r>
                    <m:r>
                      <m:rPr>
                        <m:sty m:val="p"/>
                      </m:rPr>
                      <m:t>)</m:t>
                    </m:r>
                    <m:r>
                      <m:rPr>
                        <m:sty m:val="p"/>
                      </m:rPr>
                      <m:t>(</m:t>
                    </m:r>
                    <m:r>
                      <m:t>c</m:t>
                    </m:r>
                    <m:r>
                      <m:rPr>
                        <m:sty m:val="p"/>
                      </m:rPr>
                      <m:t>)</m:t>
                    </m:r>
                    <m:r>
                      <m:rPr>
                        <m:sty m:val="p"/>
                      </m:rPr>
                      <m:t>(</m:t>
                    </m:r>
                    <m:r>
                      <m:t>π</m:t>
                    </m:r>
                    <m:r>
                      <m:rPr>
                        <m:sty m:val="p"/>
                      </m:rPr>
                      <m:t>)</m:t>
                    </m:r>
                    <m:r>
                      <m:rPr>
                        <m:sty m:val="p"/>
                      </m:rPr>
                      <m:t>/</m:t>
                    </m:r>
                    <m:r>
                      <m:rPr>
                        <m:sty m:val="p"/>
                      </m:rPr>
                      <m:t>(</m:t>
                    </m:r>
                    <m:r>
                      <m:t>2</m:t>
                    </m:r>
                    <m:r>
                      <m:rPr>
                        <m:sty m:val="p"/>
                      </m:rPr>
                      <m:t>)</m:t>
                    </m:r>
                    <m:r>
                      <m:rPr>
                        <m:sty m:val="p"/>
                      </m:rPr>
                      <m:t>(</m:t>
                    </m:r>
                    <m:r>
                      <m:t>d</m:t>
                    </m:r>
                    <m:r>
                      <m:rPr>
                        <m:sty m:val="p"/>
                      </m:rPr>
                      <m:t>)</m:t>
                    </m:r>
                    <m:r>
                      <m:rPr>
                        <m:sty m:val="p"/>
                      </m:rPr>
                      <m:t>(</m:t>
                    </m:r>
                    <m:r>
                      <m:t>π</m:t>
                    </m:r>
                    <m:r>
                      <m:rPr>
                        <m:sty m:val="p"/>
                      </m:rPr>
                      <m:t>)</m:t>
                    </m:r>
                    <m:r>
                      <m:rPr>
                        <m:sty m:val="p"/>
                      </m:rPr>
                      <m:t>/</m:t>
                    </m:r>
                    <m:r>
                      <m:rPr>
                        <m:sty m:val="p"/>
                      </m:rPr>
                      <m:t>(</m:t>
                    </m:r>
                    <m:r>
                      <m:t>4</m:t>
                    </m:r>
                    <m:r>
                      <m:rPr>
                        <m:sty m:val="p"/>
                      </m:rPr>
                      <m:t>)</m:t>
                    </m:r>
                    <m:r>
                      <m:rPr>
                        <m:sty m:val="p"/>
                      </m:rPr>
                      <m:t>∫</m:t>
                    </m:r>
                    <m:r>
                      <m:t>t</m:t>
                    </m:r>
                    <m:r>
                      <m:t>a</m:t>
                    </m:r>
                    <m:r>
                      <m:t>n</m:t>
                    </m:r>
                    <m:r>
                      <m:t>2</m:t>
                    </m:r>
                    <m:r>
                      <m:t>x</m:t>
                    </m:r>
                    <m:r>
                      <m:t>d</m:t>
                    </m:r>
                    <m:r>
                      <m:t>x</m:t>
                    </m:r>
                    <m:r>
                      <m:t>i</m:t>
                    </m:r>
                    <m:r>
                      <m:t>s</m:t>
                    </m:r>
                    <m:r>
                      <m:t>e</m:t>
                    </m:r>
                    <m:r>
                      <m:t>q</m:t>
                    </m:r>
                    <m:r>
                      <m:t>u</m:t>
                    </m:r>
                    <m:r>
                      <m:t>a</m:t>
                    </m:r>
                    <m:r>
                      <m:t>l</m:t>
                    </m:r>
                    <m:r>
                      <m:t>t</m:t>
                    </m:r>
                    <m:r>
                      <m:t>o</m:t>
                    </m:r>
                    <m:r>
                      <m:rPr>
                        <m:sty m:val="p"/>
                      </m:rPr>
                      <m:t>:</m:t>
                    </m:r>
                    <m:r>
                      <m:rPr>
                        <m:sty m:val="p"/>
                      </m:rPr>
                      <m:t>(</m:t>
                    </m:r>
                    <m:r>
                      <m:t>2024</m:t>
                    </m:r>
                    <m:r>
                      <m:rPr>
                        <m:sty m:val="p"/>
                      </m:rPr>
                      <m:t>−</m:t>
                    </m:r>
                    <m:r>
                      <m:t>3</m:t>
                    </m:r>
                    <m:r>
                      <m:rPr>
                        <m:sty m:val="p"/>
                      </m:rPr>
                      <m:t>)</m:t>
                    </m:r>
                    <m:r>
                      <m:rPr>
                        <m:sty m:val="p"/>
                      </m:rPr>
                      <m:t>(</m:t>
                    </m:r>
                    <m:r>
                      <m:t>a</m:t>
                    </m:r>
                    <m:r>
                      <m:rPr>
                        <m:sty m:val="p"/>
                      </m:rPr>
                      <m:t>)</m:t>
                    </m:r>
                    <m:r>
                      <m:t>x</m:t>
                    </m:r>
                    <m:r>
                      <m:rPr>
                        <m:sty m:val="p"/>
                      </m:rPr>
                      <m:t>−</m:t>
                    </m:r>
                    <m:r>
                      <m:rPr>
                        <m:sty m:val="p"/>
                      </m:rPr>
                      <m:t>tan</m:t>
                    </m:r>
                    <m:r>
                      <m:t>x</m:t>
                    </m:r>
                    <m:r>
                      <m:rPr>
                        <m:sty m:val="p"/>
                      </m:rPr>
                      <m:t>+</m:t>
                    </m:r>
                    <m:r>
                      <m:t>c</m:t>
                    </m:r>
                    <m:r>
                      <m:rPr>
                        <m:sty m:val="p"/>
                      </m:rPr>
                      <m:t>(</m:t>
                    </m:r>
                    <m:r>
                      <m:t>b</m:t>
                    </m:r>
                    <m:r>
                      <m:rPr>
                        <m:sty m:val="p"/>
                      </m:rPr>
                      <m:t>)</m:t>
                    </m:r>
                    <m:r>
                      <m:rPr>
                        <m:sty m:val="p"/>
                      </m:rPr>
                      <m:t>tan</m:t>
                    </m:r>
                    <m:r>
                      <m:t>x</m:t>
                    </m:r>
                    <m:r>
                      <m:rPr>
                        <m:sty m:val="p"/>
                      </m:rPr>
                      <m:t>−</m:t>
                    </m:r>
                    <m:r>
                      <m:t>x</m:t>
                    </m:r>
                    <m:r>
                      <m:rPr>
                        <m:sty m:val="p"/>
                      </m:rPr>
                      <m:t>+</m:t>
                    </m:r>
                    <m:r>
                      <m:t>c</m:t>
                    </m:r>
                    <m:r>
                      <m:rPr>
                        <m:sty m:val="p"/>
                      </m:rPr>
                      <m:t>(</m:t>
                    </m:r>
                    <m:r>
                      <m:t>c</m:t>
                    </m:r>
                    <m:r>
                      <m:rPr>
                        <m:sty m:val="p"/>
                      </m:rPr>
                      <m:t>)</m:t>
                    </m:r>
                    <m:r>
                      <m:t>s</m:t>
                    </m:r>
                    <m:r>
                      <m:t>e</m:t>
                    </m:r>
                    <m:r>
                      <m:t>c</m:t>
                    </m:r>
                    <m:r>
                      <m:t>2</m:t>
                    </m:r>
                    <m:r>
                      <m:t>x</m:t>
                    </m:r>
                    <m:r>
                      <m:rPr>
                        <m:sty m:val="p"/>
                      </m:rPr>
                      <m:t>−</m:t>
                    </m:r>
                    <m:r>
                      <m:t>x</m:t>
                    </m:r>
                    <m:r>
                      <m:rPr>
                        <m:sty m:val="p"/>
                      </m:rPr>
                      <m:t>+</m:t>
                    </m:r>
                    <m:r>
                      <m:t>c</m:t>
                    </m:r>
                    <m:r>
                      <m:rPr>
                        <m:sty m:val="p"/>
                      </m:rPr>
                      <m:t>(</m:t>
                    </m:r>
                    <m:r>
                      <m:t>d</m:t>
                    </m:r>
                    <m:r>
                      <m:rPr>
                        <m:sty m:val="p"/>
                      </m:rPr>
                      <m:t>)</m:t>
                    </m:r>
                    <m:r>
                      <m:t>x</m:t>
                    </m:r>
                    <m:r>
                      <m:rPr>
                        <m:sty m:val="p"/>
                      </m:rPr>
                      <m:t>–</m:t>
                    </m:r>
                    <m:r>
                      <m:t>s</m:t>
                    </m:r>
                    <m:r>
                      <m:t>e</m:t>
                    </m:r>
                    <m:r>
                      <m:t>c</m:t>
                    </m:r>
                    <m:r>
                      <m:t>2</m:t>
                    </m:r>
                    <m:r>
                      <m:t>x</m:t>
                    </m:r>
                    <m:r>
                      <m:rPr>
                        <m:sty m:val="p"/>
                      </m:rPr>
                      <m:t>+</m:t>
                    </m:r>
                    <m:r>
                      <m:t>c</m:t>
                    </m:r>
                    <m:r>
                      <m:rPr>
                        <m:sty m:val="p"/>
                      </m:rPr>
                      <m:t>∫</m:t>
                    </m:r>
                    <m:sSup>
                      <m:e>
                        <m:r>
                          <m:t>e</m:t>
                        </m:r>
                      </m:e>
                      <m:sup>
                        <m:r>
                          <m:t>x</m:t>
                        </m:r>
                      </m:sup>
                    </m:sSup>
                    <m:r>
                      <m:rPr>
                        <m:sty m:val="p"/>
                      </m:rPr>
                      <m:t>(</m:t>
                    </m:r>
                    <m:r>
                      <m:rPr>
                        <m:sty m:val="p"/>
                      </m:rPr>
                      <m:t>sin</m:t>
                    </m:r>
                    <m:r>
                      <m:rPr>
                        <m:sty m:val="p"/>
                      </m:rPr>
                      <m:t>⁡</m:t>
                    </m:r>
                    <m:r>
                      <m:t>x</m:t>
                    </m:r>
                    <m:r>
                      <m:rPr>
                        <m:sty m:val="p"/>
                      </m:rPr>
                      <m:t>−</m:t>
                    </m:r>
                    <m:r>
                      <m:rPr>
                        <m:sty m:val="p"/>
                      </m:rPr>
                      <m:t>cos</m:t>
                    </m:r>
                    <m:r>
                      <m:rPr>
                        <m:sty m:val="p"/>
                      </m:rPr>
                      <m:t>⁡</m:t>
                    </m:r>
                    <m:r>
                      <m:t>x</m:t>
                    </m:r>
                    <m:r>
                      <m:rPr>
                        <m:sty m:val="p"/>
                      </m:rPr>
                      <m:t>)</m:t>
                    </m:r>
                    <m:r>
                      <m:t>d</m:t>
                    </m:r>
                    <m:r>
                      <m:t>x</m:t>
                    </m:r>
                    <m:r>
                      <m:t>i</m:t>
                    </m:r>
                    <m:r>
                      <m:t>s</m:t>
                    </m:r>
                    <m:r>
                      <m:rPr>
                        <m:sty m:val="p"/>
                      </m:rPr>
                      <m:t>(</m:t>
                    </m:r>
                    <m:r>
                      <m:t>2025</m:t>
                    </m:r>
                    <m:r>
                      <m:rPr>
                        <m:sty m:val="p"/>
                      </m:rPr>
                      <m:t>−</m:t>
                    </m:r>
                    <m:r>
                      <m:t>1</m:t>
                    </m:r>
                    <m:r>
                      <m:rPr>
                        <m:sty m:val="p"/>
                      </m:rPr>
                      <m:t>)</m:t>
                    </m:r>
                    <m:r>
                      <m:rPr>
                        <m:sty m:val="p"/>
                      </m:rPr>
                      <m:t>(</m:t>
                    </m:r>
                    <m:r>
                      <m:t>a</m:t>
                    </m:r>
                    <m:r>
                      <m:rPr>
                        <m:sty m:val="p"/>
                      </m:rPr>
                      <m:t>)</m:t>
                    </m:r>
                    <m:r>
                      <m:rPr>
                        <m:sty m:val="p"/>
                      </m:rPr>
                      <m:t>−</m:t>
                    </m:r>
                    <m:sSup>
                      <m:e>
                        <m:r>
                          <m:t>e</m:t>
                        </m:r>
                      </m:e>
                      <m:sup>
                        <m:r>
                          <m:t>x</m:t>
                        </m:r>
                      </m:sup>
                    </m:sSup>
                    <m:r>
                      <m:rPr>
                        <m:sty m:val="p"/>
                      </m:rPr>
                      <m:t>cos</m:t>
                    </m:r>
                    <m:r>
                      <m:rPr>
                        <m:sty m:val="p"/>
                      </m:rPr>
                      <m:t>⁡</m:t>
                    </m:r>
                    <m:r>
                      <m:t>x</m:t>
                    </m:r>
                    <m:r>
                      <m:rPr>
                        <m:sty m:val="p"/>
                      </m:rPr>
                      <m:t>(</m:t>
                    </m:r>
                    <m:r>
                      <m:t>b</m:t>
                    </m:r>
                    <m:r>
                      <m:rPr>
                        <m:sty m:val="p"/>
                      </m:rPr>
                      <m:t>)</m:t>
                    </m:r>
                    <m:sSup>
                      <m:e>
                        <m:r>
                          <m:t>e</m:t>
                        </m:r>
                      </m:e>
                      <m:sup>
                        <m:r>
                          <m:t>x</m:t>
                        </m:r>
                      </m:sup>
                    </m:sSup>
                    <m:r>
                      <m:rPr>
                        <m:sty m:val="p"/>
                      </m:rPr>
                      <m:t>cos</m:t>
                    </m:r>
                    <m:r>
                      <m:rPr>
                        <m:sty m:val="p"/>
                      </m:rPr>
                      <m:t>⁡</m:t>
                    </m:r>
                    <m:r>
                      <m:t>x</m:t>
                    </m:r>
                    <m:r>
                      <m:rPr>
                        <m:sty m:val="p"/>
                      </m:rPr>
                      <m:t>(</m:t>
                    </m:r>
                    <m:r>
                      <m:t>c</m:t>
                    </m:r>
                    <m:r>
                      <m:rPr>
                        <m:sty m:val="p"/>
                      </m:rPr>
                      <m:t>)</m:t>
                    </m:r>
                    <m:sSup>
                      <m:e>
                        <m:r>
                          <m:t>e</m:t>
                        </m:r>
                      </m:e>
                      <m:sup>
                        <m:r>
                          <m:t>x</m:t>
                        </m:r>
                      </m:sup>
                    </m:sSup>
                    <m:r>
                      <m:rPr>
                        <m:sty m:val="p"/>
                      </m:rPr>
                      <m:t>sin</m:t>
                    </m:r>
                    <m:r>
                      <m:rPr>
                        <m:sty m:val="p"/>
                      </m:rPr>
                      <m:t>⁡</m:t>
                    </m:r>
                    <m:r>
                      <m:t>x</m:t>
                    </m:r>
                    <m:r>
                      <m:rPr>
                        <m:sty m:val="p"/>
                      </m:rPr>
                      <m:t>(</m:t>
                    </m:r>
                    <m:r>
                      <m:t>d</m:t>
                    </m:r>
                    <m:r>
                      <m:rPr>
                        <m:sty m:val="p"/>
                      </m:rPr>
                      <m:t>)</m:t>
                    </m:r>
                    <m:sSup>
                      <m:e>
                        <m:r>
                          <m:t>e</m:t>
                        </m:r>
                      </m:e>
                      <m:sup>
                        <m:r>
                          <m:t>x</m:t>
                        </m:r>
                      </m:sup>
                    </m:sSup>
                    <m:r>
                      <m:rPr>
                        <m:sty m:val="p"/>
                      </m:rPr>
                      <m:t>sin</m:t>
                    </m:r>
                    <m:sSup>
                      <m:e>
                        <m:r>
                          <m:rPr>
                            <m:sty m:val="p"/>
                          </m:rPr>
                          <m:t>⁡</m:t>
                        </m:r>
                      </m:e>
                      <m:sup>
                        <m:r>
                          <m:t>2</m:t>
                        </m:r>
                      </m:sup>
                    </m:sSup>
                    <m:r>
                      <m:t>x</m:t>
                    </m:r>
                    <m:r>
                      <m:rPr>
                        <m:sty m:val="p"/>
                      </m:rPr>
                      <m:t>∫</m:t>
                    </m:r>
                    <m:sSup>
                      <m:e>
                        <m:r>
                          <m:t>e</m:t>
                        </m:r>
                      </m:e>
                      <m:sup>
                        <m:r>
                          <m:t>x</m:t>
                        </m:r>
                      </m:sup>
                    </m:sSup>
                    <m:r>
                      <m:rPr>
                        <m:sty m:val="p"/>
                      </m:rPr>
                      <m:t>(</m:t>
                    </m:r>
                    <m:r>
                      <m:t>1</m:t>
                    </m:r>
                    <m:r>
                      <m:rPr>
                        <m:sty m:val="p"/>
                      </m:rPr>
                      <m:t>+</m:t>
                    </m:r>
                    <m:r>
                      <m:t>t</m:t>
                    </m:r>
                    <m:r>
                      <m:t>a</m:t>
                    </m:r>
                    <m:r>
                      <m:t>n</m:t>
                    </m:r>
                    <m:r>
                      <m:t>x</m:t>
                    </m:r>
                    <m:r>
                      <m:rPr>
                        <m:sty m:val="p"/>
                      </m:rPr>
                      <m:t>+</m:t>
                    </m:r>
                    <m:sSup>
                      <m:e>
                        <m:r>
                          <m:rPr>
                            <m:sty m:val="p"/>
                          </m:rPr>
                          <m:t>tan</m:t>
                        </m:r>
                      </m:e>
                      <m:sup>
                        <m:r>
                          <m:t>2</m:t>
                        </m:r>
                      </m:sup>
                    </m:sSup>
                    <m:r>
                      <m:t>x</m:t>
                    </m:r>
                    <m:r>
                      <m:rPr>
                        <m:sty m:val="p"/>
                      </m:rPr>
                      <m:t>)</m:t>
                    </m:r>
                    <m:r>
                      <m:t>d</m:t>
                    </m:r>
                    <m:r>
                      <m:t>x</m:t>
                    </m:r>
                    <m:r>
                      <m:rPr>
                        <m:sty m:val="p"/>
                      </m:rPr>
                      <m:t>=</m:t>
                    </m:r>
                    <m:r>
                      <m:rPr>
                        <m:sty m:val="p"/>
                      </m:rPr>
                      <m:t>(</m:t>
                    </m:r>
                    <m:r>
                      <m:t>2025</m:t>
                    </m:r>
                    <m:r>
                      <m:rPr>
                        <m:sty m:val="p"/>
                      </m:rPr>
                      <m:t>−</m:t>
                    </m:r>
                    <m:r>
                      <m:t>3</m:t>
                    </m:r>
                    <m:r>
                      <m:rPr>
                        <m:sty m:val="p"/>
                      </m:rPr>
                      <m:t>)</m:t>
                    </m:r>
                    <m:r>
                      <m:rPr>
                        <m:sty m:val="p"/>
                      </m:rPr>
                      <m:t>(</m:t>
                    </m:r>
                    <m:r>
                      <m:t>a</m:t>
                    </m:r>
                    <m:r>
                      <m:rPr>
                        <m:sty m:val="p"/>
                      </m:rPr>
                      <m:t>)</m:t>
                    </m:r>
                    <m:r>
                      <m:rPr>
                        <m:sty m:val="p"/>
                      </m:rPr>
                      <m:t>tan</m:t>
                    </m:r>
                    <m:r>
                      <m:rPr>
                        <m:sty m:val="p"/>
                      </m:rPr>
                      <m:t>⁡</m:t>
                    </m:r>
                    <m:r>
                      <m:t>x</m:t>
                    </m:r>
                    <m:r>
                      <m:rPr>
                        <m:sty m:val="p"/>
                      </m:rPr>
                      <m:t>+</m:t>
                    </m:r>
                    <m:r>
                      <m:t>C</m:t>
                    </m:r>
                    <m:r>
                      <m:rPr>
                        <m:sty m:val="p"/>
                      </m:rPr>
                      <m:t>(</m:t>
                    </m:r>
                    <m:r>
                      <m:t>b</m:t>
                    </m:r>
                    <m:r>
                      <m:rPr>
                        <m:sty m:val="p"/>
                      </m:rPr>
                      <m:t>)</m:t>
                    </m:r>
                    <m:sSup>
                      <m:e>
                        <m:r>
                          <m:t>e</m:t>
                        </m:r>
                      </m:e>
                      <m:sup>
                        <m:r>
                          <m:t>x</m:t>
                        </m:r>
                      </m:sup>
                    </m:sSup>
                    <m:r>
                      <m:rPr>
                        <m:sty m:val="p"/>
                      </m:rPr>
                      <m:t>tan</m:t>
                    </m:r>
                    <m:r>
                      <m:rPr>
                        <m:sty m:val="p"/>
                      </m:rPr>
                      <m:t>⁡</m:t>
                    </m:r>
                    <m:r>
                      <m:t>x</m:t>
                    </m:r>
                    <m:r>
                      <m:rPr>
                        <m:sty m:val="p"/>
                      </m:rPr>
                      <m:t>+</m:t>
                    </m:r>
                    <m:r>
                      <m:t>C</m:t>
                    </m:r>
                    <m:r>
                      <m:rPr>
                        <m:sty m:val="p"/>
                      </m:rPr>
                      <m:t>(</m:t>
                    </m:r>
                    <m:r>
                      <m:t>c</m:t>
                    </m:r>
                    <m:r>
                      <m:rPr>
                        <m:sty m:val="p"/>
                      </m:rPr>
                      <m:t>)</m:t>
                    </m:r>
                    <m:sSup>
                      <m:e>
                        <m:r>
                          <m:t>e</m:t>
                        </m:r>
                      </m:e>
                      <m:sup>
                        <m:r>
                          <m:t>x</m:t>
                        </m:r>
                      </m:sup>
                    </m:sSup>
                    <m:r>
                      <m:rPr>
                        <m:sty m:val="p"/>
                      </m:rPr>
                      <m:t>sec</m:t>
                    </m:r>
                    <m:r>
                      <m:rPr>
                        <m:sty m:val="p"/>
                      </m:rPr>
                      <m:t>⁡</m:t>
                    </m:r>
                    <m:r>
                      <m:t>x</m:t>
                    </m:r>
                    <m:r>
                      <m:rPr>
                        <m:sty m:val="p"/>
                      </m:rPr>
                      <m:t>+</m:t>
                    </m:r>
                    <m:r>
                      <m:t>C</m:t>
                    </m:r>
                    <m:r>
                      <m:rPr>
                        <m:sty m:val="p"/>
                      </m:rPr>
                      <m:t>(</m:t>
                    </m:r>
                    <m:r>
                      <m:t>d</m:t>
                    </m:r>
                    <m:r>
                      <m:rPr>
                        <m:sty m:val="p"/>
                      </m:rPr>
                      <m:t>)</m:t>
                    </m:r>
                    <m:r>
                      <m:rPr>
                        <m:sty m:val="p"/>
                      </m:rPr>
                      <m:t>sec</m:t>
                    </m:r>
                    <m:r>
                      <m:rPr>
                        <m:sty m:val="p"/>
                      </m:rPr>
                      <m:t>⁡</m:t>
                    </m:r>
                    <m:r>
                      <m:t>x</m:t>
                    </m:r>
                    <m:r>
                      <m:rPr>
                        <m:sty m:val="p"/>
                      </m:rPr>
                      <m:t>+</m:t>
                    </m:r>
                    <m:r>
                      <m:t>C</m:t>
                    </m:r>
                    <m:r>
                      <m:t>T</m:t>
                    </m:r>
                    <m:r>
                      <m:t>h</m:t>
                    </m:r>
                    <m:r>
                      <m:t>e</m:t>
                    </m:r>
                    <m:r>
                      <m:t>v</m:t>
                    </m:r>
                    <m:r>
                      <m:t>a</m:t>
                    </m:r>
                    <m:r>
                      <m:t>l</m:t>
                    </m:r>
                    <m:r>
                      <m:t>u</m:t>
                    </m:r>
                    <m:r>
                      <m:t>e</m:t>
                    </m:r>
                    <m:r>
                      <m:t>o</m:t>
                    </m:r>
                    <m:r>
                      <m:t>f</m:t>
                    </m:r>
                    <m:nary>
                      <m:naryPr>
                        <m:chr m:val="∫"/>
                        <m:limLoc m:val="subSup"/>
                        <m:subHide m:val="off"/>
                        <m:supHide m:val="off"/>
                      </m:naryPr>
                      <m:sub>
                        <m:r>
                          <m:rPr>
                            <m:sty m:val="p"/>
                          </m:rPr>
                          <m:t>−</m:t>
                        </m:r>
                        <m:r>
                          <m:rPr>
                            <m:sty m:val="p"/>
                          </m:rPr>
                          <m:t>(</m:t>
                        </m:r>
                        <m:r>
                          <m:t>π</m:t>
                        </m:r>
                        <m:r>
                          <m:rPr>
                            <m:sty m:val="p"/>
                          </m:rPr>
                          <m:t>)</m:t>
                        </m:r>
                        <m:r>
                          <m:rPr>
                            <m:sty m:val="p"/>
                          </m:rPr>
                          <m:t>/</m:t>
                        </m:r>
                        <m:r>
                          <m:rPr>
                            <m:sty m:val="p"/>
                          </m:rPr>
                          <m:t>(</m:t>
                        </m:r>
                        <m:r>
                          <m:t>2</m:t>
                        </m:r>
                        <m:r>
                          <m:rPr>
                            <m:sty m:val="p"/>
                          </m:rPr>
                          <m:t>)</m:t>
                        </m:r>
                      </m:sub>
                      <m:sup>
                        <m:r>
                          <m:rPr>
                            <m:sty m:val="p"/>
                          </m:rPr>
                          <m:t>(</m:t>
                        </m:r>
                        <m:r>
                          <m:t>π</m:t>
                        </m:r>
                        <m:r>
                          <m:rPr>
                            <m:sty m:val="p"/>
                          </m:rPr>
                          <m:t>)</m:t>
                        </m:r>
                        <m:r>
                          <m:rPr>
                            <m:sty m:val="p"/>
                          </m:rPr>
                          <m:t>/</m:t>
                        </m:r>
                        <m:r>
                          <m:rPr>
                            <m:sty m:val="p"/>
                          </m:rPr>
                          <m:t>(</m:t>
                        </m:r>
                        <m:r>
                          <m:t>2</m:t>
                        </m:r>
                        <m:r>
                          <m:rPr>
                            <m:sty m:val="p"/>
                          </m:rPr>
                          <m:t>)</m:t>
                        </m:r>
                      </m:sup>
                      <m:e>
                        <m:sSup>
                          <m:e>
                            <m:r>
                              <m:rPr>
                                <m:sty m:val="p"/>
                              </m:rPr>
                              <m:t>sin</m:t>
                            </m:r>
                          </m:e>
                          <m:sup>
                            <m:r>
                              <m:t>7</m:t>
                            </m:r>
                          </m:sup>
                        </m:sSup>
                      </m:e>
                    </m:nary>
                    <m:r>
                      <m:t>x</m:t>
                    </m:r>
                    <m:r>
                      <m:t>d</m:t>
                    </m:r>
                    <m:r>
                      <m:t>x</m:t>
                    </m:r>
                    <m:r>
                      <m:t>i</m:t>
                    </m:r>
                    <m:r>
                      <m:t>s</m:t>
                    </m:r>
                    <m:r>
                      <m:rPr>
                        <m:sty m:val="p"/>
                      </m:rPr>
                      <m:t>:</m:t>
                    </m:r>
                    <m:r>
                      <m:t>a</m:t>
                    </m:r>
                    <m:r>
                      <m:rPr>
                        <m:sty m:val="p"/>
                      </m:rPr>
                      <m:t>)</m:t>
                    </m:r>
                    <m:r>
                      <m:t>1</m:t>
                    </m:r>
                    <m:r>
                      <m:t>b</m:t>
                    </m:r>
                    <m:r>
                      <m:rPr>
                        <m:sty m:val="p"/>
                      </m:rPr>
                      <m:t>)</m:t>
                    </m:r>
                    <m:r>
                      <m:t>0</m:t>
                    </m:r>
                    <m:r>
                      <m:t>c</m:t>
                    </m:r>
                    <m:r>
                      <m:rPr>
                        <m:sty m:val="p"/>
                      </m:rPr>
                      <m:t>)</m:t>
                    </m:r>
                    <m:r>
                      <m:rPr>
                        <m:sty m:val="p"/>
                      </m:rPr>
                      <m:t>−</m:t>
                    </m:r>
                    <m:r>
                      <m:t>1</m:t>
                    </m:r>
                    <m:r>
                      <m:t>d</m:t>
                    </m:r>
                    <m:r>
                      <m:rPr>
                        <m:sty m:val="p"/>
                      </m:rPr>
                      <m:t>)</m:t>
                    </m:r>
                    <m:r>
                      <m:t>7</m:t>
                    </m:r>
                    <m:r>
                      <m:t>s</m:t>
                    </m:r>
                    <m:r>
                      <m:t>s</m:t>
                    </m:r>
                  </m:oMath>
                </a14:m>
              </mc:Choice>
            </mc:AlternateContent>
            <a:r>
              <a:rPr lang="en-US" sz="1800" b="1">
                <a:solidFill>
                  <a:srgbClr val="FAD02C"/>
                </a:solidFill>
                <a:latin typeface="Arial"/>
              </a:rPr>
              <a: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