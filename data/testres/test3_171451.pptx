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1.png"/><Relationship Id="rId4" Type="http://schemas.openxmlformats.org/officeDocument/2006/relationships/image" Target="../media/image5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1.png"/><Relationship Id="rId4" Type="http://schemas.openxmlformats.org/officeDocument/2006/relationships/image" Target="../media/image5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5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7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7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7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8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1.png"/><Relationship Id="rId4" Type="http://schemas.openxmlformats.org/officeDocument/2006/relationships/image" Target="../media/image9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1.png"/><Relationship Id="rId4" Type="http://schemas.openxmlformats.org/officeDocument/2006/relationships/image" Target="../media/image9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1.png"/><Relationship Id="rId4" Type="http://schemas.openxmlformats.org/officeDocument/2006/relationships/image" Target="../media/image9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67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23daed8d3c7f56f28458ed1e918087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(2, 8)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(1, 1)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(−3, −27)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b3be8ed4ecec9bc7ddcf88d334ea9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3583d9025275988afda683717b988c3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0b83ecaf9d6bcf721f80a181cb1b0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e49b14ecd35bcd0347f27c785c32ddd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74315f2ba3510a100533cd7b7780bb8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e73463ac87d889351217b5aa478b228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80782962a2d345c1a00778d43528a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633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166172a35a14a8301d4183ff0895a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e75318e10e01adae4f7e5875e67eb6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d752c58e8ef9e8d7b44d171f17b966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e267297a6b6963afd177227e400d5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0260b221faa317369a0052b0da4d7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7d24358be46192422cd9fa8ae5a1f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25ecb899c6d93a98981659091d6b99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fbdb3cf4bbb32dcc7377438cf7dc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64e46109e0aeac41e066767d5943f3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043e90cea2502c765c75d7dd30e57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Only Statement 1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Only statement 2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statements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3b1d1e99dac5e4cb4178ac47aa128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a&lt;0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0&lt;a&lt;1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63f2fecced2f892be27e44b3667a749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4957aea3fd7f564bc8f0efadbe891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1cbd627e4d8fcb1e6497bdd30e8f6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42ffbb26530b2f8ba8cfb5706a460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b3aa1fb671f0a2828c87f19aa08104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fca3d9f62dbf5fae5f8c3cd7a6ef1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does not exist (2026-1)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b7a510fd8b992c0232b58be29ed21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c1ed26b3ad84468123e263ad065dd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0bfaeb0dd06842818f0d8d5dcd2c8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26493047700b55a9c648b9ce4b571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749bebfe00105cec0252ae03bdacc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cb3a0bc421df453f0d35fbfab6d6dc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8ab9618f646c52723ad8796c562ea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ebb11ab40dcf617e4032902c5c9eb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6a86376d667bc0a5d60655c9279e3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c8587d6849084283b751b0c1de40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7e49f67fa0f6eacd3299207f45eacd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3126b571c343a87c1a771604bb4a7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2674edc93d264dbb7671dd0377df7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4315f2ba3510a100533cd7b7780bb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74315f2ba3510a100533cd7b7780bb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20d12d474bf2cebc67722c64f5e9c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76bb2904be2f81de0e8b5ec6590414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76bb2904be2f81de0e8b5ec6590414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(2)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16a46054fd3ac0b7446aeaec6dd53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do not have maximum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5903a68b6ecfb876db13115c8ff0d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a7b1951a82f7a3bd2654e6e53b92c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8 (2025)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f620ece04115b2f6eb5fff9ee2390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46992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6ef0d6ed2254b01f387f86177b967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(-∞,2)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[2,∞)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(-∞,∞)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8575b409cb2587cf61b9b2f4c2b5c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cm/sec.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18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6e3c4eb224f5aa05153da767f9b8e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1be45c7e0b410694eb7cfab3ca456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689890edebf02ad5b5381f32c0202b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02f11b502e70dcf5fbb0d2289c16c0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19d63e0e1d1bbb7c04375cbdcfc168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d41dabfd6c8899025c5a825184b5e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20312fd7355d538ac2065607499f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d41dabfd6c8899025c5a825184b5e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1102c70530621c892002735e053cc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639e8d83de077071a30b373231817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72672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5c0b1be2a4b97f3f3501e189a2eb8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c16eb76539bebea6030316c014d9c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efc143b9d9c22278215e70d8a7f89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a7eb904b548bc043f5c6329cca384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5304745cc539defeee87992b96c4c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cd2bebfb9211cbc1751ef5afcb93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72672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98ea58b849a4052eb9390c8fab852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c0bb2a2e0abd8fad87b461296b4d5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b80dc2187dded1e21d9733d5b9c08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8f809eef4e9cfd1437651eb847edb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fe7fbf2e7dbbcd3be3a929abfe0d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aa1eab41a0b7c5e209edd6dc0fefb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The radius of circle is increasing at the rate of 0.7 cm/what is the rate of increase of its circumference? (2024-1,3,2026-1)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76d5edc4067c02b34a8399b93b420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74af47f904c1bd5439eb377068469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ce7b2c4bc6404def922adcaa9ad26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A balloon which always remains spherical has a variable radius. Find the rate at which its volume is increasing with radius when the radius is 10 cms. (2025-1)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fb70b53ac7792b4dcb6a67cea94a6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e8a49ed184290d7d940b57c72dbf1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6b2653b5be6210361826fba3c6bed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d4800037d5e0ec5e110052cedfd88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the two positive numbers whose sum is 15 and sum of whose squares is minimum. (2015,2017s,2018s)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two numbers whose sum is 24 and whose product is as large as possible (2015s,2018)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two numbers whose product is 100 and whose sum is minimum. (2016)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If the radius of a sphere is measured as 7 m with an error of 0.02 m, then find the approximate error in calculating its volume. (2018s)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b1ddc5eea7d9cafd3c9a15ba60f3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341e0bcb8e81299c89d85510fed53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31af6065a5707ee8dc61a18833d1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9530cd5d5d603d6c234b61969fa1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6338df6125427f2fd3c4fd07b29c1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667e365b1f5bf958e8da075cc067d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6067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12cf16ec39ec1aad1930d2d4aa487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A man of height 2 meters walks at a uniform speed of 5 Km/hr away from a lamp post which is 6 meter high. Find the rate at which the length of his shadow increases. (2025-2)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917c300c28a4ce9ce3d44670d99ae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bddd12c0ed932764bdcf81fa6a52d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686032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A ladder 24ft long leans against a vertical wall. The lower end is moving away at the rate of 3ft/sec. find the rate at which the top of the ladder is moving down wars. If its foot is 8ft from the wall (2014)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7d8bd0a76e40c4e3bee13e9fa2c22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509248" cy="20055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e8b997b7b6433b04fde9d10c3bf3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A sand is pouring from a pie at the rate of 12cm3/sec. the falling sand form a cone on the ground in such way that the height of the cone is always one-sixth of the radius of the base. How fast is the height of the sand cone increasing when the height is 4 cm. (2015s,2018,2017s,2018s,2020)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651fe52434ad0131f3754f61cfcfa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20055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 (2016s,2023m)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