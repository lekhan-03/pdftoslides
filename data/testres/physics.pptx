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9.11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 = 6.63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 = 1.6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8.41 × 1014 Hz is incident on a metal surface. Electrons with their maximum speed of 7.5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 = 6.625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 9.1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7.21 × 1014 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 =6.63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 = 9.1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 6.50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1014</m:t>
                    </m:r>
                    <m:r>
                      <m:t>H</m:t>
                    </m:r>
                    <m:r>
                      <m:t>z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incident on the metal surface photo emission of electrons occurs. Calculate a) energy of incident photon and b) stopping potential of photoelectrons. (Given h = 6.63 × 10–34 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 1.6 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Charge on the electron e = 1.6×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e = 1.6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