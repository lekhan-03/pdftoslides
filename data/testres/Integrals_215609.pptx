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—$ MCQ$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e $^{x}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(1)/(x) - (1)/(x^{2}) $)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e-$x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(1)/(x) $)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e-$x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(1)/(x^{2})$)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 $x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(1)/(x) $)+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-xcosx-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xcosx+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xcosx-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 ($(1)/(√(1+X^{2})) $)with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not a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m:t>√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{2}(x)/(2)-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{2}(x)/(2)$)dx=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e^{x}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)+c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$xcosx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-xsinx+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xcosx-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xsinx-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xsinx+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sin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$sec $x $(sec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 +$ cot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 $x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 +$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 $x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x +$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-tan $x $+c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 $x - x $+c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$x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+$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$(sin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+cos $x $). dx.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-3cosx+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sec $x $(sec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+tan $x $). dx.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$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{3}-1)/(x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{2})$)dx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e^{x}$sec $x $(sec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+tan $x $). dx.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√(ax+b)$ 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 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sin(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w.r.t.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(dx)/(x-√(x))$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{2})/(1-x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{6})$dx.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{x}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(1)/(x)-(1)/(x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{2})$)dx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t>x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{2}(x)/(2)-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{2}(x)/(2)$ dx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dx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_{0}^{1} (dx)/(√(1-x^{2}))$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+</m:t>
                    </m:r>
                    <m:r>
                      <m:t>9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(√(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))/(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)$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{-3})/((x-1)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{3})$ ex dx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cos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(xe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{x})/((1+x)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{2})$ dx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{x})/(1+x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{2})$dxwith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sin $2x $.cos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cot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log(sin $x $)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m:t>√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log(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_{0}^{1} (x)/(x^{2}+1)$ dx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cot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.log(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{3}-x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{2}+x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{-1})/(x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{-1})$ dx.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(x^{3}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{-1}(x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{4}))/(1+x^{8})$ dx.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 $.dx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w.r.t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 x$ dx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_{0}^{2} e^{x}$ dxas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e^{x}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(1+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)/(1+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)$)dx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_{0}^{1} (x)/(1+x^{2})$ dx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(xx)/(√(1-x^{2}))$ dx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 xloglog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 $.dx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(2x)/(x^{2}+3x+2)$dx.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9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9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 $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√((2-x)$^{2}+1)) dx.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_{0}^{(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)/(4)} $ log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(a+b-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dx,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even function 0,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odd function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(a+b-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dx,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(2a-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(2a-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_{0}^{(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)/(2)} $(2loglog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-log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even function 0,if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x$)is odd function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 {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dx,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even function 0,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 an odd function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dx}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dx+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and hence 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_{-1}^{2} $ dx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 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_{0}^{(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)/(4)} $ log(1+tan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(a+b-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.dx=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)dx and hence evaluate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