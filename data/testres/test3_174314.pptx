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1.png"/><Relationship Id="rId4" Type="http://schemas.openxmlformats.org/officeDocument/2006/relationships/image" Target="../media/image4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1.png"/><Relationship Id="rId4" Type="http://schemas.openxmlformats.org/officeDocument/2006/relationships/image" Target="../media/image4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Relationship Id="rId4" Type="http://schemas.openxmlformats.org/officeDocument/2006/relationships/image" Target="../media/image5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Relationship Id="rId4" Type="http://schemas.openxmlformats.org/officeDocument/2006/relationships/image" Target="../media/image5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Relationship Id="rId4" Type="http://schemas.openxmlformats.org/officeDocument/2006/relationships/image" Target="../media/image5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Relationship Id="rId4" Type="http://schemas.openxmlformats.org/officeDocument/2006/relationships/image" Target="../media/image5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Relationship Id="rId4" Type="http://schemas.openxmlformats.org/officeDocument/2006/relationships/image" Target="../media/image5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Relationship Id="rId4" Type="http://schemas.openxmlformats.org/officeDocument/2006/relationships/image" Target="../media/image5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Relationship Id="rId4" Type="http://schemas.openxmlformats.org/officeDocument/2006/relationships/image" Target="../media/image5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Relationship Id="rId4" Type="http://schemas.openxmlformats.org/officeDocument/2006/relationships/image" Target="../media/image5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Relationship Id="rId4" Type="http://schemas.openxmlformats.org/officeDocument/2006/relationships/image" Target="../media/image5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Relationship Id="rId4" Type="http://schemas.openxmlformats.org/officeDocument/2006/relationships/image" Target="../media/image5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Relationship Id="rId4" Type="http://schemas.openxmlformats.org/officeDocument/2006/relationships/image" Target="../media/image6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Relationship Id="rId4" Type="http://schemas.openxmlformats.org/officeDocument/2006/relationships/image" Target="../media/image6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Relationship Id="rId4" Type="http://schemas.openxmlformats.org/officeDocument/2006/relationships/image" Target="../media/image6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Relationship Id="rId4" Type="http://schemas.openxmlformats.org/officeDocument/2006/relationships/image" Target="../media/image6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Relationship Id="rId4" Type="http://schemas.openxmlformats.org/officeDocument/2006/relationships/image" Target="../media/image6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Relationship Id="rId4" Type="http://schemas.openxmlformats.org/officeDocument/2006/relationships/image" Target="../media/image6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Relationship Id="rId4" Type="http://schemas.openxmlformats.org/officeDocument/2006/relationships/image" Target="../media/image6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.png"/><Relationship Id="rId4" Type="http://schemas.openxmlformats.org/officeDocument/2006/relationships/image" Target="../media/image6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Relationship Id="rId4" Type="http://schemas.openxmlformats.org/officeDocument/2006/relationships/image" Target="../media/image6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Relationship Id="rId4" Type="http://schemas.openxmlformats.org/officeDocument/2006/relationships/image" Target="../media/image7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Relationship Id="rId4" Type="http://schemas.openxmlformats.org/officeDocument/2006/relationships/image" Target="../media/image7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Relationship Id="rId4" Type="http://schemas.openxmlformats.org/officeDocument/2006/relationships/image" Target="../media/image7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Relationship Id="rId4" Type="http://schemas.openxmlformats.org/officeDocument/2006/relationships/image" Target="../media/image7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Relationship Id="rId4" Type="http://schemas.openxmlformats.org/officeDocument/2006/relationships/image" Target="../media/image7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Relationship Id="rId4" Type="http://schemas.openxmlformats.org/officeDocument/2006/relationships/image" Target="../media/image7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Relationship Id="rId4" Type="http://schemas.openxmlformats.org/officeDocument/2006/relationships/image" Target="../media/image76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Relationship Id="rId4" Type="http://schemas.openxmlformats.org/officeDocument/2006/relationships/image" Target="../media/image77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Relationship Id="rId4" Type="http://schemas.openxmlformats.org/officeDocument/2006/relationships/image" Target="../media/image7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.png"/><Relationship Id="rId4" Type="http://schemas.openxmlformats.org/officeDocument/2006/relationships/image" Target="../media/image79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.png"/><Relationship Id="rId4" Type="http://schemas.openxmlformats.org/officeDocument/2006/relationships/image" Target="../media/image8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.png"/><Relationship Id="rId4" Type="http://schemas.openxmlformats.org/officeDocument/2006/relationships/image" Target="../media/image8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.png"/><Relationship Id="rId4" Type="http://schemas.openxmlformats.org/officeDocument/2006/relationships/image" Target="../media/image8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f17034d967677d89ca97fdc72e4a4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67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11c32f82c9f63fa3585237eb97d2e8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(2024M)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(2, 8)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(1, 1)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(−3, −27)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8c466828c281024430ba1c0d23bf5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(2025M-1)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3eb8774dbc62d419ff3e75113efcd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(2025M)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22285a5c2d6694773ee1cd5f305cf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23444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5db3d0b3218245b27ebd47b980ab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938528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835ef706f20fa00f59d2e2815391c7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1938528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8e228676a02b3a07ee5b814c949c4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(2025M)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61718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9" name="Picture 8" descr="14e3bee8c3c7fcbf84af8bf1d3e14b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852574"/>
            <a:ext cx="5175504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3076" y="1861718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1" name="Picture 10" descr="f7448830f9911cab8deab83e8d4e38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852574"/>
            <a:ext cx="5175504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2565806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3" name="Picture 12" descr="4055b5f610a2b906fca095473ba659f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2556662"/>
            <a:ext cx="5175504" cy="585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23076" y="2565806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are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each side of a cube is xunits, then the rate of change of its surface area with respect to side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(2025M)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9" name="Picture 8" descr="cdf21bd8679ff52e6929731143ea90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234440"/>
            <a:ext cx="5175504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1" name="Picture 10" descr="d1a15e6f2e94abb375dd8fa98c20ca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234440"/>
            <a:ext cx="5175504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3" name="Picture 12" descr="3eff8cf6314384f902edc1c359a0c5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938528"/>
            <a:ext cx="5175504" cy="585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5" name="Picture 14" descr="38015e923b3db1307e941556645704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1938528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Let C be the circumference and A be the area of a circle. Statement 1: The rate of change of the area with respective to radius is equal to C. Statement 2: The rate of change of the area with respective to diameter is C/2.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(2026M)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61718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Only Statement 1 is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861718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Only statement 2 is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5806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Both statements are 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2565806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statements are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ac861992e8974a2e88b05f7a5a554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(2026M)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a&gt;0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a&lt;0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0&lt;a&lt;1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a&gt;1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efb559b3fa4ed9a951e775766887b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(2026M)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1c43ba4c98a3ecec3aaa27fb89c33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(2026M)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−2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458fb0c5956d52d2c73993527aa2c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(2026-1)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94b4b73c38ba72b1ff0e9c2d29aae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(2026M)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356372e169392a5253f653f48a4e4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(2026M)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9" name="Picture 8" descr="238440dd6707308d8938f955a42d88c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234440"/>
            <a:ext cx="5175504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1" name="Picture 10" descr="70d08055258a3a26784ab5817ce4133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234440"/>
            <a:ext cx="5175504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3" name="Picture 12" descr="ba6e79e57d959dba417e95345705518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1938528"/>
            <a:ext cx="5175504" cy="585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5" name="Picture 14" descr="2764bc6625dd8b680f2cd3b71c2420f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1938528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bc6dd32250f5fa6fcc741ecbcd6dab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(2026M)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of change of area of circle with respect to its radius ‘r’ at r = 6 cm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(2026M,2024-2)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9" name="Picture 8" descr="a4aae4acbdffbfbc08adc535dd6916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234440"/>
            <a:ext cx="5175504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1" name="Picture 10" descr="1f74f6e8240cc656ea64cd2c390d3d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234440"/>
            <a:ext cx="5175504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3" name="Picture 12" descr="2d7c34b00711c657c986c13df3a908a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938528"/>
            <a:ext cx="5175504" cy="585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5" name="Picture 14" descr="514d5b96f1c231aa9af6c40e40d4b51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1938528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of the following graph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(2026M)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9" name="Picture 8" descr="c55db3d0b3218245b27ebd47b980ab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234440"/>
            <a:ext cx="5175504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c55db3d0b3218245b27ebd47b980ab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938528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7ed66cd0cfc5c22cd617e35220357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(2026M)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5311a3c5a74e98f0234a1ea658d04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23444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5311a3c5a74e98f0234a1ea658d04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38528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1112c23e6f0ebf267a0df304c331b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(2024-1)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do not have maximum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4eae2e9eaa1c4ff3694edf5b3673b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(2024-3)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248dfd66cc56c734baad7075089d6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46593290f5ce4534f0d3176bbb462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(2025-2)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3eedb891ffdd1ca426e913e102d7fd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(-∞,2)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[2,∞)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(-∞,∞)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e0c85af49acae4f40db34d4f02948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(2025-3)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3 cm/sec.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18 cm/sec.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8 cm/sec.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6 cm/sec.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01ceb46e0817311e5a6dbd6c85b16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(2026-1)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9" name="Picture 8" descr="218286ac48a1cb3a6df905a7ba7c8e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539849"/>
            <a:ext cx="5175504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3076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1" name="Picture 10" descr="be8791e104854fec2ae8cf649ab5d4d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539849"/>
            <a:ext cx="5175504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3" name="Picture 12" descr="897f2e4c8731b8a406dfb9db9fb711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2243937"/>
            <a:ext cx="5175504" cy="9022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23076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5" name="Picture 14" descr="80e4c3021d534871c2d0d466a83b064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2243937"/>
            <a:ext cx="5175504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d41dabfd6c8899025c5a825184b5e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a529db2dad81fe3740e96b3fb1fb6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(2023m)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d41dabfd6c8899025c5a825184b5e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6b1ab85538628cf2a12f9f2ff233f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(2026-1)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64dfd15e8a4c908ca35039cc8cb11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(2014,2019)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bf108eeb28343b0516ea8e5dc3bd4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(2014s,2020)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4189b59c5baaa3c2793506d7a30758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(2015)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2043cb6fa2d6dd3921121eb24ff7e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(2015s)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739b778dd920713752fd56f75e720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(2016)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505b96f52422370da6fa7ffe72ce5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(2016s,2019s,2025-2)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19614921a032735d115cfdd58b09b7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(2017)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5dc3399af613738b2cd0ff52996b4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(2018,2021m)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0d544009fc3462a19f9c2253b5200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(2017s)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d6c522c2f90a1b7f38b20074b35bc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(2020)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2fbffb34913282bb05edbee2667e8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(2021m)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11f565ac10098cde360f55b704426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(2022)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8f74563ae79af5f14423d712c6c8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(2022m,2024-2,2025m)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radius of circle is increasing at the rate of 0.7 cm/what is the rate of increase of its circumference?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(2024-1,3,2026-1)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7df48f209135a59567e49fbbccf28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(2024-3)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163c2f5bd2e4ddbb1aab74e7a473d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(2024-2)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930127d49ace16cf9a11fd1a36f46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(2025-1)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balloon which always remains spherical has a variable radius. Find the rate at which its volume is increasing with radius when the radius is 10 cms.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(2025-1)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92269fa0a0aab91f2ad6abf758782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(2025-2)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2d0a29e7c0caccab474a4f8dee155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b936a1523319ece59abd528d803ad1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(2025-3)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8dd33dcae99b4f874e860a8297dd20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(2022)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9659a0f8b1ddb39ee9dbbe319d266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(2014s,2017,2024-1)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two positive numbers whose sum is 15 and sum of whose squares is minimum.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(2015,2017s,2018s)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sum is 24 and whose product is as large as possible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(2015s,2018)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product is 100 and whose sum is minimum.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(2016)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the radius of a sphere is measured as 7 m with an error of 0.02 m, then find the approximate error in calculating its volume.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(2018s)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e3e5a341d28ace624feca165e1266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dad9b55e21d54c436f5758c01e701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(2019s,2021m)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cbf4d838e9edb2a060377d0b8ce78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63c887b9d3cfe16448d53babf0fa0d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2b1dde56c8e8d9a0841dc05b6e17a9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8cb0353c8a14bf04ac4cab4db2340d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(2024-3)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e7f77b6916ee9e2dbf15c2f224dbd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(2025-1)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man of height 2 meters walks at a uniform speed of 5 Km/hr away from a lamp post which is 6 meter high. Find the rate at which the length of his shadow increases.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(2025-2)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c56be00c88d579da026da8cd8f8e2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(2025-3)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b2b4d4adf8e01e29a2d43059db8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cd18b49efcbb10c004af625d14ea4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(2026-1)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1b337d91ee4ab42fc4456cb056dd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24ft long leans against a vertical wall. The lower end is moving away at the rate of 3ft/sec. find the rate at which the top of the ladder is moving down wars. If its foot is 8ft from the wall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(2014)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1b337d91ee4ab42fc4456cb056dd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45d658f2b1b468cf29f593dfdb4689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(2014s, 2017,2019,2021m)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1b337d91ee4ab42fc4456cb056dd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c4363c03df1c3509c98965981e842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(2015,2018s,2021m)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1b337d91ee4ab42fc4456cb056dd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sand is pouring from a pie at the rate of 12cm3/sec. the falling sand form a cone on the ground in such way that the height of the cone is always one-sixth of the radius of the base. How fast is the height of the sand cone increasing when the height is 4 cm.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(2015s,2018,2017s,2018s,2020)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1b337d91ee4ab42fc4456cb056dd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667f10145ca8a562fc24c61289169a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11497056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(2016,2022)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71b337d91ee4ab42fc4456cb056dd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175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5m long is leaning against a wall. The bottom of the ladder is pulled along the ground, away from the wall, at the rate of 2 cm. how fast is its height on the wall decreasing when the foot of the ladder is 4m away from the wall?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1352" y="777240"/>
            <a:ext cx="3200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i="1" b="0">
                <a:solidFill>
                  <a:srgbClr val="8AC4FF"/>
                </a:solidFill>
                <a:latin typeface="Georgia"/>
              </a:rPr>
              <a:t>(2016s,2023m)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