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Assuming complete dissociation, the value of van’t Hoff factor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a blood cell placed in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 of concentration more than 0.9% (w/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≈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values for Ar(g)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,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 are 40.39, 1.67, 1.83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most diluted solution is (molar mass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58.5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 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2% (w/w)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ppm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and the reason is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but the reason is not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/Z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/Z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/C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Lead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(ii)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Hydrogen(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gas (iii)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Zinc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(iv)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-O2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Zinc – Mercury amalgam(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i-a, ii-b, iii-c, iv-d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i-b, ii-a, iii-d, iv-c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i-c, ii-d, iii-a, iv-b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Saturated solution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 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m) of solution increases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Cu displaces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gas from dilute acids.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ions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get reduced more easily than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E° values of 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Fe, Z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Zn, and 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Sn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respectively. Which of these metals can displace iron from an 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product formed at the anode during the electrolysis of aqueous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quantity of electricity required for the reduction of one mole of A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I</m:t>
                    </m:r>
                    <m:r>
                      <m:t>N</m:t>
                    </m:r>
                    <m:r>
                      <m:t>E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Arrhenius equation k=e−Ea/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decreases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decreasing activation energy and decreasing temperature.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\$\log {k}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increases by a factor of 8 when the concentrations of both the reactants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B.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Hg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disappearance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 catalyst alters the activation energy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collisions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of a chemical reaction having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overall order of a reaction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for a reaction with the rate law Rate=k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constant of a reaction is k = 2.3 ×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 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 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 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slope of the Arrhenius plot (\$\log {k}$ versus $1/T)$ for a given reaction is found to be −2000 K. What
is the activation energy $(E$ₐ) of the reaction in J mo$l^{-1}$? (Given R = 8.314 J $K^{-1}$mo$l^{-1}$)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38,314.5 J 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(or 38.3 kJ 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19,157.2 J 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76,629.0 J 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8,314.0 J mo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’ if the total order of the reaction,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a:r>
              <a:rPr lang="en-US" sz="5000" b="1">
                <a:solidFill>
                  <a:srgbClr val="FAD02C"/>
                </a:solidFill>
                <a:latin typeface="Arial"/>
              </a:rPr>
              <a:t>D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F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K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neutral or faintly alkaline medium,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aqueous solution, copper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Potassium permanganate oxidizes sulphurous acid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sSup>
                      <m:e>
                        <m:r>
                          <m:t>7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sSup>
                      <m:e>
                        <m:r>
                          <m:t>3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aqueous solution of a transition metal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colorless. The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electronic configuration of Cu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whereas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equally stable.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magnetic moment of an element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1.73</m:t>
                    </m:r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reduced by one mole of 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Z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N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Z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 the following alkyl halides, which is more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Assertion: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Reason: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proceeds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and reason is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but reason is not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Prevent the reaction of chloroform with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to form extremely poisonous gas carbonyl chloride.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7</m:t>
                        </m:r>
                      </m:sub>
                    </m:sSub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ds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Carbon tetrachloride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Fire extinguisher (2) Iodoform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Antiseptic (3) Chloroform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Solvent for fats (4) Methylene 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Paint remover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R - 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(dry acetone) 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Swartz reaction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Finkelstein reaction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Sandmeyer’s reaction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Tertiary alkyl halides are least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reaction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F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alkyl halides will undergo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O</m:t>
                    </m:r>
                    <m:r>
                      <m:t>H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compound P with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reaction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presence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compound Q. Compound Q on heating with Cu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point of 78°C. On boiling ‘A’ with conc.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decolorizes bromine water and alkaline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(Reaction involving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  <m:r>
                      <m:t>300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How many alcohols with molecular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10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high boiling point of ethanol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compared to methoxy methane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Cobalt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.5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.6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.3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&lt;P (Pairing energy), for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coordination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Br,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antibonding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Chloridobis(ethylenediamine)nitritoCobaltate(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bond between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Ambidentate nature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ligand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two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 configuration of an octahedral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coordination entity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geometry of the complex 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isomerism exhibited by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complex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Di-chloridodiethylene diamine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Bis (ethane-1,2-diamine) dichlorido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ionization isomer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sulphato 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6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Energy,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5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t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sSup>
                      <m:e>
                        <m:r>
                          <m:t>g</m:t>
                        </m:r>
                      </m:e>
                      <m:sup>
                        <m:r>
                          <m:t>4</m:t>
                        </m:r>
                      </m:sup>
                    </m:s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oxidation number of Cu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complexes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iron in 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terminal and bridged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ligands in 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O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C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H</m:t>
                    </m:r>
                    <m:sSup>
                      <m:e>
                        <m:r>
                          <m:t>4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-CH2-CH2-NH2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statements regarding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A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