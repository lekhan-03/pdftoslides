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Cambria"/>
              </a:defRPr>
            </a:pPr>
            <a:r>
              <a:rPr lang="en-US" sz="4400" b="1">
                <a:solidFill>
                  <a:srgbClr val="FAD02C"/>
                </a:solidFill>
                <a:latin typeface="Cambria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Cambria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45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In photoelectric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increase in the intensity of light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ν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statements given below are related to the properties of photons: I. photons are electrically neutral.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photons are undeflected by electric and magnetic fields.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photons are light waves.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In photon particle collision, total energy and momentum are not conserved.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Only statements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Only statements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Only statements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Only statements I and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 </a:t>
            </a:r>
            <a:r>
              <a:rPr lang="en-US" sz="1600" b="1">
                <a:solidFill>
                  <a:srgbClr val="F0F0F0"/>
                </a:solidFill>
                <a:latin typeface="Cambria"/>
              </a:rPr>
              <a:t>are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If Planck’s constant and basic unit of electric charge are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‘h’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‘e’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respectively, then in photoelectric effect, the graph between stopping potential (V0 ) and frequency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 is a straight line with slope equal to 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-particle, a proton, an electron and a neutron are moving with the same velocity. Then the particle having longest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-particle.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-particle, a proton, an electron and a neutron are moving with the same speed. Then the particle having shortest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 b="1">
                <a:solidFill>
                  <a:srgbClr val="F0F0F0"/>
                </a:solidFill>
                <a:latin typeface="Cambria"/>
              </a:defRPr>
            </a:pPr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 b="1">
                <a:solidFill>
                  <a:srgbClr val="F0F0F0"/>
                </a:solidFill>
                <a:latin typeface="Cambria"/>
              </a:rPr>
              <a:t>-particle.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What is the conclusion of Davison and Germar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on the nature of electron?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for the de Broglie wavelength of a particle of mass m moving with a speed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Define:
Photoelectric work function
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for de-Broglie wave length of electrons in terms of electric potential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terms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What are matter waves? Write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for De-Broglie wavelength of a particle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terms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Calculate de Broglie wavelength associated with an electron moving with a speed of 2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Given h = 6.625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m = 9.11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kg.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Write any three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Define work function.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Deduce an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for total energy of electron in an orbit of hydrogen atom in terms of radius of orbit.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Write Einstein’s equation of photoelectric effect. Give Einstein’s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of photoelectric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Define:
Work function
Threshold frequency
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What is photoelectric effect? Write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(i) Give Einstein’s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of photoelectric effect. (2023)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(ii) Mention any two properties of photons.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a) What is meant by photoelectric effect? (b) Mention any two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observations of photoelectric effect.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(c)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the terms.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work function of cesium metal is 2.14 ev. When light of frequency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Hz is incident on the metal surface, photoemission of electrons occurs. Find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Energy of incident photons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Maximum kinetic energy of photoelectrons.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Given, Planck’s constant h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Js, 1 ev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Light of frequency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8.41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Hz is incident on a metal surface. Electrons with their maximum speed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7.5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are ejected from the surface. Calculate the threshold frequency for photoemission of electrons. Also find the work function of the metal in electron volt (eV). Given Planck’s constant h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 mass of the electron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Kg.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Light of frequency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7.21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Hz is incident on a metal surface. The cut-off wavelength for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photoelectric emission from the metal surface is 540 nm.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Determine the maximum speed of the photoelectrons emitted from the surface.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(Given: h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Js, mass of an electron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kg).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work function of caesium is 2.14 eV. Find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(a) the threshold frequency for cesium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(b) the wavelength of the incident light if the photocurrent is brought to zero by a stopping potential of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0.60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work function of a metal is 2.20 eV when radiation of frequency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6.50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Hz incident on the metal surface photo emission of electrons occurs. Calculate a) energy of incident photon and b) stopping potential of photoelectrons. (Given h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Js and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e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C)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When a light radiation of energy 3 eV falls on metal surface, photoelectrons with a maximum kinetic energy 1eV are emitted from the surface. Find the threshold frequency for the metal surface. (Given: Planck’s constant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;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) Charge on the electron e =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C)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Cambria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Cambria"/>
              </a:defRPr>
            </a:pPr>
            <a:r>
              <a:rPr lang="en-US" sz="1800" b="1">
                <a:solidFill>
                  <a:srgbClr val="FAD02C"/>
                </a:solidFill>
                <a:latin typeface="Cambria"/>
              </a:rPr>
              <a:t>The work function of cesium metal is 2.14 ev. When light of frequency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Hz is incident on cesium surface, find the maximum kinetic energy of photoelectrons emitted.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(Given: Planck’s constant, h=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and e = 1.6</a:t>
            </a:r>
            <a:r>
              <a:rPr lang="en-US" sz="1800" b="1">
                <a:solidFill>
                  <a:srgbClr val="FAD02C"/>
                </a:solidFill>
                <a:latin typeface="Cambria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Cambria"/>
              </a:rPr>
              <a:t>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