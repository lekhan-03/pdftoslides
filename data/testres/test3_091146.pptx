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y = x³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f(x)=log(sin x)is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((3π)/(2))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the following statements for the given function y = f(x)defined on an interval Iand c∈I, at x=c I.f^(′)(c)=0 and f^(″)(c)&lt;0⇒fattains local maxima II.f^(′)(c)=0 and f^(″)(c)&gt;0⇒fattains local minima III.f^(′)(c)=0 and f^(″)(c)=0⇒fattains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 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6x²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3x²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Function f(x) = a^(x) 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R(x) = 3x² + 36x + 5, then the marginal revenue when x = 15 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given by f(x) = x³, x∈[-2,2]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 of ∣x∣in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is……πcm²/cm.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per sec ond with respect to its radius r when r = 3 cm (in cm²/s)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values of the function f(x) = x, x∈[0,1]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on the curve x² = 2y 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(2√(2))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(2√(2))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f(x) = x, x∈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 given by f(x)=|x|, x∈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R(x) = 3x² + 36x + 5. The marginal revenue when x = 15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f(x) = x² − 4x + 6 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S=t³ + 3t²+6t-18,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The function f(x) = x² is decreasing in the interval (0,∞). Statement II: Any function y = f(x) is decreasing if (dy)/(dx)&lt;0.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true and Statement II 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false and Statement II 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normal to the curve y = 2x²− 3sin x at x = 0 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f(x) = x³ 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Approximate √(36.6) 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$y = \frac{x^{-1}}{x^{-2}}, x$≠2 at x = 10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√(49.5)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(25)^((1)/(3))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of given by f(x) = 2x²–3x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y = x³–x at x = 2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points on the curve $\frac{x^{2}}{4}+\frac{y^{2}}{25} = 1$ at which the tan gents are parallel to x–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g(x) = x² + 3x.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√(25.3)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g(x) = x³ − 3x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the function f(x)=cos x is decreasing in (0, π)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given by R(x) = 3x² + 36x + 5.Find the marginal revenue when x = 5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f(x) = 4x³ − 6x − 72x + 30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the function f(x) = x³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Differentiate sin 2x + cos 2y = 1 with respect to x.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f(x) = 2x³–3x²–36x + 7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 at which the tan gent to the curve y = √(4x − 3) − 1 has its slope (2)/(3)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f(x) = 4x³ − 6x²–72x + 30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f(x) = (x − 2)²(x + 4)³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f(x) = x² − 4x + 6 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local maximum and local minimum values of the function f given by f(x) = 3x⁴ + 4x³ − 12x² + 12.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2x³ − 24x + 107 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and minimum values of a function f given by f(x) = 2x³ − 15x² + 36x + 1 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length x of a rectangle is decreasing at the rate 5cm/min and width y is increasing at the rate of 4cm/min when x= 8cm and y = 6 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moves along the curve 6y = x³ + 2. Find the points on the curve at which the y-coordinate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length x of a rectangle is decreasing at the rate of 3cm/min and the width y is increasing at the rate of 2 cm/min, when x= 10cm and y = 6 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