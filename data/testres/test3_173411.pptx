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1.png"/><Relationship Id="rId4" Type="http://schemas.openxmlformats.org/officeDocument/2006/relationships/image" Target="../media/image5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1.png"/><Relationship Id="rId4" Type="http://schemas.openxmlformats.org/officeDocument/2006/relationships/image" Target="../media/image5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5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6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1.png"/><Relationship Id="rId4" Type="http://schemas.openxmlformats.org/officeDocument/2006/relationships/image" Target="../media/image7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7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7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8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Relationship Id="rId4" Type="http://schemas.openxmlformats.org/officeDocument/2006/relationships/image" Target="../media/image9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Relationship Id="rId4" Type="http://schemas.openxmlformats.org/officeDocument/2006/relationships/image" Target="../media/image9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Relationship Id="rId4" Type="http://schemas.openxmlformats.org/officeDocument/2006/relationships/image" Target="../media/image9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a1b227c6bc36cf2e81caca709044d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c466828c281024430ba1c0d23bf5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affc2908fe2d98f32f485d93700daa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7d9b2c5d5d9a8b9b6345ea2b7a300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f22285a5c2d6694773ee1cd5f305cf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c55db3d0b3218245b27ebd47b980ab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6835ef706f20fa00f59d2e2815391c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e228676a02b3a07ee5b814c949c4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e3bee8c3c7fcbf84af8bf1d3e14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5257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448830f9911cab8deab83e8d4e38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85257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055b5f610a2b906fca095473ba659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556662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d90607ac3dfa329594eff45d42e7af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2556662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96282a13778cd168ce8439dbaf073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631168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df21bd8679ff52e6929731143ea90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539849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1a15e6f2e94abb375dd8fa98c20ca8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539849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eff8cf6314384f902edc1c359a0c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243937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8015e923b3db1307e941556645704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2243937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fb3d39dc89f5968baa30f50f8b1ae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ac861992e8974a2e88b05f7a5a554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fb0a33136f11fb7a10dad648a811ce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efb559b3fa4ed9a951e775766887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da9cde3438c4f93efb824b959dabc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2243937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1c43ba4c98a3ecec3aaa27fb89c33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9e4de89bdae46f2e0693f68fc1d747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458fb0c5956d52d2c73993527aa2c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 (2026-1)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31e488fa8e7fc6d4dcd12dafc7850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e8363c7ec52f36ae8c803aabecc84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38440dd6707308d8938f955a42d88c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539849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0d08055258a3a26784ab5817ce413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539849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a6e79e57d959dba417e95345705518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243937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764bc6625dd8b680f2cd3b71c2420f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2243937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16089f03f58b8470ce4abeabfd5d2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2b442ebf1e1a102bbfed8a1eb75e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4aae4acbdffbfbc08adc535dd6916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f74f6e8240cc656ea64cd2c390d3d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d7c34b00711c657c986c13df3a908a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14d5b96f1c231aa9af6c40e40d4b51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4c24feaf5338b2369434f9af81a53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5db3d0b3218245b27ebd47b980ab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c55db3d0b3218245b27ebd47b980ab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1228bff682b3dd7b60a2bba0bef33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85311a3c5a74e98f0234a1ea658d04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85311a3c5a74e98f0234a1ea658d04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adc57475784a46768c31270301dd5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3de53515c6f8d76195bd08ff9a6b6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248dfd66cc56c734baad7075089d6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 (2025)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5c7589bf8eef7f4d484f5b5f37e22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0302d6d060aff48d4df9ed667d9ee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c9b0b1d587bc71f511c5061dcdde7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366399c27fa569c631fce9bb5c575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18286ac48a1cb3a6df905a7ba7c8e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539849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e8791e104854fec2ae8cf649ab5d4d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539849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f2e4c8731b8a406dfb9db9fb711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243937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0e4c3021d534871c2d0d466a83b064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2243937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d41dabfd6c8899025c5a825184b5e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301a4929433c655bf190b9e0dfc02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d41dabfd6c8899025c5a825184b5e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25b6ca528bb6769eed3f2ca6624b6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e983fcc2ce6b5f13a96d7186a331b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7cde855537bca40eea77d42201173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b64bec685e00c6e4e0ba7a24644ca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abb2741d19297a9dfefcd94af6c22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4c40d7240599af4894efd6a7cdef2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ef43865f25a9a4822c69e8f43608dd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789f63aa33ea3f7c2cf3803471146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53a565b992840ca66ffe15d53165f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fbf245dbae9bff09f93a2563c8dae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09434a1593d6949f12b36ef89536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b4568605839f3757a3921e06f80c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ad47bd668fbabf96770c87c28f251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e1c9ec8630de3631941e38448f0d8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 (2024-1,3,2026-1)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1a02caff6754ff81ca629c0e009cb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a76fc12df14d81c551895ed4f0ff5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d4b55cd30025786cd219d88f9ae02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 (2025-1)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654929a91fce5ac6a628a1f98f99c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b6e53b0192e3b15cdb9a32fe6edf1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b955c745490ecd51dd55c0f7191d5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eb4ebd7c3c260dddf9f88d968e81c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 (2015,2017s,2018s)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 (2015s,2018)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 (2016)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 (2018s)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e3e5a341d28ace624feca165e1266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32def2755311917db96a6f2519c62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cbf4d838e9edb2a060377d0b8ce78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3c887b9d3cfe16448d53babf0fa0d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2b1dde56c8e8d9a0841dc05b6e17a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ef66cb62c6050c06be2c01c414be9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20798fdf875e320b6e7b4fdf1fcc8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 (2025-2)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9fef14af97d8b72dd200833d8ce46d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8f8d2d544efefd7b68a05448477b2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 (2014)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f32d6617aad7837f31de6aa9dfe24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cb25235872e460bb72fda872c10f3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 (2015s,2018,2017s,2018s,2020)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5b7cf7bc64f490096d34ccf9758e3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97056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 (2016s,2023m)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