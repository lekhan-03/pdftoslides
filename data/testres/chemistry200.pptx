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Assuming complete dissociation, the value of van't Hoff factor for Na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Consider a blood cell placed in a NaCl solution of concentration more than 0.9% (w/V). Which 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0.1M 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&gt;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PO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PO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≈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PO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=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PO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KH values for Ar(g), CO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(aq), HCHO (aq), and 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(aq) are 40.39, 1.67, 1.83 × 10-3, and 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&lt; HCHO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diluted solution is (molar mass of NaCl = 58.5 g mol-1)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Henry's constant KH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Value of Henry's constant (KH)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KNO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E°cell - 0.0295 log (Cu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+/Zn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E°cell - 0.0295 log (Cu/Zn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E°cell - 0.0295 log (Zn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+/Cu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E°cell - 0.0295 log (Cu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+/Zn)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E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1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 ΔG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1800" b="1">
                <a:solidFill>
                  <a:srgbClr val="FAD02C"/>
                </a:solidFill>
                <a:latin typeface="Arial"/>
              </a:rPr>
              <a:t> 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ΔG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&gt;0 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ΔG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&lt;0 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ΔG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&gt;0 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ΔG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&lt;0 and Keq&gt;1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(iv)  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-O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Lead (Pb)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Hydrogen(H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) 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Zinc (Zn)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Zinc – Mercury amalgam(Zn(Hg))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Saturated solution of KNO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 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K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is greater than that of NO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NO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3-</a:t>
            </a:r>
            <a:r>
              <a:rPr sz="1600" b="0">
                <a:solidFill>
                  <a:srgbClr val="F0F0F0"/>
                </a:solidFill>
                <a:latin typeface="Arial"/>
              </a:rPr>
              <a:t> is greater than that of K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both K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and NO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3-</a:t>
            </a:r>
            <a:r>
              <a:rPr sz="1600" b="0">
                <a:solidFill>
                  <a:srgbClr val="F0F0F0"/>
                </a:solidFill>
                <a:latin typeface="Arial"/>
              </a:rPr>
              <a:t> 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 is highly soluble in water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Conductivity (κ) of a solution decreases with dilution. Statement II: Molar conductivity (λm) of solution increases with dilution. 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Cu displaces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gas from dilute acids. Statement II: ions Cu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1800" b="1">
                <a:solidFill>
                  <a:srgbClr val="FAD02C"/>
                </a:solidFill>
                <a:latin typeface="Arial"/>
              </a:rPr>
              <a:t> get reduced more easily than H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E° values of Fe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1800" b="1">
                <a:solidFill>
                  <a:srgbClr val="FAD02C"/>
                </a:solidFill>
                <a:latin typeface="Arial"/>
              </a:rPr>
              <a:t> / Fe, Zn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1800" b="1">
                <a:solidFill>
                  <a:srgbClr val="FAD02C"/>
                </a:solidFill>
                <a:latin typeface="Arial"/>
              </a:rPr>
              <a:t> / Zn, and Sn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1800" b="1">
                <a:solidFill>
                  <a:srgbClr val="FAD02C"/>
                </a:solidFill>
                <a:latin typeface="Arial"/>
              </a:rPr>
              <a:t> / Sn are -0.44V, -0.76V, and -0.14V respectively. Which of these metals can displace iron from an Fe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1800" b="1">
                <a:solidFill>
                  <a:srgbClr val="FAD02C"/>
                </a:solidFill>
                <a:latin typeface="Arial"/>
              </a:rPr>
              <a:t>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product formed at the anode during the electrolysis of aqueous NaCl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quantity of electricity required for the reduction of one mole of Al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3+</a:t>
            </a:r>
            <a:r>
              <a:rPr sz="1800" b="1">
                <a:solidFill>
                  <a:srgbClr val="FAD02C"/>
                </a:solidFill>
                <a:latin typeface="Arial"/>
              </a:rPr>
              <a:t> 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BaCl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2NO(g) + 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(g) → 2NO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(g), the following initial-rate data were obtained. Choose the rate 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k[NO]2 [O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[O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k[NO]2 [O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Consider the Arrhenius equation k=e−Ea/RT 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log 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[A][B]2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[A]2[B]2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 [A]2[B]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𝐾 [A] [B]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 Hg + 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→ HgCl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, 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disappearance of 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HgCl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 period is also doubled. Statement II: For a first-order reaction, the half-life period is independent of the initial 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order of a chemical reaction having the rate expression, Rate = k[A] [B]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overall order of a reaction which has the rate expression Rate = K[A]1/2[B]3/2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constant of a reaction is k = 2.3 × 10-5 L mol-1 s-1.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dm-3 s-1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mol-1 dm3 s-1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2k / [R]0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[R]0 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[R]0 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value of ‘x' if the total order of the reaction, which has the rate expression: Rate = k [A]ˣ [B]2ˣ 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]1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ScCl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, TiCl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, and ZnCl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, 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Fe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Fe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neutral or faintly alkaline medium, KMnO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oxidizes iodide ions into iodate. The 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aqueous solution, copper (I) 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Potassium permanganate oxidizes sulphurous acid (H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aqueous solution of a transition metal ion M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is colorless. The ion M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Sc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Sc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Sc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electronic configuration of Cu (II) is 3d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9</a:t>
            </a:r>
            <a:r>
              <a:rPr sz="1800" b="1">
                <a:solidFill>
                  <a:srgbClr val="FAD02C"/>
                </a:solidFill>
                <a:latin typeface="Arial"/>
              </a:rPr>
              <a:t>, whereas Cu(I) is 3d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10</a:t>
            </a:r>
            <a:r>
              <a:rPr sz="1800" b="1">
                <a:solidFill>
                  <a:srgbClr val="FAD02C"/>
                </a:solidFill>
                <a:latin typeface="Arial"/>
              </a:rPr>
              <a:t>. Which of the following 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magnetic moment of an element is 1.73 BM. 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MnF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number of moles of K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Cr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7</a:t>
            </a:r>
            <a:r>
              <a:rPr sz="1800" b="1">
                <a:solidFill>
                  <a:srgbClr val="FAD02C"/>
                </a:solidFill>
                <a:latin typeface="Arial"/>
              </a:rPr>
              <a:t> reduced by one mole of Sn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2+</a:t>
            </a:r>
            <a:r>
              <a:rPr sz="1800" b="1">
                <a:solidFill>
                  <a:srgbClr val="FAD02C"/>
                </a:solidFill>
                <a:latin typeface="Arial"/>
              </a:rPr>
              <a:t> 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Zn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  <a:r>
              <a:rPr sz="1600" b="0">
                <a:solidFill>
                  <a:srgbClr val="F0F0F0"/>
                </a:solidFill>
                <a:latin typeface="Arial"/>
              </a:rPr>
              <a:t>, Ni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1600" b="0">
                <a:solidFill>
                  <a:srgbClr val="F0F0F0"/>
                </a:solidFill>
                <a:latin typeface="Arial"/>
              </a:rPr>
              <a:t>, 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1600" b="0">
                <a:solidFill>
                  <a:srgbClr val="F0F0F0"/>
                </a:solidFill>
                <a:latin typeface="Arial"/>
              </a:rPr>
              <a:t>, Cu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  <a:r>
              <a:rPr sz="1600" b="0">
                <a:solidFill>
                  <a:srgbClr val="F0F0F0"/>
                </a:solidFill>
                <a:latin typeface="Arial"/>
              </a:rPr>
              <a:t>, Cu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3+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alkyl halides, which is more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reactions do not proceed with retention. Reason: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proceeds in single steps. 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MgCl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MgCl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CO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to form extremely poisonous gas carbonyl chloride.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7</a:t>
            </a:r>
            <a:r>
              <a:rPr sz="1600" b="0">
                <a:solidFill>
                  <a:srgbClr val="F0F0F0"/>
                </a:solidFill>
                <a:latin typeface="Arial"/>
              </a:rPr>
              <a:t>I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(1)  Carbon tetrachloride (CCl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(2)  Iodoform (CHI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(3)  Chloroform (CHCl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(4)  Methylene chloride (CH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Cl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Fire extinguisher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Antiseptic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Solvent for fats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Paint remover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R - X + NaI (dry acetone) → RI + NaX, 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 - CoF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Sandmeyer's reaction - CuCl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Tertiary alkyl halides are least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C=CH-Cl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IUPAC 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reaction 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Br + AgF → 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F + AgBr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alkyl halides will undergo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1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)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C-I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compound P with formula C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 on reaction with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O in presence of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gives the compound Q. Compound Q on heating with Cu at 573K produces the compound R. 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organic compound ‘A' containing C, H, and O has a pleasant odor with a boiling point of 78°C. On boiling ‘A' with conc. 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, a colorless gas is produced which decolorizes bromine water and alkaline KMnO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. 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COOCH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out the product of the following reaction: (Reaction involving NaOH, 623K, 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many alcohols with molecular formula C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10</a:t>
            </a:r>
            <a:r>
              <a:rPr sz="1800" b="1">
                <a:solidFill>
                  <a:srgbClr val="FAD02C"/>
                </a:solidFill>
                <a:latin typeface="Arial"/>
              </a:rPr>
              <a:t>O 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OC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OCH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 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CuSO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S and Pyridine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high boiling point of ethanol [C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OH] compared to methoxy methane [CH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OCH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] 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role of CO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in Kolbe's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OH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2+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Cobalt (III) chloride forms several octahedral complexes with ammonia. Which of the 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.4NH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.5NH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.6NH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CoCl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.3NH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Δ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o</a:t>
            </a:r>
            <a:r>
              <a:rPr sz="1800" b="1">
                <a:solidFill>
                  <a:srgbClr val="FAD02C"/>
                </a:solidFill>
                <a:latin typeface="Arial"/>
              </a:rPr>
              <a:t>&lt;P (Pairing energy), for the 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ion, an entry of the 4th electron gives the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e2g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e0g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coordination compound [CoCl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(en)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]Br, the primary and secondary valencies of Co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Fe(CO)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, 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IUPAC name of [CoCl(en)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ONO]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Square planar complex of the type [MABXL] (where A, B, X, L are unidentate)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Square planar complex of the type MABXL (where A, B, X, L are unidentates) shows 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bond between CO 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complex [Pt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] 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complex [PtCl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.4NH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Br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] is treated with excess of AgNO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 solution, and two moles of AgBr is precipitated. The primary and secondary 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complex PtCl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.4NH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Br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is treated with excess of AgNO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 solution, two mole of AgBr is precipitated. The primary and secondary 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complexes [Co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] [Cr (CN)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] and [Cr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] [Co (CN)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6</a:t>
            </a:r>
            <a:r>
              <a:rPr sz="1800" b="1">
                <a:solidFill>
                  <a:srgbClr val="FAD02C"/>
                </a:solidFill>
                <a:latin typeface="Arial"/>
              </a:rPr>
              <a:t>] are examples of 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electron configuration of an octahedral 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coordination entity with Δ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1800" b="1">
                <a:solidFill>
                  <a:srgbClr val="FAD02C"/>
                </a:solidFill>
                <a:latin typeface="Arial"/>
              </a:rPr>
              <a:t> 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geometry of the complex Fe (CO)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isomerism exhibited by complexes [Co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] Br and [Co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Br]SO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IUPAC name of the complex ion [CoCl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(en)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] +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IUPAC name of the ionization isomer of [Co (NH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5</a:t>
            </a:r>
            <a:r>
              <a:rPr sz="1800" b="1">
                <a:solidFill>
                  <a:srgbClr val="FAD02C"/>
                </a:solidFill>
                <a:latin typeface="Arial"/>
              </a:rPr>
              <a:t> SO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magnitude of CFSE (Crystal Field Splitting Energy) (Δ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1800" b="1">
                <a:solidFill>
                  <a:srgbClr val="FAD02C"/>
                </a:solidFill>
                <a:latin typeface="Arial"/>
              </a:rPr>
              <a:t>) can be related to the 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6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magnitude of CFSE (Crystal Field Splitting Energy, Δ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0</a:t>
            </a:r>
            <a:r>
              <a:rPr sz="1800" b="1">
                <a:solidFill>
                  <a:srgbClr val="FAD02C"/>
                </a:solidFill>
                <a:latin typeface="Arial"/>
              </a:rPr>
              <a:t>) can be related to the 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3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5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&gt;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0</a:t>
            </a:r>
            <a:r>
              <a:rPr sz="1600" b="0">
                <a:solidFill>
                  <a:srgbClr val="F0F0F0"/>
                </a:solidFill>
                <a:latin typeface="Arial"/>
              </a:rPr>
              <a:t> &lt; P, the configuration is t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 e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g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number of Cu in [Cu (CN)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]3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1800" b="1">
                <a:solidFill>
                  <a:srgbClr val="FAD02C"/>
                </a:solidFill>
                <a:latin typeface="Arial"/>
              </a:rPr>
              <a:t>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primary and secondary valencies of [Fe(C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]3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1800" b="1">
                <a:solidFill>
                  <a:srgbClr val="FAD02C"/>
                </a:solidFill>
                <a:latin typeface="Arial"/>
              </a:rPr>
              <a:t> complexes are 224[M(en)(CO)] 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primary and secondary valencies of iron in the complex [Fe(C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  <a:r>
              <a:rPr sz="1800" b="1">
                <a:solidFill>
                  <a:srgbClr val="FAD02C"/>
                </a:solidFill>
                <a:latin typeface="Arial"/>
              </a:rPr>
              <a:t>]3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-</a:t>
            </a:r>
            <a:r>
              <a:rPr sz="1800" b="1">
                <a:solidFill>
                  <a:srgbClr val="FAD02C"/>
                </a:solidFill>
                <a:latin typeface="Arial"/>
              </a:rPr>
              <a:t>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terminal and bridged CO ligands in the compound [Co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(CO)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8</a:t>
            </a:r>
            <a:r>
              <a:rPr sz="1800" b="1">
                <a:solidFill>
                  <a:srgbClr val="FAD02C"/>
                </a:solidFill>
                <a:latin typeface="Arial"/>
              </a:rPr>
              <a:t>] 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SCN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EDTA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Cl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OH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EDTA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OH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Cl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Cl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OH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EDTA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OH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EDTA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CN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2-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NH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4+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N-CH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-CH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-NH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[MX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 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[MX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 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[MX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600" b="0">
                <a:solidFill>
                  <a:srgbClr val="F0F0F0"/>
                </a:solidFill>
                <a:latin typeface="Arial"/>
              </a:rPr>
              <a:t>L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