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respectively, then in photoelectric effect, the graph between stopping potential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Calculate de Broglie wavelength associated with an electron moving with a speed of 2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h = 6.625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 = 9.11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Mention any two properties of photons.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Given,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1 ev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8.41 × 1014 Hz is incident on a metal surface. Electrons with their maximum speed of 7.5 × 105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ejected from the surface. Calculate the threshold frequency for photoemission of electrons. Also find the work function of the metal in electron volt (eV). Given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mass of the electron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 7.21 × 1014 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mass of an electron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a metal is 2.20 eV when radiation of frequency 6.50 ×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1014</m:t>
                    </m:r>
                    <m:r>
                      <m:t>H</m:t>
                    </m:r>
                    <m:r>
                      <m:t>z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incident on the metal surface photo emission of electrons occurs. Calculate a) energy of incident photon and b) stopping potential of photoelectrons. (Given h = 6.63 × 10–34 Js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 = 1.6 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When a light radiation of energy 3 eV falls on metal surface, photoelectrons with a maximum kinetic energy 1eV are emitted from the surface. Find the threshold frequency for the metal surface. (Given: Planck’s constant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;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Charge on the electron e = 1.6×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00000"/>
                </a:solidFill>
                <a:latin typeface="Cambria Math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 6 × 1014 Hz is incident on cesium surface, find the maximum kinetic energy of photoelectrons emitted.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Planck’s constant, h=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e = 1.6 10–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19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