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ex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 +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-xcosx-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xcosx+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xcosx-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csc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1: The anti-derivative of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 Statement 2: The 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C. 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not a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&gt;1 with respective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csc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m:t>√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r>
                          <m:t>​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)+c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xcosx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-xsinx+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xcosx-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xsinx-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xsinx+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 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 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+cos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). dx.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-3cosx+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+tan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). dx.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+tan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). dx.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 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w.r.t.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2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sSup>
                      <m:e>
                        <m:r>
                          <m:t>x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+</m:t>
                    </m:r>
                    <m:r>
                      <m:t>9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ex dx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log(sin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m:t>√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.log(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4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w.r.t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dxas a limit of sum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xloglog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t</m:t>
                    </m:r>
                    <m:r>
                      <m:t>a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10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8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9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9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25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(1)/(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^{2}+1)) dx.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​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(a+b-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6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.dx={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dx, 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an even function 0, 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an odd function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dx}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(a+b-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6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.dx={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dx, 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(2a-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(2a-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dx}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​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(2loglog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-log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dx={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even function 0,if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)is odd function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7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dx}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 {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dx, 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an even function 0, 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an odd function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dx}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dx+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r>
                          <m:t>​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​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log(1+tan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(a+b-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