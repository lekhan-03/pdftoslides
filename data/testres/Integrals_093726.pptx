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Arial"/>
              </a:rPr>
              <a:t>Chemistry Midterm —MCQ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141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 sin 2x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−(sin2x)/(2)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−(cos2x)/(2)+c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(cos2x)/(2)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(sin2x)/(2)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03911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87451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2024M,2026,2025-2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 e ^(x)((1)/(x) − (1)/(x²))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e-x((1)/(x))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e-x((1)/(x²))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 x((1)/(x))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ex ((1)/(x²))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∫x sin x 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-xcosx-sin x+c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xcosx+sin x+c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xcosx-sin x+c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−cos x − sin x+c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for the following graph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point of inflection does not exist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−(π)/(2)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∫(1)/(x√(x² − 1)) 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sec x+C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csc⁻¹x+C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sec⁻¹x+C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csc x+C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Statement 1: The anti-derivative of ((1)/(√(1 + X²)))with respect to x is (X)/(2)√(1 + X²) + (1)/(2) log|x + √(1 + X²)| + C Statement 2: The derivative of (X)/(2)√(1 + X²) + (1)/(2) log|x + √(1 + X²)| + C. with respect to x is (1)/(√(1 + X²))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false.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true, Statement 2 is correct exp lanation for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065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1 is true, and Statement 2 is true, Statement 2 is not a correct exp lanation for Statement1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46065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are false.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value of ∫₋₁¹x⁹⁹ 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anti-derivative of (1)/(x√(x² − 1)), x&gt;1 with respective to 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sin⁻¹x+C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cos⁻¹x+C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−csc⁻¹x+C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cot⁻¹x+C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∫(2 − 3sin x)/(cos²x) dx 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2tan⁡x-3sec⁡x+c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2tan⁡x+3sec⁡x+c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2tan⁡x-2sec⁡x+c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2sec⁡x-3tan⁡x+c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∫₁^(√(3))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(2π)/(3)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(π)/(12)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∫(1 − x)/(√(x))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2√(x) + (3x^(3/2))/(2)+C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2√(x) − (2x^(3/2))/(3)+C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2√(x) + (2x^(3/2))/(3)+C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2√(x) − (3x^(3/2))/(2)+C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∫₀^(π)(sin²(x)/(2) − cos²(x)/(2))dx=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–1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–2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2024,2026M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∫e^(x)sec x(1 + tan x)dx=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e^(x)sec x+c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e^(x)sec²x+c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e^(x)tan x+c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e^(x)(1 + tan x)+c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∫xcosx 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-xsinx+cos x+c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xcosx-sin x+c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xsinx-cos x+c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xsinx+cos x+c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value of ∫₀^(π/3)(√(3))/(1 + x²)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(π)/(12)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anti-derivative of (√(x))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(1)/(3)x^(3/2) + 2x^(1/2)+c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(2)/(3)x^(3/2) + (1)/(2)x²+c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(2)/(3)x^(3/2) + 2x^(1/2)+c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(3)/(2)x^(3/2) + (1)/(2)x^(1/2)+c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value of ∫(cos 2x + 2sin²x)/(cos²x)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tan x+c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cos 2x+c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sin 2x+c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tan 2x+c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∫e^(x)(sin x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+</a:t>
            </a:r>
            <a:r>
              <a:rPr sz="1800" b="1">
                <a:solidFill>
                  <a:srgbClr val="FAD02C"/>
                </a:solidFill>
                <a:latin typeface="Arial"/>
              </a:rPr>
              <a:t> cos x) dx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 cos 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 tan 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 sin 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−e^(x) cos 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∫sec x(sec x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+</a:t>
            </a:r>
            <a:r>
              <a:rPr sz="1800" b="1">
                <a:solidFill>
                  <a:srgbClr val="FAD02C"/>
                </a:solidFill>
                <a:latin typeface="Arial"/>
              </a:rPr>
              <a:t> tan x)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sec²x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tan 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sec 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tan 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 x− tan 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- tan x− sec 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value of ∫cos ecx(cos ecx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+</a:t>
            </a:r>
            <a:r>
              <a:rPr sz="1800" b="1">
                <a:solidFill>
                  <a:srgbClr val="FAD02C"/>
                </a:solidFill>
                <a:latin typeface="Arial"/>
              </a:rPr>
              <a:t> cot x)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cot x + cos ecx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− cot x + cos ecx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− cot x−cos ecx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cot x−cos ecx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∫₀¹(1)/((1 + x²))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(π)/(4)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∫tan 2x dx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x-tan 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tan x − x+c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sec 2x − x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x–sec 2x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∫e^(x)(sin x − cos x)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−e^(x)cos x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e^(x)cos x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e^(x)sin x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e^(x)sin²x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∫e^(x)(1 + tan x + tan²x)dx=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tan x+C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e^(x)tan x+C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e^(x)sec x+C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sec x+C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value of ∫_(−(π)/(2))^((π)/(2))sin⁷x dx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∫(sin x+cos x). dx.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∫(2x-3cosx+e^(x)) dx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∫e^(x)((x⁻¹)/(x²))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74519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99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2015S,2017S,2022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 sec x(sec x+tan x). dx.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∫csc x(csc x + cot x)dx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92807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282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∫(2x² + e²)dx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∫√(x) + (1)/(√(x)) dx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∫cos 3x dx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∫((x³ − 1)/(x²))dx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Evaluate:∫(1 − x)√(x) dx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∫sec²(7 − 4x)dx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∫₂³x²dx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Evaluate:∫e^(x)sec x(sec x+tan x). dx.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Evaluate:∫√(ax + b) dx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∫₁^(e)(1)/(x) dx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Integrate sin x sin(cos x) w.r.t.x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∫₀¹(1)/(1 + x²)dx.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∫(sin²)/(1 + cos x) dx.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∫(cos 2x − cos2α)/(cos x − cosα)dx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Evaluate:∫(dx)/(x − √(x))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Evaluate:∫(x²)/(1 − x⁶)dx.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Evaluate:∫e^(x)((1)/(x) − (1)/(x²))dx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∫(1)/(sin xcos³x)dx.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Evaluate:∫₀^(π)sin²(x)/(2) − cos²(x)/(2) dx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Find:∫x²log x dx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Evaluate:∫₀¹(dx)/(√(1 − x²))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Integrate (tan⁴√(x)sec²√(x))/(√(x))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∫₀^((2)/(3))(1)/(4 + 9x²) dx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Evaluate:∫(√(tan x))/(sin xcosx) dx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Evaluate:∫(x⁻³)/((x − 1)³) ex dx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 cos 6x√(1 + sin 6x) dx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Evaluate:∫(xe^(x))/((1 + x)²) dx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Evaluate:∫(e^(x))/(1 + x²)dxwith respect to x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∫₂³(x)/(1 + x²)dx.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∫(dx)/(cos²x(1 − tan x)²)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 sin 2x.cos 3x dx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 cot x log(sin x)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∫x²log x dx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515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8869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∫(x)/((x + 1)(x + 2)) dx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Integrate ∫(2 − 3sinx)/(cos²x)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∫₁^(√(3))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∫xsec²x dx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∫(sin²x − cos²x)/(sin²x.cos²x) dx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 log(x)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∫₀^(π/2)sin²(x)/(2) − cos²(x)/(2) dx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∫(x)/((x⁻¹)(x⁻²))dx.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∫₀^(π/2)cos²x dx.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Evaluate:∫₀¹(x)/(x² + 1) dx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 cot x.log(sin x)dx.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Evaluate:∫(x³ − x² + x⁻¹)/(x⁻¹) dx.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Evaluate:∫(x³tan⁻¹(x⁴))/(1 + x⁸) dx.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∫(1)/(x + xlogx) dx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∫((x² + 1)e^(x))/((x + 1)²) dx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∫x.dx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Evaluate∫sin 3x.cos 4x.dx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Integrate x²e^(x) w.r.t x.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2015,2024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Evaluate:∫xx dx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Evaluate:∫₀²e^(x) dxas a limit of sum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421538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405079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2015S,2016S,2017S,2018,2021M,2023M,2026-1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∫(x)/((x + 1)(x + 2)) dx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∫(x)/((x⁻¹)(x⁻²))dx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∫(2x)/((x² + 1)(x² + 2))dxwith respect to x.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Evaluate:∫e^(x)((1 + sin x)/(1 + cos x))dx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∫(x)/(x² + 3x + 2)dx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2017,2018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∫e^(x)sin x dx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Evaluate:∫₀¹(x)/(1 + x²) dx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Integrate (dx)/(x(x² + 1)) with respect to x.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Evaluate:∫(xx)/(√(1 − x²)) dx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 xloglog x dx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∫₀^((π)/(2))(sinx)/(1 + cos²x) dx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2020,2021M,2023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∫((x − 3)e^(x))/((x − 1)³) dx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∫₀^((π)/(2))cos²x dx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∫xsin 3x dx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∫₀^((π)/(4))sin 2x dx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∫x.dx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∫(sin³x + cos³x)/(sin²x.cos²x) dx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 ∫(3x − 2)/((x + 1)²(x + 3))dx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∫xtan⁻¹x dx.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9728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93268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2024-2,3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∫(xsin⁻¹x)/(√(1 − x²)) dx.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Evaluate:∫(2x)/(x² + 3x + 2)dx.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∫(dx)/(x² − a²) and hence evaluate ∫(dx)/(3x² + 13x − 10)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∫(1)/(√(x² − a²))with respect to x and hence evaluate ∫(dx)/(√(x² + 6x − 7))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∫(1)/(√(x² − a²))with respect to x and hence evaluate ∫(dx)/(√(x² + 6x − 7))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√(x² + a²) with respect to x and hence evaluate ∫√(x² + 4x + 6)dx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2016,2020,2024-1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∫(1)/(x² + a²)with respect to x and hence evaluate ∫(dx)/(x² + 2x + 3)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√(x² − a²) with respect to x and hence evaluate ∫√(5 − x² + 2x)dx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√(x² − a²) with respect to x and hence evaluate ∫√(x² − 8x + 7)dx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√(a² + x²) with respect to x and hence evaluate ∫√(1 + x²) dx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(1)/(√(a² − x²)) with respect to x and hence find ∫(1)/(√(7 − 6x − x²)) dx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∫(1)/(x² + a²)with respect to x and hence evaluate ∫(dx)/(x² − 6x + 13)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2880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642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2019,2022,2024M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∫(dx)/(x² − a²)and hence evaluate ∫(dx)/(x² − 16)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√(x² + a²) with respect to x, and hence find ∫√(x² + 2x + 5) dx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∫(1)/(√(x² + a²))with respect to x and hence evaluate ∫(dx)/(√(x² + 2x + 2))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087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441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∫(dx)/(x² − a²)and hence evaluate ∫(dx)/(4x² − 9).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(1)/(√(a² − x²)) with respect to x and hence find ∫(1)/(√(9 − 25x²)) dx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(1)/(√(a² + x²)) with respect to x and hence find ∫(1)/(√((2 − x)^2+1)) dx.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∫(1)/(x² − a²)and hence evaluate ∫(dx)/(5 − x²).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(1)/(√(a² + x²)) with respect to x and hence find ∫(1)/(x² − 6x + 13)dx.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∫(1)/(x² − a²) with respect to x and hence evaluate ∫(1)/(3 − x² − 2x)dx.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integral of (1)/(a² − x²) with respect to x and hence find ∫(1)/(25 − x²) dx.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∫₀^(a)f(x).dx=∫₀^(a)f(a-x)dx and hence evaluate ∫₀^((π)/(4)) log (1 + tan x)dx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807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161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∫_(a)^(b)f(x).dx=∫_(a)^(b)f(a+b-x)dxand hence evaluate ∫_((π)/(6))^((π)/(3))(1)/(1 + √(tan x)) dx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that∫_{0}^{a} f(x).dx={2∫_{0}^{a} f(x)dx, if f(x)is an even function 0, if f(x)is an odd function and hence evaluate ∫_{-1}^{1} sin^{5}xcos^{4}x dx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13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14883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2014,2015S,2019,2021M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∫_(a)^(b)f(x).dx=∫_(a)^(b)f(a+b-x)dx and hence evaluate ∫_((π)/(6))^((π)/(3))(1)/(1 + √(tan x)) dx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that∫_{0}^{a} f(x).dx={2∫_{0}^{a} f(x)dx, if f(2a-x)=f(x) 0, if f(2a-x)= -f(x) and hence evaluate ∫_{0}^{2π} cos^{5}x dx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93852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739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2016S,2022,2026-1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∫₀^(a)f(x).dx=∫₀^(a)f(a-x)dx and hence evaluate∫₀^((π)/(2))(√(sin x))/(√(sin x)√(cos x))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∫₀^(a)f(x).dx=∫₀^(a)f(a-x)dx and hence evaluate ∫₀^((π)/(2))(2loglog sin x-log sin 2x) dx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∫₀^(a)f(x).dx=∫₀^(a)f(a-x)dx and hence evaluate∫₀^(a)(√(x))/(√(x) + √(a − x))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447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801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2018S,2024M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∫_{-a}^{a} f(x)dx={2∫_{0}^{a} f(x)dx if f(x) is even function 0,if f (x)is odd function And hence evaluate ∫_{-(π)/(2)}^{(π)/(2)} sin7x dx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65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00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2019,2023,2024-2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∫₀^(a)f(x).dx=∫₀^(a)f(a-x)dx and hence evaluate∫₀^((π)/(2))(cos⁵x)/(cos⁵x + sin⁵x) dx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that∫_{-a}^{a} f(x).dx= {2∫_{0}^{a} f(x)dx, if f(x)is an even function 0, if f(x)is an odd function and hence evaluate ∫_{-1}^{1} sin^{5}xcos^{4}x dx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∫₀^(a)f(x).dx=∫_(a)^(c)f(x)dx+∫_(c)^(b)f(x)dx and hence evaluate ∫₋₁² dx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∫₀^(a)f(x).dx=∫₀^(a)f(a-x)dx and hence evaluate ∫₀^((π)/(2))(sinx − cos x)/(1 + sin xcos x) dx.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∫₀^(a)f(x).dx=∫₀^(a)f(a-x)dx and hence evaluate ∫₀^((π)/(2))(sin^((3)/(2))x)/(2) dx.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∫₀^(a)f(x).dx=∫₀^(a)f(a-x)dx and hence evaluate ∫₀^((π)/(4)) log(1+tan x)dx.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∫₀^(a)f(x).dx=∫₀^(b)f(a+b-x)dx and hence evaluate ∫₂³(√(x))/(√(x) + √(5) − x)dx.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∫₀^(a)f(x).dx=∫₀^(a)f(a-x)dx and hence evaluate ∫₀¹x(1 − x)^(n)dx.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