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16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Relationship Id="rId4" Type="http://schemas.openxmlformats.org/officeDocument/2006/relationships/image" Target="../media/image19.png"/><Relationship Id="rId5" Type="http://schemas.openxmlformats.org/officeDocument/2006/relationships/image" Target="../media/image56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2.png"/><Relationship Id="rId4" Type="http://schemas.openxmlformats.org/officeDocument/2006/relationships/image" Target="../media/image36.png"/><Relationship Id="rId5" Type="http://schemas.openxmlformats.org/officeDocument/2006/relationships/image" Target="../media/image38.png"/><Relationship Id="rId6" Type="http://schemas.openxmlformats.org/officeDocument/2006/relationships/image" Target="../media/image19.png"/><Relationship Id="rId7" Type="http://schemas.openxmlformats.org/officeDocument/2006/relationships/image" Target="../media/image5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0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4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5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7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8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9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4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5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6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4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8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9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0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2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3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4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5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6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6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7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8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9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0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2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4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6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7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8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9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0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3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4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5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6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7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8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9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0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2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3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4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5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6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7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8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9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f17034d967677d89ca97fdc72e4a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141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c7494aebbcc47b68183d3624ffbc9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337dad513780cc7ed67568c3869e9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2ee1a911092204368ccd32df63dcd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7f02a0695ed4d4807495fa498d3d58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0cc8559ab266a1e1c2a03d0080df3a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368296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2311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(2024M,2026,2025-2)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9e0fb81f04bcf01f71dd31738ed71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e77416355e9288c4b1532ec4efc928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e15cd2d0542b6136164887747f566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bad8f8237f6f40caa186d1a19e3f37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f4b25cb9ccc368bb85683faa194ffb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8bb58ddedbc43c6c996e7b1959c541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c5b8aba3102bc6712fd84d8f30280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f9ec8c6fba52c539a5db67d8b63fc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e035c92d64f7bad444d4310572641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2b68dc72db53abc40c1a0393a5d39a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6641ac10de8dbfeaf990147068b2b0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40c804e5a8eef97d89de53177f6497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67d844fd2a1614e8173e90a6dc6a8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4b90415ef2bae05d42990c41602fe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39da43bddd34d26802463f83c3771c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9d226a2d13bf7e423ecf56556096a7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e967729d0b33239be35a742df8ef46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1cd71c51cd5def99685c4071e23df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244852"/>
            <a:ext cx="540867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2244852"/>
            <a:ext cx="540867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f28120ab132806841308b7c66b8c05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2235708"/>
            <a:ext cx="5175504" cy="121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3296412"/>
            <a:ext cx="540867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a6d199e1b815b73346388893990c1c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87268"/>
            <a:ext cx="5175504" cy="1219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3296412"/>
            <a:ext cx="540867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287e49591c9205283354aa2407b0d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cd9e1f2c6583406ac98e75cf79417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f75b44a08d77f25f60e525cb9a3fd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62509f08a3ee90361d23f001c3019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acc24cbd0508336d5d7c1263badee6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72abb0443e8fc04e4282920ddcb2f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8907fe5ebad5bd3aa5aca949c87b2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2tan⁡x-3sec⁡x+c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2tan⁡x+3sec⁡x+c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2tan⁡x-2sec⁡x+c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2sec⁡x-3tan⁡x+c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(2026M,2025-2)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eb09ff1b531974a252059e91f80c4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be2b219949e26055a603e0d54d22c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1bea29952c28e284c12a8ac0f0b31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f20898019333a677bb471862500a07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84eecd5534262b43254c7bfc10c92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d3705700a1dc29d2466bd3239bfe9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457abdb8e7f1e2e2d3939c3520976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2722e66500e491854845cb3896d304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3aa073d47fb79f40e01fae33062d7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43f59f131eac8ab6635e8abf5c9251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5e38cebaa11fd70e18ed18bab54ca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(2024,2026M)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89552232908c760875a64619ec76a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0f8e2897c6eb21262df3a6694e96e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c5994a0c3bfe2aaa5b8cf9474160a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d90b96835d9ebe71ce37b6aa8133d9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07ace1aff4c090a34f705fbe6e43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99e1607480d857f3fe04ef93cb43c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b2665635d68481412dac1ca133c81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e035c92d64f7bad444d4310572641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2ec182ab820f86864d688a9c37ecd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736d623e22cdc3a54383fd7ba536f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4f41f7c0477143861856591d15a9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0c804e5a8eef97d89de53177f6497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dc4665378a17bf79eaf1543d96d276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f20898019333a677bb471862500a07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84eecd5534262b43254c7bfc10c92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81a6ee97362761236ee144c81b4a4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765a410c9b2a322a92e454fad7d5c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82da9dbcb8b7a6e523aa90d27eb16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55e94e7dd7b6097cc3e21134ec601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598c6c1fc096acff040e5dfc0404b8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9172deef0ec6febeb991ea270cdc2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06dda7e6b5a75d59eef5a8fe7985e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40c79195260bba398751dec8a7c1e7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2c378d4fb60d2256e038497e79318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05268e6a9417d607e590204759314c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1e4c693f25ac65ff51ccabb4eeb5b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886d0c36df99f2cf19fbed612fe31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e934ed8e20fafd2fc58bc440c88a8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816a2ae148ced337a215e1be50494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1b1f3be14652d173c9b15107b69ad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692cfbaa0f79c0535fb5e3b8a5aa6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2bfcf5c9ff2303dbc5bc8ab7852da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554d18581dff4e5b434b6b10912e9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fe3416a8e65c7fc39fa841a912743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dee87292a7e6fce2d81c1cf2ec59e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194c051ffbb32ed1a6d1a84947441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d49a6e3e3c5879c5c693c510f13e27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1ee59d652f7eb476240ea67c0b075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2e228c0215b0898d87c5aaad982ae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742e39a4013759a2802297e1fd9bf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f1d64ce45facf3143ccc29037d569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be2b219949e26055a603e0d54d22c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f20898019333a677bb471862500a0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0c804e5a8eef97d89de53177f6497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dc4665378a17bf79eaf1543d96d276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645e4bcb3428d2c46a1d9d72b1166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d09489ceccd065ee4246f01acdfab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f9472e17002e3af977e34a861d25f8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10a67969d41b46b688cdcf5d1497b7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075b3ca34bf70d66396c7944dfefd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dee74028eb7af5f201f3b31d2da50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809289f42a393bdc4457e7c3db60a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04d4b462158469b4b5462ec79ee61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d7275e3dab2926d98c67d2445a549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77a58b0ac0f988bbfa0cf0b2099604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25a6fb7da7a3695970650fda87a1d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ab549805709dcda20cc9a60a50e83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9e19994bbd97daf2a86739c22429ad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daa8397c0af026a62cad2ad86b2197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4b90415ef2bae05d42990c41602fe9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(2024-3,2026-1)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c324ebbeae053703aba112b355ffe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19a01f42c1b2b9a54aa5fa6159972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b89596a5f11c3d4c4ced0d46efad8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0030970e6846ec14c6118049e0328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(2015S,2017S,2022)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7dc3486b25e086931fa68e47581b9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9f4bee2be67a63fbf91c41b28ba6f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(2016S,2020,2021M)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ab6a5e5f8c732f9750c97df4d582c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(2017)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2bde5af41637a25cafc908a3a64f0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(2017S)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6bf4ab5158ba3b1e52e834010273b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(2018)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85ac20ea3ab0cfe33f1fd49e9b49d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(2019)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f6ad518ee13ac5b35ca83e32b05e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(2019S)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e1bdcf723e8549cdcf52de692c7eb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9d46d9bac60714cad1628d0638af6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e6b95ca31880488d8b160a2126d24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(2021M)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e527db8b1b087dcde9b185c88c7e6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5efbb736b93e8f15c85a2853d87a3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c354e2fa729cef4a36b6b74df358f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d5723df18891e0daf2487c84cbb6c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(2014,2022)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9e85334c1f8dd8e05ade38f09c751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93f0e8b5583fb2099a0a96e35727e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83e77c3b700420a8c63f94ca9678d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8efc17219668cac0f51e30ae10e267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7085cdb35d119272e49b1f43bbb7a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0e9840ab2ca7d0d255bc2e0907f44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(2016,2021M)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35e47ddcbaab1a89f0fdf02caeed5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f3fbce67f61cf49ecfe09e54d22c1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e670e49815994b235bbd18d953f78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(2017)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68e02d993ba57dc973d41a5ce779f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(2017)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82abd016538c8abfec745905e98ac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(2017S)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86f449b1f85820be74b9a554ea294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(2017S)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1975288dc35ef40bd6a5d96bb432b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(2018S)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9e697337a52811e6fa63f73343044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(2018S)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d0a4372701b82295a7a2942b6df2b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(2018)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0cdb4ce8e1ec57384d9611dbf51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(2018)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23f6a7ca0f0d8ecccca561de4b295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(2019)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f916a3341207cff970b39a9b5f49d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(2019)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02589088ea544cb627dfcb3bfda9e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(2020)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8a8b420ebad120eb52333f883eadd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b631397139e1cd14102d7df553ef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(2024M,3)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fe94dff49b94691d8aebda1143d7d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e9dc9c1c1808ca88959160326a7e7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(2023,2024-1)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e0cc8e587e3abfa040d3ceeb93462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(2020,2021M)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00d91f60a99ebd5033d477d47d5c2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(2021M)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f80b4f904a05c5a9b571301de77b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(2021M)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3f9b010a1c14597e2049b0e80301d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e6c10db372d1acc1f276ead03931b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7bb6ed56a61af33d452945a4bfd6d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b066c777783169c0bcaea0759bcb6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9b4b3cd567462f324fa749940ecd2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8faac59fb375f1f5c9cbb5d386c08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2465d3d6c5cb943d3eab747da801d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d460de2b8a8f63e1b763f7a9c39aa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8cfa550d26d42f34e77133b6c2fff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(2014,2022)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71f341eafcdb577b1395849f51ec0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4399b8b9fd0a4aacbd4dc970bff71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b59646db71abc3a0e1450298435ca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417da78411e2dd68686ab67196570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(2015,2024)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16c34c89bfb311544e98a4c010248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(2015,2015S)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1e55be59b07c77e33ed6c1571f657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478231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46451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(2015S,2016S,2017S,2018,2021M,2023M,2026-1)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fe94dff49b94691d8aebda1143d7d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b0ee84165b7aa575bc9c3d95620c9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6135edd90633a8e027f369cc81589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920f3c5e22e6fc0402609e2aaa78f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(2017)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2ca02c736e082283bd21873d33e23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(2017,2018)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52e29051a714d0e3d9b8bb11afa31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(2018S,2023)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2d2ba2877e23ca4a9e05526637240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(2018S)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5689329c34ca1738c3edb3f588716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(2017S)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82b694a64fbbcd32ad0cdede04f9a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(2019)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35049fd389e235469afffe3ce64e3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(2019)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d7a3f87851cbb6753150c018b6091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(2020,2021M,2023)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f5e3ddaaa79a29a78e0a949872cef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(2020)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17fa9952c545e03d9fee259c465c4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dc523833afa30227e6e804c4899bd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(2021M,2022)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9654c277290f03f647d486b4d320c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(2021M)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4399b8b9fd0a4aacbd4dc970bff71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(2021M)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2f6848e0138a8b5573cae43f24c89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3 MARKS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62b445b9ef11383f288df886ae74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eb6b9e5abf104567882d4c69816c1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(2024-2,3)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8ff1c5f095c8aa77cdb6dc270aec8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8180256a0d840421991129ca0ad0c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a524ebe1ac22b92cec47601dfcbba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8c98f2357254973edb727bf79f86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8c98f2357254973edb727bf79f86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83c0749cd54fe09f9e9bfeea3688d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(2016,2020,2024-1)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26d110f58b01b076c6db715557c45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28c6fa74765bd075b53cbf07043e0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(2017)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54b2d7af678889a120a8c0d3b0727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(2017S)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ece562d1646f42d45af6b32700f57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(2018S)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77624b95a90124e04b71b0beca2eb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(2018)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80c920e7d43794c5433d4938dc9bc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(2019,2022,2024M)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8341db9a9de1f02bb5d84bec2e87e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(2019S)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325db280cc1ea6b7b91dfb622d038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48045ee6b7cbaee994f57992e8eb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(2021M,2025-2)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e0d2359dcd0995261346ca5e8ab84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(2021M)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4e534b9b07ef07b5297b3678e3a4d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a92de916989e6ef4256fdae2989b5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79852fc610036e0c48ef82f65010d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4ea8e374256856e3fc530dca2404b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6a4d62d0925f020d3b7e0e5ea9a9e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04924a8f7fc10440ee84cd0dad5e8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75b8198907dca4106f133db83e364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(2014S,2019S)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71eecb79c47dc25d099d56c1246ca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(2015,2017S)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8ca04a1762bb1ae41357abb0173f7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77063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63347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(2014,2015S,2019,2021M)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90e2fbe82e8f8af84d99db18943c2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4c4ca69af1a3c0f3948700628da8d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368296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2311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(2016S,2022,2026-1)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067931f3999cde21fc7b53bd51e69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(2017)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edf51bb343c25e485cc69ff815b81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(2018,2021M)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32b6c66031312168cea0d0d4e046c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(2018S,2024M)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0e841760d2eaf30483e31281062b3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(2019,2023,2024-2)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930b75737fda45321a96a982ca4a2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6 MARKS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51e93fe4f7b088ce7a9bcf12c74e0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(2020)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9fb627ed873f972c76be33c5ce779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644ef2620c374bc71c0b612137128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88a68ebcdb08308e5b02514a85380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37fd47675de0fda6f61719c7d6829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53452bdfa6dac18e9354a40e49ad2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2473f872712affa3f1deee76578f3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