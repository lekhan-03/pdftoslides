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—$ MCQ$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,</m:t>
              </m:r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=log(</a:t>
            </a:r>
            <m:oMath xmlns:m="http://schemas.openxmlformats.org/officeDocument/2006/math">
              <m:r>
                <m:rPr>
                  <m:sty m:val="p"/>
                </m:rPr>
                <m:t>sin</m:t>
              </m:r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π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3</m:t>
              </m:r>
              <m:r>
                <m:t>π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Consider the following statements for the given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defined on an interval Iand c∈I,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=c I.$ f^{’}$(c)=0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sSup>
                <m:e>
                  <m:r>
                    <m:t>f</m:t>
                  </m:r>
                </m:e>
                <m:sup>
                  <m:r>
                    <m:rPr>
                      <m:sty m:val="p"/>
                    </m:rPr>
                    <m:t>″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(c)&lt;0⇒fattains local maxima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  <m:r>
                <m:rPr>
                  <m:sty m:val="p"/>
                </m:rPr>
                <m:t>.</m:t>
              </m:r>
              <m:sSup>
                <m:e>
                  <m:r>
                    <m:t>f</m:t>
                  </m:r>
                </m:e>
                <m:sup>
                  <m:r>
                    <m:rPr>
                      <m:sty m:val="p"/>
                    </m:rPr>
                    <m:t>′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sSup>
                <m:e>
                  <m:r>
                    <m:t>f</m:t>
                  </m:r>
                </m:e>
                <m:sup>
                  <m:r>
                    <m:rPr>
                      <m:sty m:val="p"/>
                    </m:rPr>
                    <m:t>″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(c)&gt;0⇒fattains local minima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  <m:r>
                <m:t>I</m:t>
              </m:r>
              <m:r>
                <m:rPr>
                  <m:sty m:val="p"/>
                </m:rPr>
                <m:t>.</m:t>
              </m:r>
              <m:sSup>
                <m:e>
                  <m:r>
                    <m:t>f</m:t>
                  </m:r>
                </m:e>
                <m:sup>
                  <m:r>
                    <m:rPr>
                      <m:sty m:val="p"/>
                    </m:rPr>
                    <m:t>′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sSup>
                <m:e>
                  <m:r>
                    <m:t>f</m:t>
                  </m:r>
                </m:e>
                <m:sup>
                  <m:r>
                    <m:rPr>
                      <m:sty m:val="p"/>
                    </m:rPr>
                    <m:t>″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:oMath xmlns:m="http://schemas.openxmlformats.org/officeDocument/2006/math">
              <m:r>
                <m:t>12</m:t>
              </m:r>
              <m:r>
                <m:t>x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:oMath xmlns:m="http://schemas.openxmlformats.org/officeDocument/2006/math">
              <m:r>
                <m:t>6</m:t>
              </m:r>
              <m:r>
                <m:t>x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:oMath xmlns:m="http://schemas.openxmlformats.org/officeDocument/2006/math">
              <m:r>
                <m:t>6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</m:oMath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:oMath xmlns:m="http://schemas.openxmlformats.org/officeDocument/2006/math">
              <m:r>
                <m:t>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</m:oMath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a</m:t>
                  </m:r>
                </m:e>
                <m:sup>
                  <m:r>
                    <m:t>x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R(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:oMath xmlns:m="http://schemas.openxmlformats.org/officeDocument/2006/math">
              <m:r>
                <m:rPr>
                  <m:sty m:val="p"/>
                </m:rPr>
                <m:t>=</m:t>
              </m:r>
              <m:r>
                <m:t>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r>
                <m:t>36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5</m:t>
              </m:r>
              <m:r>
                <m:rPr>
                  <m:sty m:val="p"/>
                </m:rPr>
                <m:t>,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then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15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,</m:t>
              </m:r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minimum value of ∣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c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m^{2}$/cm.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area of circle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sec</m:t>
              </m:r>
              <m:r>
                <m:t>o</m:t>
              </m:r>
              <m:r>
                <m:t>n</m:t>
              </m:r>
              <m:r>
                <m:t>d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 its radius r when r = 3 cm (in c</a:t>
            </a:r>
            <m:oMath xmlns:m="http://schemas.openxmlformats.org/officeDocument/2006/math">
              <m:sSup>
                <m:e>
                  <m:r>
                    <m:t>m</m:t>
                  </m:r>
                </m:e>
                <m:sup>
                  <m:r>
                    <m:t>2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$3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$6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$9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r>
                <m:t>x</m:t>
              </m:r>
              <m:r>
                <m:rPr>
                  <m:sty m:val="p"/>
                </m:rPr>
                <m:t>,</m:t>
              </m:r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$10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$12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$8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$11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1873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π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π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=</m:t>
              </m:r>
              <m:r>
                <m:t>2</m:t>
              </m:r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t>2</m:t>
              </m:r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:oMath xmlns:m="http://schemas.openxmlformats.org/officeDocument/2006/math">
              <m:r>
                <m:t>2</m:t>
              </m:r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 $f(x)= x, x $∈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|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:oMath xmlns:m="http://schemas.openxmlformats.org/officeDocument/2006/math">
              <m:r>
                <m:rPr>
                  <m:sty m:val="p"/>
                </m:rPr>
                <m:t>|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, x $∈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,</m:t>
              </m:r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:oMath xmlns:m="http://schemas.openxmlformats.org/officeDocument/2006/math">
              <m:r>
                <m:rPr>
                  <m:sty m:val="p"/>
                </m:rPr>
                <m:t>=</m:t>
              </m:r>
              <m:r>
                <m:t>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r>
                <m:t>36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5</m:t>
              </m:r>
              <m:r>
                <m:rPr>
                  <m:sty m:val="p"/>
                </m:rPr>
                <m:t>.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15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−</m:t>
              </m:r>
              <m:r>
                <m:t>4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6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</a:t>
            </a:r>
            <m:oMath xmlns:m="http://schemas.openxmlformats.org/officeDocument/2006/math">
              <m:sSup>
                <m:e>
                  <m:r>
                    <m:t>t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+</m:t>
              </m:r>
              <m:r>
                <m:t>3</m:t>
              </m:r>
              <m:sSup>
                <m:e>
                  <m:r>
                    <m:t>t</m:t>
                  </m:r>
                </m:e>
                <m:sup>
                  <m:r>
                    <m:t>2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Statement I: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the interval (0,∞).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: Any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d</m:t>
              </m:r>
              <m:r>
                <m:t>y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d</m:t>
              </m:r>
              <m:r>
                <m:t>x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true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false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I</m:t>
              </m:r>
              <m:r>
                <m:t>I</m:t>
              </m:r>
            </m:oMath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slope of the normal 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t>2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−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0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2%.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Approximate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36.6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tan</m:t>
              </m:r>
              <m:r>
                <m:t>g</m:t>
              </m:r>
              <m:r>
                <m:t>e</m:t>
              </m:r>
              <m:r>
                <m:t>n</m:t>
              </m:r>
              <m:r>
                <m:t>t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{-2}), x $≠2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10</m:t>
              </m:r>
            </m:oMath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49.5</m:t>
              </m:r>
              <m:r>
                <m:rPr>
                  <m:sty m:val="p"/>
                </m:rPr>
                <m:t>)</m:t>
              </m:r>
            </m:oMath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 (</a:t>
            </a:r>
            <m:oMath xmlns:m="http://schemas.openxmlformats.org/officeDocument/2006/math">
              <m:r>
                <m:t>25</m:t>
              </m:r>
              <m:sSup>
                <m:e>
                  <m:r>
                    <m:rPr>
                      <m:sty m:val="p"/>
                    </m:rPr>
                    <m:t>)</m:t>
                  </m:r>
                </m:e>
                <m:sup>
                  <m:r>
                    <m:rPr>
                      <m:sty m:val="p"/>
                    </m:rPr>
                    <m:t>(</m:t>
                  </m:r>
                  <m:r>
                    <m:t>1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/</m:t>
                  </m:r>
                  <m:r>
                    <m:rPr>
                      <m:sty m:val="p"/>
                    </m:rPr>
                    <m:t>(</m:t>
                  </m:r>
                  <m:r>
                    <m:t>3</m:t>
                  </m:r>
                  <m:r>
                    <m:rPr>
                      <m:sty m:val="p"/>
                    </m:rPr>
                    <m:t>)</m:t>
                  </m:r>
                </m:sup>
              </m:sSup>
            </m:oMath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 of given by $f(x) = 2x^{2}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3x$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3%.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tan</m:t>
              </m:r>
              <m:r>
                <m:t>g</m:t>
              </m:r>
              <m:r>
                <m:t>e</m:t>
              </m:r>
              <m:r>
                <m:t>n</m:t>
              </m:r>
              <m:r>
                <m:t>t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x^{3}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x$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2</m:t>
              </m:r>
            </m:oMath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4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+</m:t>
              </m:r>
              <m:r>
                <m:rPr>
                  <m:sty m:val="p"/>
                </m:rPr>
                <m:t>(</m:t>
              </m:r>
              <m:sSup>
                <m:e>
                  <m:r>
                    <m:t>y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25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r>
                <m:t>1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tan</m:t>
              </m:r>
              <m:r>
                <m:t>g</m:t>
              </m:r>
              <m:r>
                <m:t>e</m:t>
              </m:r>
              <m:r>
                <m:t>n</m:t>
              </m:r>
              <m:r>
                <m:t>t</m:t>
              </m:r>
              <m:r>
                <m:t>s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parallel to $x $–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g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r>
                <m:t>3</m:t>
              </m:r>
              <m:r>
                <m:t>x</m:t>
              </m:r>
              <m:r>
                <m:rPr>
                  <m:sty m:val="p"/>
                </m:rPr>
                <m:t>.</m:t>
              </m:r>
            </m:oMath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25.3</m:t>
              </m:r>
              <m:r>
                <m:rPr>
                  <m:sty m:val="p"/>
                </m:rPr>
                <m:t>)</m:t>
              </m:r>
            </m:oMath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g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−</m:t>
              </m:r>
              <m:r>
                <m:t>3</m:t>
              </m:r>
              <m:r>
                <m:t>x</m:t>
              </m:r>
            </m:oMath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Prove that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=cos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($0,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given by R(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:oMath xmlns:m="http://schemas.openxmlformats.org/officeDocument/2006/math">
              <m:r>
                <m:rPr>
                  <m:sty m:val="p"/>
                </m:rPr>
                <m:t>=</m:t>
              </m:r>
              <m:r>
                <m:t>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r>
                <m:t>36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5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.Find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  <m:r>
                <m:t>5</m:t>
              </m:r>
            </m:oMath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:oMath xmlns:m="http://schemas.openxmlformats.org/officeDocument/2006/math"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4x^{3}-6x-72x+30$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 the function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:oMath xmlns:m="http://schemas.openxmlformats.org/officeDocument/2006/math"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x^{3}$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Differentiate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sin</m:t>
              </m:r>
              <m:r>
                <m:t>2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rPr>
                  <m:sty m:val="p"/>
                </m:rPr>
                <m:t>cos</m:t>
              </m:r>
              <m:r>
                <m:t>2</m:t>
              </m:r>
              <m:r>
                <m:t>y</m:t>
              </m:r>
              <m:r>
                <m:rPr>
                  <m:sty m:val="p"/>
                </m:rPr>
                <m:t>=</m:t>
              </m:r>
              <m:r>
                <m:t>1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.</m:t>
              </m:r>
            </m:oMath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+</m:t>
              </m:r>
              <m:r>
                <m:t>y</m:t>
              </m:r>
              <m:r>
                <m:rPr>
                  <m:sty m:val="p"/>
                </m:rPr>
                <m:t>=</m:t>
              </m:r>
              <m:r>
                <m:t>60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r>
                <m:t>2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–$ 3x^{2}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36x + 7$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point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tan</m:t>
              </m:r>
              <m:r>
                <m:t>g</m:t>
              </m:r>
              <m:r>
                <m:t>e</m:t>
              </m:r>
              <m:r>
                <m:t>n</m:t>
              </m:r>
              <m:r>
                <m:t>t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rPr>
                  <m:sty m:val="p"/>
                </m:rPr>
                <m:t>√</m:t>
              </m:r>
              <m:r>
                <m:rPr>
                  <m:sty m:val="p"/>
                </m:rPr>
                <m:t>(</m:t>
              </m:r>
              <m:r>
                <m:t>4</m:t>
              </m:r>
              <m:r>
                <m:t>x</m:t>
              </m:r>
              <m:r>
                <m:rPr>
                  <m:sty m:val="p"/>
                </m:rPr>
                <m:t>−</m:t>
              </m:r>
              <m:r>
                <m:t>3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−</m:t>
              </m:r>
              <m:r>
                <m:t>1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has its slope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  <m:r>
                <m:t>2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/</m:t>
              </m:r>
              <m:r>
                <m:rPr>
                  <m:sty m:val="p"/>
                </m:rPr>
                <m:t>(</m:t>
              </m:r>
              <m:r>
                <m:t>3</m:t>
              </m:r>
              <m:r>
                <m:rPr>
                  <m:sty m:val="p"/>
                </m:rPr>
                <m:t>)</m:t>
              </m:r>
            </m:oMath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 4x^{3}- 6x^{2}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–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72x + 30$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x-2)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x+4)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{3}$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−</m:t>
              </m:r>
              <m:r>
                <m:t>4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6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local maximum and local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rPr>
                  <m:sty m:val="p"/>
                </m:rPr>
                <m:t>(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:oMath xmlns:m="http://schemas.openxmlformats.org/officeDocument/2006/math">
              <m:r>
                <m:rPr>
                  <m:sty m:val="p"/>
                </m:rPr>
                <m:t>)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3x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{4}+4x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{3}-12x^{2}+12.$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+</m:t>
              </m:r>
              <m:r>
                <m:t>y</m:t>
              </m:r>
              <m:r>
                <m:rPr>
                  <m:sty m:val="p"/>
                </m:rPr>
                <m:t>=</m:t>
              </m:r>
              <m:r>
                <m:t>60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2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−</m:t>
              </m:r>
              <m:r>
                <m:t>24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107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and minimum values of a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f</m:t>
              </m:r>
              <m:r>
                <m:rPr>
                  <m:sty m:val="p"/>
                </m:rPr>
                <m:t>(</m:t>
              </m:r>
              <m:r>
                <m:t>x</m:t>
              </m:r>
              <m:r>
                <m:rPr>
                  <m:sty m:val="p"/>
                </m:rPr>
                <m:t>)</m:t>
              </m:r>
              <m:r>
                <m:rPr>
                  <m:sty m:val="p"/>
                </m:rPr>
                <m:t>=</m:t>
              </m:r>
              <m:r>
                <m:t>2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−</m:t>
              </m:r>
              <m:r>
                <m:t>15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rPr>
                  <m:sty m:val="p"/>
                </m:rPr>
                <m:t>+</m:t>
              </m:r>
              <m:r>
                <m:t>36</m:t>
              </m:r>
              <m:r>
                <m:t>x</m:t>
              </m:r>
              <m:r>
                <m:rPr>
                  <m:sty m:val="p"/>
                </m:rPr>
                <m:t>+</m:t>
              </m:r>
              <m:r>
                <m:t>1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The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5cm/min and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4cm/min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8cm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t>6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A particle moves along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6</m:t>
              </m:r>
              <m:r>
                <m:t>y</m:t>
              </m:r>
              <m:r>
                <m:rPr>
                  <m:sty m:val="p"/>
                </m:rPr>
                <m:t>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rPr>
                  <m:sty m:val="p"/>
                </m:rPr>
                <m:t>+</m:t>
              </m:r>
              <m:r>
                <m:t>2</m:t>
              </m:r>
              <m:r>
                <m:rPr>
                  <m:sty m:val="p"/>
                </m:rPr>
                <m:t>.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800" b="1">
                <a:solidFill>
                  <a:srgbClr val="FAD02C"/>
                </a:solidFill>
                <a:latin typeface="Arial"/>
              </a:rPr>
              <a:t>If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of 3cm/min and the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2 cm/min,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x</m:t>
              </m:r>
              <m:r>
                <m:rPr>
                  <m:sty m:val="p"/>
                </m:rPr>
                <m:t>=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10cm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:oMath xmlns:m="http://schemas.openxmlformats.org/officeDocument/2006/math">
              <m:r>
                <m:t>y</m:t>
              </m:r>
              <m:r>
                <m:rPr>
                  <m:sty m:val="p"/>
                </m:rPr>
                <m:t>=</m:t>
              </m:r>
              <m:r>
                <m:t>6</m:t>
              </m:r>
            </m:oMath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