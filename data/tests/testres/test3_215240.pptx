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—$ MCQ$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67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point of inflection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(2, 8)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(1, 1)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(−3, −27)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149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503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absolute maximum value of the function fgiven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∈[-2,2]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function fgiven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=log(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)is increasing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($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the following statements for the given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defined on an interval Iand c∈I,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=c I.$ f^{’}$(c)=0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″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(c)&lt;0⇒fattains local maxima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(c)=0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″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(c)&gt;0⇒fattains local minima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′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(c)=0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″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(c)=0⇒fattains both maxima and minima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are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each side of a cube is xunits, then the rate of change of its surface area with respect to side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12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Let C be the circumference and A be the area of a circle. Statement 1: The rate of change of the area with respective to radius is equal to C. Statement 2: The rate of change of the area with respective to diameter is C/2.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1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2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increasing on R, 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a&lt;0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0&lt;a&lt;1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total revenue in rupees received from the sale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units of a product is R(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5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then the marginal revenue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15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…… Rupees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absolute maximum value of the function 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∈[-2,2] is 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minimum value of ∣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∣in R is……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rate of change of the area of a circle with respect to its radius r when r=4cm is……$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m^{2}$/cm.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rate of change of area of circle 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 its radius r when r = 3 cm (in 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/s)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$3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$6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$9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minimum values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∈[0,1]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with respect to its radius ‘r’ at r = 6 cm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$10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$12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$8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$11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$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img_rI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4632" y="731520"/>
            <a:ext cx="2743200" cy="1873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following graph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point on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is nearest to the point (0)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maximum value of the function $f(x)= x, x $∈ (1, 2)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 not have maximum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maximum value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 $f(x)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|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|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, x $∈ 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absolute maximum value of the function fgiven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∈[-2,2]is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total revenue in Rupees received from the sale of xunits of a product is given by R(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5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marginal revenue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15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function fgiven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increasing in the 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[2,∞)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(-∞,∞)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 particle moving in a straight line covers a distance Scm in time tsec. is given by S=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+6t-18, the initial velocity of a particle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cm/sec.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18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decreasing in the interval (0,∞). 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Any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decreasing 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y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&lt;0.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true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false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true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slope of the normal to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3sin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____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point of inflection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the interval [-1,1] is _____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approximate charge in the volume v of a cube of side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meters caused by increasing the side by 2%.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Approximate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36.6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by using differential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slope of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g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to the curve $y = 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{-1})/(x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{-2}), x $≠2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10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Using differentials, find the approximate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49.5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Using differentials, find the approximate value of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25</m:t>
                    </m:r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m:t>(</m:t>
                        </m:r>
                        <m:r>
                          <m:t>1</m:t>
                        </m:r>
                        <m:r>
                          <m:rPr>
                            <m:sty m:val="p"/>
                          </m:rPr>
                          <m:t>)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3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2016S,2019S,2025-2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interval in which the function of given by $f(x) = 2x^{2}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–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3x$ is strictly increasing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approximate charge in the volume v of a cube of side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meters caused by increasing the side by 3%.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slope of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g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to the curve $y = x^{3}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–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x$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points on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y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25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at which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g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parallel to $x $– axis.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interval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 $f(x) = 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–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4x + 6$ is strictly decreasing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local maximum value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</m:t>
                    </m:r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Using differentials, find the approximate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25.3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1671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0025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2022M,2024-2,2025M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local maximum value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t>x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673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508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2024-1,3,2026-1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radius of circle is increasing at the rate of 0.7 cm/what is the rate of increase of its circumference?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Prove that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=cos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decreasing in ($0,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$)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total revenue in rupees received from the sale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units of a product is given by R(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5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.Find the marginal revenue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interval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$f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= 4x^{3}-6x-72x+30$ is decreasing.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balloon which always remains spherical has a variable radius. Find the rate at which its volume is increasing with radius when the radius is 10 cms.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absolute maximum value of the function $f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= x^{3}$ in the given interval [-2,2]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Differentiate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2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2</m:t>
                    </m:r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with respect to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interval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 $f(x) = 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–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4x + 6$ is Strictly increasing Strictly decreasing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2014S,2017,2024-1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two positive numbers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such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60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xy3 is maximum.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37943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73351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2015,2017S,2018S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whose sum is 15 and sum of whose squares is minimum.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sum is 24 and whose product is as large as possible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product is 100 and whose sum is minimum.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radius of a sphere is measured as 7 m with an error of 0.02 m, then find the approximate error in calculating its volume.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intervals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–$ 3x^{2}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–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36x + 7$ is Strictly increasing or strictly decreasing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08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43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point at which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g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to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√</m:t>
                    </m:r>
                    <m:r>
                      <m:rPr>
                        <m:sty m:val="p"/>
                      </m:rPr>
                      <m:t>(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has its slope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intervals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given by $f(x) = 4x^{3}- 6x^{2}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–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72x + 30$ is Strictly increasing or strictly decreasing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intervals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given by $f(x)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x-2)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{2}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x+4)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{3}$ is Strictly increasing or strictly decreasing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intervals in which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6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Strictly increasing or strictly decreasing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local maximum and local minimum values of the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 $f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x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= 3x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{4}+4x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{3}-12x^{2}+12.$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two positive numbers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such that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60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xy3 is maximum.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man of height 2 meters walks at a uniform speed of 5 Km/hr away from a lamp post which is 6 meter high. Find the rate at which the length of his shadow increases.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absolute maximum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24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107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the interval [1,3]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the absolute maximum and minimum values of a function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by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−</m:t>
                    </m:r>
                    <m:r>
                      <m:t>15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36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the interval [1,5]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24ft long leans against a vertical wall. The lower end is moving away at the rate of 3ft/sec. find the rate at which the top of the ladder is moving down wars. If its foot is 8ft from the wall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6829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2037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 2017,2019,2021M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length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rectangle is decreasing at the rate 5cm/min and width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increasing at the rate of 4cm/min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8cm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6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cm. find the rate of change of (i) the perimeter (ii) the area of rectangle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56231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916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2015,2018S,2021M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 particle moves along the curve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x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2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Find the points on the curve at which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-coordinate is changing 8 times as fast as the –coordinate.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8803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157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2015S,2018,2017S,2018S,2020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sand is pouring from a pie at the rate of 12cm3/sec. the falling sand form a cone on the ground in such way that the height of the cone is always one-sixth of the radius of the base. How fast is the height of the sand cone increasing when the height is 4 cm.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length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rectangle is decreasing at the rate of 3cm/min and the width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increasing at the rate of 2 cm/min, when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  <m:r>
                      <m:rPr>
                        <m:sty m:val="p"/>
                      </m:rPr>
                      <m:t>=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10cm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6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cm, find the rate of change of (i) the perimeter (ii) the area of rectangle.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