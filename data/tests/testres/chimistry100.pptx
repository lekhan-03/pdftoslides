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Assuming complete dissociation, the value of van’t Hoff factor for Na₂SO₄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Consider a blood cell placed in a NaCl solution of concentration more than 0.9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cell to the NaCl solution, and the cell shrinks.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NaCl solution to the cell, and the cell swells.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cell to the NaCl solution, and the cell swells.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NaCl solution to the cell, and the cell shrinks.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0.1M solution, the colligative property will follow the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NaCl&gt;Na₂SO₄&gt;Na₃PO₄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NaCl&lt;Na₂SO₄&lt;Na₃PO₄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NaCl&lt;Na₂SO₄≈Na₃PO₄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NaCl&lt;Na₂SO₄ = Na₃PO₄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KH values for Ar(g), CO₂(aq), HCHO(aq), and CH₄(aq) are 40.39, 1.67, 1.83 ×10⁻³, and 0.413 respectively. Arrange them in the order of their increasing solubility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HCHO&lt;CH₄&lt;CO₂&lt;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HCHO&lt;CO₂&lt;CH₄&lt;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 &lt;CO₂&lt;CH₄&lt;HCHO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 &lt;CH₄&lt;CO₂&lt;HCHO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most diluted solution is (molar mass of NaCl = 58.5 g mol⁻¹)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1MNaCl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ppm of NaCl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 m NaCl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tan ks used by most scuba divers are filled with air diluted with helium of around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value of Henry’s constant KH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Value of Henry’s constant (KH)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NaOH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Na₂SO₄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NH₄NO₃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KNO₃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true, and the reason is the correct exp lanation of the assertion.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true, but the reason is not the correct exp lanation of the assertion.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E°cell - 0.0295 log (Cu²⁺/Zn²⁺)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E°cell - 0.0295 log (Cu/Zn²⁺)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E°cell - 0.0295 log (Zn²⁺/Cu²⁺)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E°cell - 0.0295 log (Cu²⁺/Zn)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SEP value is zero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E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1800" b="1">
                <a:solidFill>
                  <a:srgbClr val="FAD02C"/>
                </a:solidFill>
                <a:latin typeface="Arial"/>
              </a:rPr>
              <a:t>cell for a given reaction has a negative value, then which of the following is the correct relationship for the value of ΔG₀ and Keq?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ΔG₀&gt;0 and Keq&gt;1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ΔG₀&lt;0 and Keq&lt;1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ΔG₀&gt;0 and Keq&lt;1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ΔG₀&lt;0 and Keq&gt;1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COLUMNII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(iv)H₂-O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 fuel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5916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(a) Lead (Pb)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916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(b) Hydrogen(H₂) gas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6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(c) Zinc (Zn)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(d) Zinc – Mercury amalgam(Zn(Hg))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 b="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 b="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8853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 b="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Saturated solution of KNO₃ is used to make a salt bridge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K⁺ is greater than that of NO³⁻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NO³⁻ is greater than that of K⁺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both K⁺ and NO³⁻ are nearly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KNO₃ is highly soluble in water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I: Conductivity (κ) of a solution decreases with dilution. Statement II: Molar conductivity (λm) of solution increases with dilution. 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I: Cu displaces H₂ gas from dilute acids. Statement II: ions Cu²⁺ get reduced more easily than H⁺ 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and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and Statement II is correct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E° values of Fe²⁺/ Fe,Zn²⁺/ Zn, and Sn²⁺/ Sn are −0.44V, −0.76V, and −0.14V respectively. Which of these metals can displace iron from an Fe²⁺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product formed at the anode during the electrolysis of aqueous NaCl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quantity of electricity required for the reduction of one mole of Al³⁺ ions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ZnSO₄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AlCl₃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BaCl₂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2NO(g)+O₂(g) →2NO₂(g), the following initial-rate data were obtained. Choose the rate equation.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k[NO]2[O₂]2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k[NO][O₂]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k[NO]2[O₂]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Consider the Arrhenius equation k=e−Ea/RT and mark the correct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exp onentially with increasing activation energy and decreasing temperature.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decreases exp onentially with increasing activation energy and decreasing temperature.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exp onentially with increasing activation energy and increasing temperature.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exp onentially with decreasing activation energy and decreasing temperature.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[R₀]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log [R₀]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 A + B → products, rate is doubled when the concentration of B is doubled, and rate increases by a factor of 8 when the concentrations of both the reactants (A and B. are doubled. The rate law for the reaction can be written 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 [A][B]2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 [A]2[B]2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 [A]2[B]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 [A][B]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 Hg +Cl₂→HgCl₂, the rate of disappearance of Hg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disappearance of Cl₂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appearance of HgCl₂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appearance of Cl₂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I: A catalyst does not alter Gibb’s energy (ΔG) of a reaction. Statement II: A catalyst alters the activation energy (Ea) of a reaction by providing an alternate pathway.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correct,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incorrect, but Statement II is correct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I: If in a zero-order reaction, the concentration of the reactant is doubled, the half-life period is also doubled. Statement II: For a first-order reaction, the half-life period is independent of the initial concentration of the reactant.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 one hour will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number of collisions per sec ond per unit volume of the reaction is known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order of a chemical reaction having the rate exp ression, Rate = k[A][B]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overall order of a reaction which has the rate exp ression Rate = K[A]1/2[B]3/2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order for a reaction with the rate law Rate=k[A]1[B]1 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constant of a reaction is k = 2.3 ×10⁻⁵ L mol⁻¹s⁻¹.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s⁻¹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 dm⁻³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 dm⁻³s⁻¹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mol⁻¹ dm3 s⁻¹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slope of the Arrhenius plot (log k versus 1/T) for a given reaction is found to be −2000 K. What is the activation energy (Ea) of the reaction in J mol−1? (Given R = 8.314 J K−1mol−1)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38,314.5 J mol−1 (or 38.3 kJ mol−1)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19,157.2 J mol−1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76,629.0 J mol−1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8,314.0 J mol−1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2k /[R]0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[R]0/ 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[R]0/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[R]0 k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value of ‘x’ if the total order of the reaction, which has the rate exp ression: Rate = k [A]^(x)[B]2^(x) is 3/2?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∝[R₀]0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∝[R₀]2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∝[R₀]⁻1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∝[R₀]1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Among ScCl₃, TiCl₃, and ZnCl₂, the colored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ScCl₃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TiCl₃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ZnCl₂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Cu₂O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MnO₂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V₂O₃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FeO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Ti³⁺&gt;Cr³⁺&gt;Fe³⁺&gt;Ni²⁺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Fe³⁺&gt;Ni²⁺&gt;Ti²⁺&gt;Cr³⁺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Fe³⁺&gt;Cr³⁺&gt;Ni²⁺&gt;Ti³⁺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Fe³⁺&gt;Cr³⁺&gt;Ti³⁺&gt;Ni²⁺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neutral or faintly alkaline medium,KMnO₄ oxidizes iodide ions into iodate. The change in oxidation state of manganese in this reaction is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aqueous solution, copper (I) ions undergo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Potassium permanganate oxidizes sulphurous acid (H₂SO₃)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S₂O₇²⁻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SO₄²⁻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SO₃²⁻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aqueous solution of a transition metal ion M⁺ is colorless. The ion M⁺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Mn²⁺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Cr³⁺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V⁴⁺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Ti⁴⁺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Sc³⁺&lt;Ti³⁺&lt;Ti²⁺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Ti³⁺&lt;Ti²⁺&lt;Sc³⁺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Ti²⁺&lt;Sc³⁺&lt;Ti³⁺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Sc³⁺&lt;Ti²⁺&lt;Ti³⁺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electronic configuration of Cu (II) is 3d⁹, whereas Cu(I) is 3d¹⁰. Which of the following 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 (II) is less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(II) is more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Cu(I) and Cu (II) are equally stable.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magnetic moment of an element is 1.73BM. The number of unpaired electrons in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Mn₂O₇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MnF₄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MnO₂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Mn₂SO₄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number of moles of K₂Cr₂O₇ reduced by one mole of Sn²⁺ 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Cu²⁺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Co³⁺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Ni²⁺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Fe²⁺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V³⁺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Fe³⁺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Ti³⁺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Zn²⁺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pairs have the same paramagnetic moment? (Atomic numbers: Ti = 22, Mn = 25, Ni = 28, Cu = 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Ti³⁺, Ni²⁺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Cu²⁺, Ti³⁺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Ti²⁺, Cu²⁺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Mn²⁺, Cu²⁺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V²⁺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Cr³⁺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Zn²⁺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Ti³⁺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Among the following alkyl halides, which is more reactive towards SN₂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Assertion:SN₂ reactions do not proceed with retention. Reason:SN₂ reaction proceeds in sin gle steps. 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If both assertion and reason are correct and reason is correct exp lanation for assertion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If both assertion and reason are correct but reason is not correct exp lanation for assertion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C₆H₅OH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C₆H₅MgCl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C₂H₅CH₂MgCl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MgCl₂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CO₂ to form extremely poisonous gas carbonyl chloride.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CH₃Cl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CH₃Br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C₂H₅Br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C₃H₇I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COLUMNII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(1) Carbon tetrachloride (CCl₄)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(2) Iodoform (CHI₃)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(3) Chloroform (CHCl₃)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(4) Methylene chloride (CH₂Cl₂)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5916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(A) Fire extinguisher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916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(B) Antiseptic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6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(C) Solvent for fats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(D) Paint remover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 b="0">
                <a:solidFill>
                  <a:srgbClr val="F0F0F0"/>
                </a:solidFill>
                <a:latin typeface="Arial"/>
              </a:rPr>
              <a:t>(1)-(A),(2)-(B),(3)-(C),(4)-(D)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(1)-(D),(2)-(C),(3)-(B),(4)-(A)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 b="0">
                <a:solidFill>
                  <a:srgbClr val="F0F0F0"/>
                </a:solidFill>
                <a:latin typeface="Arial"/>
              </a:rPr>
              <a:t>(1)-(B),(2)-(A),(3)-(D),(4)-(C)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8853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 b="0">
                <a:solidFill>
                  <a:srgbClr val="F0F0F0"/>
                </a:solidFill>
                <a:latin typeface="Arial"/>
              </a:rPr>
              <a:t>(1)-(C),(2)-(D),(3)-(A),(4)-(B)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R - X +NaI(dry acetone) →RI + NaX, name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 −CoF₂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 −NaI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Sandmeyer’s reaction −CuCl₂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Tertiary alkyl halides are least reactive towards SN₂ reaction because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Concentrated HCl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Concentrated HBr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SOCl₂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NaBr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SOCl₂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CH₂Cl₂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COCl₂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CCl₄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compound H₂C = CH-Cl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RF&gt;RCl&gt;RBr&gt;RI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RF&gt;RI&gt;RCl&gt;RBr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RI&gt;RBr&gt;RCl&gt;RF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RCl&gt;RBr&gt;RF&gt;RI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IUPAC name of ethylidene chloride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reaction CH₃Br + AgF→CH₃F + AgBr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alkyl halides will undergo SN₁ reaction most readily?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(CH₃)₃C-F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(CH₃)₃C-Cl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(CH₃)₃C-Br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(CH₃)₃C-I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compound P with formula C₃H₆ on reaction with H₂O in presence of H₂SO₄ gives the compound Q. Compound Q on heating with Cu at 573K produces the compound R. Compounds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organic compound ‘A’ containing C, H, and O has a pleasant odor with a boiling point of 78°C. On boiling ‘A’ with conc.H₂SO₄, a colorless gas is produced which decolorizes bromine water and alkaline KMnO₄. The organic compound 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C₂H₅Cl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C₂H₅OH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C₂H₅COOCH₃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C₆H₆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out the product of the following reaction: (Reaction involving NaOH, 623K, 300 atm)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How many alcohols with molecular formula C₄H₁₀O are chiral in nature?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CH₃OC₂H₅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C₂H₅OC₆H₅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C₆H₅OC₆H₅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C₆H₅OCH₃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groups are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 is present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 respectively. Compound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CuSO₄ and Pyrolidine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Cu₂S and Pyrolidine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CuSO₄ and Pyridine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Cu₂S and Pyridine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high boiling point of ethanol [C₂H₅OH] compared to methoxy methane [CH₃OCH₃] and propane is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role of CO₂ in Kolbe’s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H₂O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Cl⁻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CN⁻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OH⁻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NO²⁺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CN⁻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NO³⁻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SO₄²⁻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Cobalt (III) chloride forms several octahedral complexes with ammonia. Which of the following will not give a test for chloride ion with silver nitrate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CoCl₃.4NH₃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CoCl₃.5NH₃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CoCl₃.6NH₃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CoCl₃.3NH₃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Δ_(o)&lt;P (Pairing energy), for the d⁴ ion, an entry of the 4th electron gives the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t_(2g)²e2g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t_(2g)⁴e0g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t_(2g)⁴e_(g)⁰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t_(2g)³e_(g)¹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coordination compound [CoCl₂(en)₂]Br, the primary and sec ondary valencies of Co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Fe(CO)₅, Fe-C bond processes involve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π-character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σ− and π-characters.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σ-character.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Filled d-orbital of metal to vacant antibonding π orbital of 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Filled d-orbital of metal to vacant bonding π orbital of CO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IUPAC name of [CoCl(en)₂ONO] 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ChloridoethylenediaminenitroCobalt (III) 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ChloridoethylenediaminenitroCobaltate (III) Bromide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Chloridobis(ethylenediamine)nitritoCobaltate(III) Bromide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Chloridobis(ethylenediamine)nitritoCobalt (III) Bromide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Square planar complex of the type [MABXL](where A, B, X, L are unidentate)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Square planar complex of the type MABXL(where A, B, X, L are unidentates) shows three isomers. Among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bond between CO and metal in metal carbonyl is stronger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σ bond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Ambidentate nature of CO ligand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complex [Pt(NH₃)₂Cl₂] exhibits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complex [PtCl₂.4NH₃Br₂] is treated with excess of AgNO₃ solution, and two moles of AgBr is precipitated. The primary and sec ondary valency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complex PtCl₂.4NH₃Br₂ is treated with excess of AgNO₃ solution, two mole of AgBr is precipitated. The primary and sec ondary valence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complexes [Co(NH₃)₆][Cr(CN)₆] and [Cr(NH₃)₆][Co(CN)₆] are examples of which type of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electron configuration of an octahedral d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coordination entity with Δ₀&gt; P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t_(2g)²e_(g)¹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t_(2g)³e_(g)¹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t_(2g)⁴e_(g)⁰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t_(2g)²e_(g)²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geometry of the complex Fe (CO)₅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isomerism exhibited by complexes [Co(NH₃)₅SO₄] Br and [Co(NH₃)₅Br]SO₄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IUPAC name of the complex ion [CoCl₂(en)₂]+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Di-chloridodiethylene diamine cobalt (III)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Dichlorido bis(ethane-1,2-diamine) cobalt (III)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Dichlorido bis(ethane-1,2-diamine) cobalt (IV)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Bis (ethane-1,2-diamine) dichlorido cobalt (III)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IUPAC name of the ionization isomer of [Co(NH₃)₅SO₄] 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sulphato cobalt (III) 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bromido cobalt (III) sulphate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sulphato cobalt (II) 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bromido sulphato cobaltate (III)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magnitude of CFSE(Crystal Field Splitting Energy) (Δ₀) can be related to the configuration of d-orbitals in a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Δ₀&lt; P, the configuration is t_(2g)³e_(g)¹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Δ₀&gt; P, the configuration is t_(2g)⁶e_(g)⁰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Δ₀&gt; P, the configuration is t_(2g)⁵e_(g)⁰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Δ₀&lt; P, the configuration is t_(2g)⁴e_(g)¹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magnitude of CFSE(Crystal Field Splitting Energy,Δ₀) can be related to the d⁴ configuration of the central metal in an octahedral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Δ₀&lt; P, the configuration is t_(2g)³e_(g)¹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Δ₀&gt; P, the configuration is t_(2g)⁵e_(g)⁰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Δ₀&gt; P, the configuration is t_(2g)⁴e_(g)²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Δ₀&lt; P, the configuration is t_(2g)⁴e_(g)⁰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oxidation number of Cu in [Cu(CN)₄]³⁻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primary and sec ondary valencies of [Fe(C₂O₄)₃]³⁻ complexes are 224[M(en)(CO)] 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primary and sec ondary valencies of iron in the complex [Fe(C₂O₄)₃]³⁻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terminal and bridged CO ligands in the compound [Co₂(CO)₈] are respectively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SCN⁻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Cl⁻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EDTA⁴⁻&lt;C₂O₄²⁻&lt;Cl⁻&lt;OH⁻&lt;CN⁻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EDTA⁴⁻&lt;C₂O₄²⁻&lt;CN⁻&lt;OH⁻&lt;Cl⁻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Cl⁻&lt;C₂O₄²⁻&lt;Cl⁻&lt;OH⁻&lt;EDTA⁴⁻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Cl⁻&lt;OH⁻&lt;C₂O₄²⁻&lt;EDTA⁴⁻&lt;CN⁻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NO²⁻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H₂O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NH⁴⁺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H₂N-CH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-CH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-NH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statements regarding primary and sec ondary valencies 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[MX₂L₂] Tetrahedral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[MABXL] Square planar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[MX₂L₂] Square planar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[MX₄L₂] 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