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FAD02C"/>
                </a:solidFill>
                <a:latin typeface="Arial"/>
              </a:defRPr>
            </a:pPr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C</m:t>
                    </m:r>
                    <m:r>
                      <m:t>Q</m:t>
                    </m:r>
                  </m:oMath>
                </a14:m>
              </mc:Choice>
            </mc:AlternateContent>
            <a:r>
              <a:rPr lang="en-US" sz="4400" b="1">
                <a:solidFill>
                  <a:srgbClr val="FAD02C"/>
                </a:solidFill>
                <a:latin typeface="Arial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134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2024M,2026,2025-2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​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img_rI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32" y="731520"/>
            <a:ext cx="2743200" cy="2314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for the following graph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2025</m:t>
                    </m:r>
                    <m:r>
                      <m:t>M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1: 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log|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| + C Statement 2: The 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log|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| + C. 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1 is true, and Statement 2 is true, Statement 2 is correct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for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1 is true, and Statement 2 is true, Statement 2 is not a correct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for Statement1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99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&gt;1 with respective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csc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dx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2026</m:t>
                    </m:r>
                    <m:r>
                      <m:t>M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2024,2026M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6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cos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cos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− 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− 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6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–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is (2025-1)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7</m:t>
                            </m:r>
                          </m:sup>
                        </m:sSup>
                      </m:e>
                    </m:nary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74519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99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2015S,2017S,2022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3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7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t>e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 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w.r.t.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2</m:t>
                    </m:r>
                    <m:r>
                      <m:t>α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α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sSup>
                      <m:e>
                        <m:r>
                          <m:t>x</m:t>
                        </m:r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log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tan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</m:t>
                    </m:r>
                    <m:r>
                      <m:rPr>
                        <m:sty m:val="p"/>
                      </m:rPr>
                      <m:t>+</m:t>
                    </m:r>
                    <m:r>
                      <m:t>9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e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3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c</m:t>
                    </m:r>
                    <m:r>
                      <m:t>o</m:t>
                    </m:r>
                    <m:r>
                      <m:t>t</m:t>
                    </m:r>
                    <m:r>
                      <m:t>x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515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869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m:t>√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t>3</m:t>
                        </m:r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c</m:t>
                    </m:r>
                    <m:r>
                      <m:t>o</m:t>
                    </m:r>
                    <m:r>
                      <m:t>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x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w.r.t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as a limit of sum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2153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40507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2015S,2016S,2017S,2018,2021M,2023M,2026-1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3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4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</m:nary>
                    <m:r>
                      <m:t>2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t</m:t>
                    </m:r>
                    <m:r>
                      <m:t>a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9728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9326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10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7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7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6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2016,2020,2024-1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5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8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7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7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2019,2022,2024M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16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5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087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44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9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9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25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5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13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25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4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t>l</m:t>
                        </m:r>
                      </m:e>
                    </m:nary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6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$\int _{0}^{a}  f(x).dx={2\int _{0}^{a}  f(x)dx, if f(x)is an even function 0, if f(x)is an odd function$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}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13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1488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2014,2015S,2019,2021M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6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$\int _{0}^{a}  f(x).dx={2\int _{0}^{a}  f(x)dx, if f(2a-x)=f(x) 0, if f(2a-x)= -f(x)$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}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9385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739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2016S,2022,2026-1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2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$\int _{-a}^{a}  f(x)dx={2\int _{0}^{a}  f(x)dx if f(x) is even function 0,if f (x)is odd function$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</m:nary>
                    <m:r>
                      <m:t>7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}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65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0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$\int _{-a}^{a}  f(x).dx= {2\int _{0}^{a}  f(x)dx, if f(x)is an even function 0, if f(x)is an odd function$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}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c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c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r>
                          <m:t>d</m:t>
                        </m:r>
                      </m:e>
                    </m:nary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4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t>l</m:t>
                        </m:r>
                      </m:e>
                    </m:nary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5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t>x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n</m:t>
                        </m:r>
                      </m:sup>
                    </m:sSup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