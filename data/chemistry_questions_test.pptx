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(w/V).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≈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58.5 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(Cu/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Lead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(b)  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Zinc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(d)  Zinc - Mercury amalgam(Zn(Hg))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Fe,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Zn,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k=e-Ea/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G) 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versus 1/T) for a given reaction is found to be -2000 K.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 (Eₐ) of the reaction in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38,314.5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(or 38.3 kJ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19,157.2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76,629.0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8,314.0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 /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 1.73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Carbon tetrachloride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(2) 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(3) 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Methylene 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