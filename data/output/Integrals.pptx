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Integrals Pu Board Questions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142 Questions (23 Flagged for Review) · Exam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MCQ’s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∫ sin 2x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-(sin(2x))/(2)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 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(cos(2x))/(2)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(cos(2x))/(2)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(sin(2x))/(2)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15798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99339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2024M, 2026, 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∫ e ˣ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 (1)/(x) - (1)/(x²) 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e⁻ˣ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 (1)/(x) )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e⁻ˣ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((1)/(x²))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eˣ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 (1)/(x) )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eˣ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((1)/(x²))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  +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∫ x sin 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-xcosx-sin(x)+c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xcosx+sin(x)+c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xcosx-sin(x)+c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-cos(x)-sin(x)+c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point of inflection for the following graph is</a:t>
            </a:r>
          </a:p>
        </p:txBody>
      </p:sp>
      <p:pic>
        <p:nvPicPr>
          <p:cNvPr id="7" name="Picture 6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340864" cy="1975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118104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3118104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21024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-(π )/(2)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3621024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(1)/(x√(x²-1))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sec(x)+C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csc⁻¹ 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sec⁻¹ 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csc(x)+C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100023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anti-derivative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((1)/(√(1+X²)) 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is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(X)/(2)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√(1+X²)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+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(1)/(2)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 log|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𝑥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+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√(1+X²)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| +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86230"/>
            <a:ext cx="1100023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derivative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(X)/(2)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√(1+X²)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+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(1)/(2)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 log|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𝑥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+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√(1+X²)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| +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𝐶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is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(1)/(√(1+X²))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40940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Statement 1 is true, and Statement 2 is false.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040940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Statement 1 is true, and Statement 2 is true, Statement 2 is correct explanation for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98648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Statement 1 is true, and Statement 2 is true, Statement 2 is not a correct explanation for    Statement1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898648"/>
            <a:ext cx="5477256" cy="811987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value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∫₋₁¹ x⁹⁹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anti-derivative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(1)/(x √(x²-1))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,x&gt;1 with respective to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sin⁻¹ 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cos⁻¹ 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-csc⁻¹ 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cot⁻¹ 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(2-3 sin(x))/(cos² x)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2tan(x)-3sec(x)+c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2tan(x)+3sec(x)+c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2tan(x)-2sec(x)+c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2sec(x)-3tan(x)+c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6093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4447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2026M, 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∫₁^(√(3)) ((1)/(1+x²)) 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(2π )/(3)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(1-x)/(√(x))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2√(x)+(3x^(3/2))/(2)+C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2√(x)-(2x^(3/2))/(3)+C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2√(x)+(2x^(3/2))/(3)+C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2√(x)-(3x^(3/2))/(2)+C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∫₀^(π ) (sin² (x)/(2)-cos² (x)/(2))dx=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43560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710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2024, 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e^(x) sec(x) (1+tan(x))dx=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sec(x)+c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sec² 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tan(x)+c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e^(x)(1+tan(x))+c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xcosx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-xsinx+cos(x)+c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xcosx-sin(x)+c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xsinx-cos(x)+c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xsinx+cos(x)+c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value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∫₀^(π /3) (√(3))/(1+x²)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)/(12)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anti-derivative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(√(x))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(1)/(3) x^(3/2)+2x^(1/2)+c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09728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(2)/(3) x^(3/2)+(1)/(2) x²+c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(2)/(3) x^(3/2)+2x^(1/2)+c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600200"/>
            <a:ext cx="5477256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(3)/(2) x^(3/2)+(1)/(2) x^(1/2)+c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value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(cos(2x)+2 sin² x)/(cos² 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tan(x)+c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cos(2x)+c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sin(2x)+c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tan(2x)+c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∫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eˣ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(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sin x + cos x)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−eˣ cos x +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∫sec x (sec x + tan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- tan x - sec x +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value of ∫cosec x (cosec x + cot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cot x − cosec x + 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2128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∫₀¹ (1)/((1 + x²))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(π )/(4)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∫ tan</a:t>
            </a:r>
            <a:r>
              <a:rPr sz="1800" b="1" i="0" u="none" baseline="30000">
                <a:solidFill>
                  <a:srgbClr val="FAD02C"/>
                </a:solidFill>
                <a:latin typeface="Cambria"/>
              </a:rPr>
              <a:t>2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x dx is equal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sec</a:t>
            </a:r>
            <a:r>
              <a:rPr sz="1600" b="1" i="0" u="none" baseline="30000">
                <a:solidFill>
                  <a:srgbClr val="00B0F0"/>
                </a:solidFill>
                <a:latin typeface="Cambria"/>
              </a:rPr>
              <a:t>2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x – sec</a:t>
            </a:r>
            <a:r>
              <a:rPr sz="1600" b="1" i="0" u="none" baseline="30000">
                <a:solidFill>
                  <a:srgbClr val="00B0F0"/>
                </a:solidFill>
                <a:latin typeface="Cambria"/>
              </a:rPr>
              <a:t>2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x + 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e^(x)(sin(x)-cos(x))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-e^(x) cos(x)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cos(x)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sin(x)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sin² 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e^(x)(1+tan(x)+tan² 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tan(x)+C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tan(x)+C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e^(x) sec(x)+C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>
                <a:solidFill>
                  <a:srgbClr val="00B0F0"/>
                </a:solidFill>
                <a:latin typeface="Cambria"/>
              </a:rPr>
              <a:t>sec(x)+C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306324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8986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2024-3, 2026-1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The value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∫_(-(π )/(2))^((π )/(2)) sin⁷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x dx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097280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 i="0" u="none">
                <a:solidFill>
                  <a:srgbClr val="00B0F0"/>
                </a:solidFill>
                <a:latin typeface="Cambria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(sin(x)+cos(x) ). dx.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(2x-3cos(x)+e^(x)) dx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17627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1167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e^(x)((x⁻¹)/(x²))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993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828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2015S, 2017S,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sec(x) (sec(x)+tan(x) ). dx.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csc(x)(csc(x)+cot(x))dx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02082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85623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2016S, 2020,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(2x²+e^(x))dx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√(x)+(1)/(√(x)) 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cos(3x) 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((x³-1)/(x²))dx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(1-x)√(x) dx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sec²(7-4x)dx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∫₂³ x²dx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e^(x) sec(x) (sec(x)+tan(x) ). dx.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√(ax+b) dx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∫₁^(e) (1)/(x) dx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∫₀¹ (1)/(1+x²)dx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27101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064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2014, 2022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(sin²)/(1+cos(x)) dx.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(cos(2x)-cos2α )/(cos(x)-cosα )dx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(dx)/(x-√(x))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(x²)/(1-x⁶)dx.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e^(x)((1)/(x)-(1)/(x²))dx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(1)/(sinxcos³ 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6245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9786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∫₀^(π ) sin² (x)/(2)-cos² (x)/(2) dx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x² log(x) dx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∫₀¹ (dx)/(√(1-x²))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Integrate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(tan⁴ √(x) sec² √(x))/(√(x))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∫₀^((2)/(3)) (1)/(4+9x²)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(√(tan(x)))/(sinxcosx) dx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(x⁻³)/((x-1)³) ex 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cos(6x) √(1+sin(6x)) dx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(xe^(x))/((1+x)²) dx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(e^(x))/(1+x²)dx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∫₂³ (x)/(1+x²)dx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(dx)/(cos² x(1-tan(x))²)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sin(2x) .cos(3x) dx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1284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48255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cot(x) log(sin x 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x² log(x) 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2024M,3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(x)/((x+1)(x+2)) dx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1284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48255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Integrate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(2-3sin(x))/(cos² x)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43560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710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2023, 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∫₁^(√(3)) (dx)/(1+x²)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9903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344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 sec² x dx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(sin² x-cos² x)/(sin² x. cos² x) dx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0428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3969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log(x)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∫₀^(π /2) sin² (x)/(2)-cos² (x)/(2) dx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(x)/((x⁻¹)(x⁻²))dx.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∫₀^(π /2) cos² x dx.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∫₀¹ (x)/(x²+1) dx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cot(x).log(sinx)dx.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(x³-x²+x⁻¹)/(x⁻¹) dx.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(x³ tan⁻¹(x⁴))/(1+x⁸) dx.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(1)/(x+x log(x)) dx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27101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064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2014, 2022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((x²+1)e^(x))/((x+1)²) 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 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sin(3x).cos(4x).dx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Integrate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x² e^(x)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w.r.t x.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27101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064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 x dx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2015, 2015S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∫₀² e^(x)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as a limit of sum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45811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44165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2015S, 2016S, 2017S, 2018, 2021M, 2023M, 2026-1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(x)/((x+1)(x+2)) 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(x)/((x⁻¹)(x⁻²))dx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(2x)/((x²+1)(x²+2))dx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e^(x)((1+sin(x))/(1+cos(x)))dx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(x)/(x²+3x+2)dx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23444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0698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e^(x) sin(x) dx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∫₀¹ (x)/(1+x²) dx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7685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1226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Integrate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(dx)/(x(x²+1))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(xx)/(√(1-x²)) 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xloglog x dx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(sin(x))/(1+cos² x) dx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94767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78308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2020, 2021M,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AD02C"/>
                </a:solidFill>
                <a:latin typeface="Cambria"/>
              </a:rPr>
              <a:t>∫ ((x-3)e^(x))/((x-1)³) dx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cos² x 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 sin(3x) dx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9903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344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2021M,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)/(4)) sin(2x) 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 .dx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(sin³ x+cos³ x)/(sin² x. cos² x) dx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(3x-2)/((x+1)²(x+3))dx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xtan⁻¹ x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2024-2,3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(x sin⁻¹ x)/(√(1-x²))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dx.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Evaluate: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(2x)/(x²+3x+2)dx.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(dx)/(3x²+13x-10)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7685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1226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(1)/(√(x²-a²))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(dx)/(√(x²+6x-7))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17627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1167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(1)/(√(x²-a²))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(dx)/(√(x²+6x-7))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√(x²+a²)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√(x²+4x+6)dx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34015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32369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2016, 2020, 2024-1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(1)/(x²+a²)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(dx)/(x²+2x+3)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√(5-x²+2x)dx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√(x²-8x+7)dx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√(a²+x²)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√(1+x²) dx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(1)/(√(a²-x²))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(1)/(√(7-6x-x²)) dx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17627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1167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(1)/(x²+a²)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(dx)/(x²-6x+13)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94767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78308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2019, 2022, 2024M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(dx)/(x²-16)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√(x²+a²)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x, and hence 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√(x²+2x+5) dx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1284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48255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(1)/(√(x²+a²))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with respect to x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(dx)/(√(x²+2x+2))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5727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4081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2021M, 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(dx)/(4x²-9)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(1)/(√(a²-x²))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(1)/(√(9-25x²)) dx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(1)/(√(a²+ x²))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(1)/(√((2-x)²+1))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2128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(dx)/(5-x²)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(1)/(√(a²+ x²))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(1)/(x²-6x+13)dx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2128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(1)/(x²-a²)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(1)/(3-x²-2x)dx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34086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Find the integral of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(1)/(a²-x²)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with respect to x and hence find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 (1)/(25-x²)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dx.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)/(4)) log(1+tanx)dx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2014S, 2019S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∫_a^(b) f(x).dx=∫_a^(b) f(a+b-x)dx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∫_((π )/(6))^((π )/(3)) (1)/(1+√(tan(x))) 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2015, 2017S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f(x).dx=(2∫₀^(a) f(x)dx, if f(x)is an even function 0, if f(x)is an odd function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∫₋₁¹ sin⁵ xcos⁴ x dx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49631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33172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2014, 2015S, 2019, 2021M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∫_a^(b) f(x).dx=∫_a^(b) f(a+b-x)dx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∫_((π )/(6))^((π )/(3)) (1)/(1+√(tan(x))) dx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f(x).dx=(2∫₀^(a) f(x)dx, if f(2a-x)=f(x) 0, if f(2a-x)= -f(x)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∫₀^(2π ) cos⁵ x dx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351129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3346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2016S, 2022, 2026-1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(√(sin(x)))/(√(sin(x)) √(cos(x)))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(2loglog sin(x)-log sin(2x)) dx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816352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651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2018, 2021M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(√(x))/(√(x)+√(a-x))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2018S, 2024M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∫_(-a)^(a) f(x)dx=(2∫₀^(a) f(x)dx if f(x) is even function 0,if f (x)is odd function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  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∫_(-(π )/(2))^((π )/(2)) sin(7x) 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344728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328269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2019, 2023, 2024-2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(cos⁵ x)/(cos⁵ x+sin⁵ x)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 dx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∫_(-a)^(a) f(x).dx= (2∫₀^(a) f(x)dx, if f(x)is an even function 0, if f(x)is an odd function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∫₋₁¹ sin⁵ xcos⁴ x dx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221284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2048255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 · NEEDS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f(x).dx=∫_a^(c) f(x)dx+∫_c^(b) f(x)dx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∫₋₁² dx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(sin(x)</a:t>
            </a:r>
            <a:r>
              <a:rPr sz="1800" b="1" i="0" baseline="30000">
                <a:solidFill>
                  <a:srgbClr val="FAD02C"/>
                </a:solidFill>
                <a:latin typeface="Cambria"/>
              </a:rPr>
              <a:t>-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 cos(x))/(1+sin(x) cos(x)) dx.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)/(2)) (sin^((3)/(2)) x)/(sin^(3/2) x+cos^(3/2) x) 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∫₀^((π )/(4)) log(1+tan 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f(x).dx=∫₀^(b) f(a+b-x)dx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∫₂³ (√(x))/(√(x)+√(5)-x)dx.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Prove that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∫₀^(a) f(x).dx=∫₀^(a) f(a-x)dx</a:t>
            </a:r>
            <a:r>
              <a:rPr sz="1800" b="1" i="0" u="none">
                <a:solidFill>
                  <a:srgbClr val="FAD02C"/>
                </a:solidFill>
                <a:latin typeface="Cambria"/>
              </a:rPr>
              <a:t> and hence evaluate </a:t>
            </a:r>
            <a:r>
              <a:rPr sz="1800" b="1" i="0">
                <a:solidFill>
                  <a:srgbClr val="FAD02C"/>
                </a:solidFill>
                <a:latin typeface="Cambria"/>
              </a:rPr>
              <a:t>∫₀¹ x(1-x)^(n)dx.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