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205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Assuming complete dissociation, the value of van’t Hoff factor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a blood cell placed in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 of concentration more than 0.9% (w/V).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0.1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≈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values for Ar(g),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(aq),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(aq),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 are 40.39, 1.67,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1.83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&lt;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most diluted solution is (molar mass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= 58.5 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2% (w/w)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t>M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ppm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k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and the reason is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but the reason is not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(Cu/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/Zn)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P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Match the batteries in Column I with their anode material in Column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(iv)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-O2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85916" y="15179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(a) Lead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P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2" name="TextBox 11"/>
          <p:cNvSpPr txBox="1"/>
          <p:nvPr/>
        </p:nvSpPr>
        <p:spPr>
          <a:xfrm>
            <a:off x="6185916" y="18608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(b)  Hydrogen(H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400" b="0">
                <a:solidFill>
                  <a:srgbClr val="F0F0F0"/>
                </a:solidFill>
                <a:latin typeface="Arial"/>
              </a:rPr>
              <a:t>) gas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2037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(c) Zinc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4" name="TextBox 13"/>
          <p:cNvSpPr txBox="1"/>
          <p:nvPr/>
        </p:nvSpPr>
        <p:spPr>
          <a:xfrm>
            <a:off x="6185916" y="254660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(d)  Zinc - Mercury amalgam(Zn(Hg))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Saturated solution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 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of a solution decreases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Molar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m) of solution increases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Cu displaces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gas from dilute acids.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ions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get reduced more easily than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E° values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Fe,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Zn,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/ Sn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respectively. Which of these metals can displace iron from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product formed at the anode during the electrolysis of aqueous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quantity of electricity required for the reduction of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a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I</m:t>
                    </m:r>
                    <m:r>
                      <m:t>N</m:t>
                    </m:r>
                    <m:r>
                      <m:t>E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(g), the following initial-rate data were obtained. Choose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the Arrhenius equation k=e-Ea/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decreases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decreasing activation energy and decreasing temperature.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
rate increases by a factor of 8 when the concentrations of both the reactants (A and B. are
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Hg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disappearance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A catalyst does not alter Gibb’s energy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G) of a reaction.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 catalyst alters the activation energy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reaction by providing an alternate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period is also doubled.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For a first-order reaction, the half-life period is independent of the initial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collisions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of a chemical reaction having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overall order of a reaction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for a reaction with the rate law Rate=k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rate constant of a reaction is k =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2.3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slope of the Arrhenius plot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versus 1/T) for a given reaction is found to be -2000 K. What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the activation energy (Eₐ) of the reaction in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? (Given R = 8.314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38,314.5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(or 38.3 kJ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19,157.2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76,629.0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8,314.0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2k /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value of ‘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’ if the total order of the reaction,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a:r>
              <a:rPr lang="en-US" sz="5000" b="1">
                <a:solidFill>
                  <a:srgbClr val="FAD02C"/>
                </a:solidFill>
                <a:latin typeface="Arial"/>
              </a:rPr>
              <a:t>D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F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t>K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&gt;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neutral or faintly alkaline medium,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oxidizes iodide ions into iodate.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aqueous solution, copper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Potassium permanganate oxidizes sulphurous acid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aqueous solution of a transition metal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colorless. The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electronic configuration of Cu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whereas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equally stable.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magnetic moment of an element is 1.73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M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reduced by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o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 the following alkyl halides, which is more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Assertion: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reactions do not proceed with retention.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Reason: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proceeds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g</m:t>
                    </m:r>
                    <m:r>
                      <m:t>l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steps.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and reason is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but reason is not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Prevent the reaction of chloroform with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to form extremely poisonous gas carbonyl chloride.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7</m:t>
                        </m:r>
                      </m:sub>
                    </m:sSub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Match the organic compounds in Column I with their correct applications in Column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505102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505102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068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(1) Carbon tetrachloride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21497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(2)  Iodoform (CHI₃)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926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(3)  Chloroform (CHCl₃)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55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(4) Methylene 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6185916" y="18068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Fire extinguisher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5916" y="21497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Antiseptic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5916" y="24926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Solvent for fats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5916" y="283555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Paint remover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4304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(1)-(A), (2)-(B), (3)-(C), (4)-(D)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5452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(1)-(D), (2)-(C), (3)-(B), (4)-(A)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600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(1)-(B), (2)-(A), (3)-(D), (4)-(C)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748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(1)-(C), (2)-(D), (3)-(A), (4)-(B)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R - X +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(dry acetone) 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Swartz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Finkelstein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Sandmeyer’s reaction -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Tertiary alkyl halides are least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F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reaction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F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alkyl halides will undergo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r>
                      <m:t>O</m:t>
                    </m:r>
                    <m:r>
                      <m:t>H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compound P with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reaction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presence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compound Q. Compound Q on heating with Cu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573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produces the compound R.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 organic compound ‘A’ containing C, H, and O has a pleasant odor with a boiling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point of 78°C. On boiling ‘A’ with conc.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 colorless gas is produced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decolorizes bromine water and alkaline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out the product of the following reaction: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(Reaction involving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623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How many alcohols with molecular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10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
(i) o-bromophenol
(ii) p-bromophenol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high boiling point of ethanol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compared to methoxy methane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Cobalt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chloride forms several octahedral complexes with ammonia. Which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.5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.6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.3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&lt;P (Pairing energy), for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ion, an entry of the 4th electron gives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coordination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Br,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Co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antibonding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unidentates) shows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bond between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Ambidentate nature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ligand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and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two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examples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 configuration of an octahedral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coordination entity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geometry of the complex 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isomerism exhibited by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complex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Di-chloridodiethylene diamine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Bis (ethane-1,2-diamine) dichlorido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ionization isomer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sulphato 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Energy)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6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Energy,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oxidation number of Cu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complexes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224</m:t>
                    </m:r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iron in 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terminal and bridged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ligands in 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  <m:r>
                      <m:rPr>
                        <m:sty m:val="p"/>
                      </m:rPr>
                      <m:t>&lt;</m:t>
                    </m:r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  <m:r>
                      <m:rPr>
                        <m:sty m:val="p"/>
                      </m:rPr>
                      <m:t>&lt;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-CH2-CH2-NH2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statements regarding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A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