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134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e-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1: 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 Statement 2: The 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log|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| + C. 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1 is true, and Statement 2 is true, Statement 2 is not a correct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&gt;1 with respective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csc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dx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12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anti-derivative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3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cos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sec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− 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6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tan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is (2025-1)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csc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sec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a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b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 sin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sin(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w.r.t.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c</m:t>
                        </m:r>
                        <m:r>
                          <m:t>o</m:t>
                        </m:r>
                        <m:r>
                          <m:t>s</m:t>
                        </m:r>
                        <m:r>
                          <m:t>2</m:t>
                        </m:r>
                        <m: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α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6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sSup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d</m:t>
                            </m:r>
                            <m:r>
                              <m:t>x</m:t>
                            </m:r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m:t>sec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x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2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9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  <m:r>
                              <m:t>x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e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6</m:t>
                    </m:r>
                    <m:r>
                      <m:t>x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6</m:t>
                        </m:r>
                        <m:r>
                          <m:t>x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tan</m:t>
                        </m:r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log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3</m:t>
                            </m:r>
                          </m:e>
                        </m:rad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cot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8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log</m:t>
                        </m:r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4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w.r.t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as a limit of sum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x</m:t>
                        </m:r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cos</m:t>
                        </m:r>
                        <m:r>
                          <m:t>x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Integrate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x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3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2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  <m:r>
                          <m:rPr>
                            <m:sty m:val="p"/>
                          </m:rPr>
                          <m:t>.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x</m:t>
                        </m:r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x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Evaluate: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3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10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7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4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6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8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7</m:t>
                        </m:r>
                      </m:e>
                    </m:rad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7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6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5</m:t>
                        </m:r>
                      </m:e>
                    </m:rad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2</m:t>
                            </m:r>
                          </m:e>
                        </m:rad>
                      </m:den>
                    </m:f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4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9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25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2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e>
                        </m:rad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x</m:t>
                        </m:r>
                      </m:num>
                      <m:den>
                        <m:r>
                          <m:t>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m:t>a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  <m:r>
                          <m:t>x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13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t>x</m:t>
                        </m:r>
                      </m:den>
                    </m:f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integral of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a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find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25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6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3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tan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2</m:t>
                              </m:r>
                              <m: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  <m:r>
                                  <m:t>x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x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</m:nary>
                    <m:r>
                      <m:t>7</m:t>
                    </m:r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cos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t>5</m:t>
                                </m:r>
                              </m:sup>
                            </m:sSup>
                            <m:r>
                              <m:t>x</m:t>
                            </m:r>
                          </m:den>
                        </m:f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a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  <m:mc>
                                <m:mcPr>
                                  <m:mcJc m:val="left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2</m:t>
                              </m:r>
                              <m:nary>
                                <m:naryPr>
                                  <m:chr m:val="∫"/>
                                  <m:limLoc m:val="subSup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a</m:t>
                                  </m:r>
                                </m:sup>
                                <m:e>
                                  <m:r>
                                    <m:t>f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t>d</m:t>
                              </m:r>
                              <m:r>
                                <m:t>x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even function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if </m:t>
                              </m:r>
                              <m:r>
                                <m:t>f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 is an odd function</m:t>
                              </m:r>
                            </m:e>
                          </m:mr>
                        </m:m>
                      </m:e>
                    </m:d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5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x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 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sin</m:t>
                            </m:r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cos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type m:val="bar"/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t>x</m:t>
                            </m:r>
                          </m:num>
                          <m:den>
                            <m:r>
                              <m:t>2</m:t>
                            </m:r>
                          </m:den>
                        </m:f>
                      </m:e>
                    </m:nary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x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x</m:t>
                            </m:r>
                          </m:den>
                        </m:f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and hence evaluate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