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514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not a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76514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a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b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 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w.r.t.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α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6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sSup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d</m:t>
                            </m:r>
                            <m: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m:t>sec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2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9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  <m:r>
                              <m:t>x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e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6</m:t>
                    </m:r>
                    <m:r>
                      <m:t>x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6</m:t>
                        </m:r>
                        <m:r>
                          <m:t>x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tan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8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w.r.t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10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4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6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8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7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7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5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4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9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25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e>
                        </m:ra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 </m:t>
                        </m:r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