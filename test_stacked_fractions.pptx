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 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Arial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Solve the integral: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x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x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x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x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 above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