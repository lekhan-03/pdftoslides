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134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$-xcos⁡x-sin⁡x+c$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$xcos⁡x+sin⁡x+c$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$xcos⁡x-sin⁡x+c$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$-cos⁡x-sin⁡x+c$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2025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1: 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 Statement 2: The 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C. 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correct explanation 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not a correct explanation 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&gt;1 with respective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$sin⁡^{-1}x+C$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$cos⁡^{-1}x+C$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$-cosec⁡^{-1}x+C$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dx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2026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$e^{x}sec⁡x+c$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$e^{x}sec⁡^{2}x+c$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$e^{x}tan⁡x+c$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$e^{x}(1+tan⁡x)+c$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$-xsin⁡x+cos⁡x+c$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$xcos⁡x-sin⁡x+c$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$xsin⁡x-cos⁡x+c$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$xsin⁡x+cos⁡x+c$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12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$tan⁡x+c$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$cos⁡2x+c$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$sin⁡2x+c$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$tan⁡2x+c$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eˣ cos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eˣ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eˣ sin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−eˣ cos x + 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sec² x + tan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+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-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- tan x - sec x + 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+ cosec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+ cosec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− cosec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− cosec x + 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sec2x-x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(2025-1)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a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b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sin x sin(cosx) w.r.t.x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α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6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sSup>
                          <m:e>
                            <m:r>
                              <m:t>x</m:t>
                            </m:r>
                            <m:r>
                              <m:t>c</m:t>
                            </m:r>
                            <m:r>
                              <m:t>o</m:t>
                            </m:r>
                            <m:r>
                              <m:t>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d</m:t>
                            </m:r>
                            <m:r>
                              <m:t>x</m:t>
                            </m:r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m:t>sec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2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4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9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  <m:r>
                              <m:t>x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e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6</m:t>
                    </m:r>
                    <m:r>
                      <m:t>x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6</m:t>
                        </m:r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tan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t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3</m:t>
                            </m:r>
                          </m:e>
                        </m:rad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8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r>
                          <m:t>l</m:t>
                        </m:r>
                        <m:r>
                          <m:t>o</m:t>
                        </m:r>
                        <m:r>
                          <m:t>g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$x^{2}e^{x}$ w.r.t x.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as a limit of sum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s</m:t>
                            </m:r>
                            <m:r>
                              <m:t>i</m:t>
                            </m:r>
                            <m:r>
                              <m:t>n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2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t</m:t>
                    </m:r>
                    <m:r>
                      <m:t>a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10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4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6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8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7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7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16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5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4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9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25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e>
                        </m:rad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2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7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r>
                          <m:t>d</m:t>
                        </m:r>
                      </m:e>
                    </m:nary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s</m:t>
                            </m:r>
                            <m:r>
                              <m:t>i</m:t>
                            </m:r>
                            <m:r>
                              <m:t>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