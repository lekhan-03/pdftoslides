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134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$-xcos⁡x-sin⁡x+c$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$xcos⁡x+sin⁡x+c$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$-cos⁡x-sin⁡x+c$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$sin⁡^{-1}x+C$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$cos⁡^{-1}x+C$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$-cosec⁡^{-1}x+C$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$e^{x}sec⁡^{2}x+c$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$e^{x}tan⁡x+c$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$e^{x}(1+tan⁡x)+c$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$-xsin⁡x+cos⁡x+c$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$xcos⁡x-sin⁡x+c$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$xsin⁡x-cos⁡x+c$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$xsin⁡x+cos⁡x+c$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$tan⁡x+c$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$cos⁡2x+c$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$sin⁡2x+c$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$tan⁡2x+c$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t>c</m:t>
                            </m:r>
                            <m:r>
                              <m:t>o</m:t>
                            </m:r>
                            <m:r>
                              <m:t>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c</m:t>
                    </m:r>
                    <m:r>
                      <m:t>o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$x^{2}e^{x}$ w.r.t 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_{0}^{a}  f(x).dx={2\int _{0}^{a}  f(x)dx, if f(x)is an even function 0, if f(x)is an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_{0}^{a}  f(x).dx={2\int _{0}^{a}  f(x)dx, if f(2a-x)=f(x) 0, if f(2a-x)= -f(x)$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_{-a}^{a}  f(x)dx={2\int _{0}^{a}  f(x)dx if f(x) is even function 0,if f (x)is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$\int _{-a}^{a}  f(x).dx= {2\int _{0}^{a}  f(x)dx, if f(x)is an even function 0, if f(x)is an odd function$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s</m:t>
                            </m:r>
                            <m:r>
                              <m:t>i</m:t>
                            </m:r>
                            <m:r>
                              <m:t>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